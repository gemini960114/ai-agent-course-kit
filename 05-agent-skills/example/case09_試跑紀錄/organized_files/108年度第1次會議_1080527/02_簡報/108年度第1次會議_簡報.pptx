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notesSlides/notesSlide1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3.xml" ContentType="application/vnd.openxmlformats-officedocument.themeOverr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 id="2147483665" r:id="rId2"/>
  </p:sldMasterIdLst>
  <p:notesMasterIdLst>
    <p:notesMasterId r:id="rId40"/>
  </p:notesMasterIdLst>
  <p:handoutMasterIdLst>
    <p:handoutMasterId r:id="rId41"/>
  </p:handoutMasterIdLst>
  <p:sldIdLst>
    <p:sldId id="823" r:id="rId3"/>
    <p:sldId id="701" r:id="rId4"/>
    <p:sldId id="839" r:id="rId5"/>
    <p:sldId id="708" r:id="rId6"/>
    <p:sldId id="885" r:id="rId7"/>
    <p:sldId id="857" r:id="rId8"/>
    <p:sldId id="858" r:id="rId9"/>
    <p:sldId id="882" r:id="rId10"/>
    <p:sldId id="709" r:id="rId11"/>
    <p:sldId id="732" r:id="rId12"/>
    <p:sldId id="734" r:id="rId13"/>
    <p:sldId id="860" r:id="rId14"/>
    <p:sldId id="749" r:id="rId15"/>
    <p:sldId id="861" r:id="rId16"/>
    <p:sldId id="864" r:id="rId17"/>
    <p:sldId id="869" r:id="rId18"/>
    <p:sldId id="870" r:id="rId19"/>
    <p:sldId id="923" r:id="rId20"/>
    <p:sldId id="873" r:id="rId21"/>
    <p:sldId id="743" r:id="rId22"/>
    <p:sldId id="742" r:id="rId23"/>
    <p:sldId id="911" r:id="rId24"/>
    <p:sldId id="919" r:id="rId25"/>
    <p:sldId id="906" r:id="rId26"/>
    <p:sldId id="881" r:id="rId27"/>
    <p:sldId id="937" r:id="rId28"/>
    <p:sldId id="931" r:id="rId29"/>
    <p:sldId id="926" r:id="rId30"/>
    <p:sldId id="921" r:id="rId31"/>
    <p:sldId id="909" r:id="rId32"/>
    <p:sldId id="938" r:id="rId33"/>
    <p:sldId id="918" r:id="rId34"/>
    <p:sldId id="910" r:id="rId35"/>
    <p:sldId id="711" r:id="rId36"/>
    <p:sldId id="840" r:id="rId37"/>
    <p:sldId id="789" r:id="rId38"/>
    <p:sldId id="456" r:id="rId39"/>
  </p:sldIdLst>
  <p:sldSz cx="9144000" cy="6858000" type="screen4x3"/>
  <p:notesSz cx="6807200" cy="9939338"/>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9B6E1881-2521-4D85-AAFC-36274C1406DB}">
          <p14:sldIdLst>
            <p14:sldId id="823"/>
            <p14:sldId id="701"/>
            <p14:sldId id="839"/>
            <p14:sldId id="708"/>
            <p14:sldId id="885"/>
            <p14:sldId id="857"/>
            <p14:sldId id="858"/>
            <p14:sldId id="882"/>
            <p14:sldId id="709"/>
            <p14:sldId id="732"/>
            <p14:sldId id="734"/>
            <p14:sldId id="860"/>
            <p14:sldId id="749"/>
            <p14:sldId id="861"/>
            <p14:sldId id="864"/>
            <p14:sldId id="869"/>
            <p14:sldId id="870"/>
            <p14:sldId id="923"/>
            <p14:sldId id="873"/>
          </p14:sldIdLst>
        </p14:section>
        <p14:section name="未命名的章節" id="{0E834554-6A9F-4283-B989-C34B4951D5B4}">
          <p14:sldIdLst>
            <p14:sldId id="743"/>
            <p14:sldId id="742"/>
            <p14:sldId id="911"/>
            <p14:sldId id="919"/>
          </p14:sldIdLst>
        </p14:section>
        <p14:section name="未命名的章節" id="{D93282A2-23EA-4D60-BAC7-FC12FD7E203F}">
          <p14:sldIdLst>
            <p14:sldId id="906"/>
            <p14:sldId id="881"/>
            <p14:sldId id="937"/>
            <p14:sldId id="931"/>
            <p14:sldId id="926"/>
            <p14:sldId id="921"/>
            <p14:sldId id="909"/>
            <p14:sldId id="938"/>
            <p14:sldId id="918"/>
            <p14:sldId id="910"/>
            <p14:sldId id="711"/>
            <p14:sldId id="840"/>
            <p14:sldId id="789"/>
            <p14:sldId id="456"/>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D4E7D"/>
    <a:srgbClr val="000000"/>
    <a:srgbClr val="505022"/>
    <a:srgbClr val="67672B"/>
    <a:srgbClr val="6AA1FF"/>
    <a:srgbClr val="99CCFF"/>
    <a:srgbClr val="92D050"/>
    <a:srgbClr val="76762A"/>
    <a:srgbClr val="4545B7"/>
    <a:srgbClr val="3E3E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0A1B5D5-9B99-4C35-A422-299274C87663}" styleName="中等深淺樣式 1 - 輔色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8D230F3-CF80-4859-8CE7-A43EE81993B5}" styleName="淺色樣式 1 - 輔色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0E3FDE45-AF77-4B5C-9715-49D594BDF05E}" styleName="淺色樣式 1 - 輔色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75" autoAdjust="0"/>
    <p:restoredTop sz="71544" autoAdjust="0"/>
  </p:normalViewPr>
  <p:slideViewPr>
    <p:cSldViewPr>
      <p:cViewPr varScale="1">
        <p:scale>
          <a:sx n="116" d="100"/>
          <a:sy n="116" d="100"/>
        </p:scale>
        <p:origin x="1410" y="132"/>
      </p:cViewPr>
      <p:guideLst>
        <p:guide orient="horz" pos="2160"/>
        <p:guide pos="2880"/>
      </p:guideLst>
    </p:cSldViewPr>
  </p:slideViewPr>
  <p:outlineViewPr>
    <p:cViewPr>
      <p:scale>
        <a:sx n="33" d="100"/>
        <a:sy n="33" d="100"/>
      </p:scale>
      <p:origin x="0" y="0"/>
    </p:cViewPr>
  </p:outlineViewPr>
  <p:notesTextViewPr>
    <p:cViewPr>
      <p:scale>
        <a:sx n="200" d="100"/>
        <a:sy n="200" d="100"/>
      </p:scale>
      <p:origin x="0" y="0"/>
    </p:cViewPr>
  </p:notesTextViewPr>
  <p:notesViewPr>
    <p:cSldViewPr>
      <p:cViewPr varScale="1">
        <p:scale>
          <a:sx n="60" d="100"/>
          <a:sy n="60" d="100"/>
        </p:scale>
        <p:origin x="2347" y="3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0" Type="http://schemas.openxmlformats.org/officeDocument/2006/relationships/slide" Target="slides/slide18.xml"/><Relationship Id="rId41"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file:///\\10.1.11.64\&#28639;&#21335;&#32178;&#36335;&#30828;&#30879;\&#36039;&#31649;&#34389;\08_&#36039;&#35338;&#26381;&#21209;&#31185;\02_&#26989;&#21209;&#39006;\0207_OpenData\02-&#36039;&#26009;&#38598;&#28165;&#21934;\&#37096;&#26371;&#25490;&#21517;&#28165;&#21934;\&#9679;&#37096;&#26371;&#25490;&#21517;-&#22294;&#34920;-&#26371;&#35696;&#31777;&#22577;&#29992;_&#27511;&#27425;.xlsx" TargetMode="Externa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oleObject" Target="file:///\\10.1.11.64\&#28639;&#21335;&#32178;&#36335;&#30828;&#30879;\&#36039;&#31649;&#34389;\08_&#36039;&#35338;&#26381;&#21209;&#31185;\02_&#26989;&#21209;&#39006;\0207_OpenData\02-&#36039;&#26009;&#38598;&#28165;&#21934;\&#38283;&#25918;&#24773;&#24418;&#32113;&#35336;\&#21508;&#21934;&#20301;&#30446;&#21069;&#36039;&#26009;&#38283;&#25918;&#24773;&#24418;_&#22294;&#34920;_&#31777;&#22577;&#29992;_&#27511;&#27425;.xlsx" TargetMode="Externa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oleObject" Target="../embeddings/oleObject1.bin"/></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28256037538501289"/>
          <c:y val="4.6483442443257812E-2"/>
          <c:w val="0.66985649549942072"/>
          <c:h val="0.91264810289518405"/>
        </c:manualLayout>
      </c:layout>
      <c:barChart>
        <c:barDir val="bar"/>
        <c:grouping val="clustered"/>
        <c:varyColors val="0"/>
        <c:ser>
          <c:idx val="0"/>
          <c:order val="0"/>
          <c:spPr>
            <a:solidFill>
              <a:srgbClr val="92D050"/>
            </a:solidFill>
            <a:ln>
              <a:noFill/>
            </a:ln>
            <a:effectLst/>
          </c:spPr>
          <c:invertIfNegative val="0"/>
          <c:dPt>
            <c:idx val="11"/>
            <c:invertIfNegative val="0"/>
            <c:bubble3D val="0"/>
            <c:spPr>
              <a:solidFill>
                <a:srgbClr val="FFC000"/>
              </a:solidFill>
              <a:ln>
                <a:noFill/>
              </a:ln>
              <a:effectLst/>
            </c:spPr>
          </c:dPt>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lumMod val="75000"/>
                        <a:lumOff val="25000"/>
                      </a:schemeClr>
                    </a:solidFill>
                    <a:latin typeface="+mn-lt"/>
                    <a:ea typeface="+mn-ea"/>
                    <a:cs typeface="+mn-cs"/>
                  </a:defRPr>
                </a:pPr>
                <a:endParaRPr lang="zh-TW"/>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'[●部會排名-圖表-會議簡報用_歷次.xlsx]1080415'!$B$3:$B$16</c:f>
              <c:strCache>
                <c:ptCount val="14"/>
                <c:pt idx="0">
                  <c:v>經濟部</c:v>
                </c:pt>
                <c:pt idx="1">
                  <c:v>法務部</c:v>
                </c:pt>
                <c:pt idx="2">
                  <c:v>財政部</c:v>
                </c:pt>
                <c:pt idx="3">
                  <c:v>金融監督管理委員會</c:v>
                </c:pt>
                <c:pt idx="4">
                  <c:v>行政院主計總處</c:v>
                </c:pt>
                <c:pt idx="5">
                  <c:v>行政院農業委員會</c:v>
                </c:pt>
                <c:pt idx="6">
                  <c:v>衛生福利部</c:v>
                </c:pt>
                <c:pt idx="7">
                  <c:v>交通部</c:v>
                </c:pt>
                <c:pt idx="8">
                  <c:v>內政部</c:v>
                </c:pt>
                <c:pt idx="9">
                  <c:v>教育部</c:v>
                </c:pt>
                <c:pt idx="10">
                  <c:v>行政院環境保護署</c:v>
                </c:pt>
                <c:pt idx="11">
                  <c:v>國家發展委員會</c:v>
                </c:pt>
                <c:pt idx="12">
                  <c:v>勞動部</c:v>
                </c:pt>
                <c:pt idx="13">
                  <c:v>科技部</c:v>
                </c:pt>
              </c:strCache>
            </c:strRef>
          </c:cat>
          <c:val>
            <c:numRef>
              <c:f>'[●部會排名-圖表-會議簡報用_歷次.xlsx]1080415'!$C$3:$C$16</c:f>
              <c:numCache>
                <c:formatCode>#,##0_ </c:formatCode>
                <c:ptCount val="14"/>
                <c:pt idx="0">
                  <c:v>2793</c:v>
                </c:pt>
                <c:pt idx="1">
                  <c:v>2307</c:v>
                </c:pt>
                <c:pt idx="2">
                  <c:v>2184</c:v>
                </c:pt>
                <c:pt idx="3">
                  <c:v>1496</c:v>
                </c:pt>
                <c:pt idx="4">
                  <c:v>1388</c:v>
                </c:pt>
                <c:pt idx="5">
                  <c:v>1328</c:v>
                </c:pt>
                <c:pt idx="6">
                  <c:v>1327</c:v>
                </c:pt>
                <c:pt idx="7">
                  <c:v>1244</c:v>
                </c:pt>
                <c:pt idx="8">
                  <c:v>1078</c:v>
                </c:pt>
                <c:pt idx="9">
                  <c:v>1076</c:v>
                </c:pt>
                <c:pt idx="10">
                  <c:v>846</c:v>
                </c:pt>
                <c:pt idx="11">
                  <c:v>626</c:v>
                </c:pt>
                <c:pt idx="12">
                  <c:v>570</c:v>
                </c:pt>
                <c:pt idx="13">
                  <c:v>377</c:v>
                </c:pt>
              </c:numCache>
            </c:numRef>
          </c:val>
        </c:ser>
        <c:dLbls>
          <c:showLegendKey val="0"/>
          <c:showVal val="0"/>
          <c:showCatName val="0"/>
          <c:showSerName val="0"/>
          <c:showPercent val="0"/>
          <c:showBubbleSize val="0"/>
        </c:dLbls>
        <c:gapWidth val="182"/>
        <c:axId val="624535232"/>
        <c:axId val="624534688"/>
      </c:barChart>
      <c:catAx>
        <c:axId val="624535232"/>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solidFill>
                <a:latin typeface="微軟正黑體" panose="020B0604030504040204" pitchFamily="34" charset="-120"/>
                <a:ea typeface="微軟正黑體" panose="020B0604030504040204" pitchFamily="34" charset="-120"/>
                <a:cs typeface="+mn-cs"/>
              </a:defRPr>
            </a:pPr>
            <a:endParaRPr lang="zh-TW"/>
          </a:p>
        </c:txPr>
        <c:crossAx val="624534688"/>
        <c:crosses val="autoZero"/>
        <c:auto val="1"/>
        <c:lblAlgn val="ctr"/>
        <c:lblOffset val="100"/>
        <c:noMultiLvlLbl val="0"/>
      </c:catAx>
      <c:valAx>
        <c:axId val="624534688"/>
        <c:scaling>
          <c:orientation val="minMax"/>
        </c:scaling>
        <c:delete val="0"/>
        <c:axPos val="t"/>
        <c:majorGridlines>
          <c:spPr>
            <a:ln w="9525" cap="flat" cmpd="sng" algn="ctr">
              <a:solidFill>
                <a:schemeClr val="tx1">
                  <a:lumMod val="15000"/>
                  <a:lumOff val="85000"/>
                </a:schemeClr>
              </a:solidFill>
              <a:round/>
            </a:ln>
            <a:effectLst/>
          </c:spPr>
        </c:majorGridlines>
        <c:numFmt formatCode="#,##0_ "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crossAx val="62453523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TW"/>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2400" b="0" i="0" u="none" strike="noStrike" kern="1200" spc="0" baseline="0">
                <a:solidFill>
                  <a:srgbClr val="002060"/>
                </a:solidFill>
                <a:latin typeface="微軟正黑體" panose="020B0604030504040204" pitchFamily="34" charset="-120"/>
                <a:ea typeface="微軟正黑體" panose="020B0604030504040204" pitchFamily="34" charset="-120"/>
                <a:cs typeface="+mn-cs"/>
              </a:defRPr>
            </a:pPr>
            <a:r>
              <a:rPr lang="zh-TW" altLang="zh-TW" sz="2400" b="1" i="0" baseline="0">
                <a:solidFill>
                  <a:srgbClr val="002060"/>
                </a:solidFill>
                <a:effectLst/>
                <a:latin typeface="微軟正黑體" panose="020B0604030504040204" pitchFamily="34" charset="-120"/>
                <a:ea typeface="微軟正黑體" panose="020B0604030504040204" pitchFamily="34" charset="-120"/>
              </a:rPr>
              <a:t>截至目前累計開放項數</a:t>
            </a:r>
            <a:r>
              <a:rPr lang="en-US" altLang="zh-TW" sz="2400" b="1" i="0" baseline="0">
                <a:solidFill>
                  <a:srgbClr val="002060"/>
                </a:solidFill>
                <a:effectLst/>
                <a:latin typeface="微軟正黑體" panose="020B0604030504040204" pitchFamily="34" charset="-120"/>
                <a:ea typeface="微軟正黑體" panose="020B0604030504040204" pitchFamily="34" charset="-120"/>
              </a:rPr>
              <a:t>(626</a:t>
            </a:r>
            <a:r>
              <a:rPr lang="zh-TW" altLang="zh-TW" sz="2400" b="1" i="0" baseline="0">
                <a:solidFill>
                  <a:srgbClr val="002060"/>
                </a:solidFill>
                <a:effectLst/>
                <a:latin typeface="微軟正黑體" panose="020B0604030504040204" pitchFamily="34" charset="-120"/>
                <a:ea typeface="微軟正黑體" panose="020B0604030504040204" pitchFamily="34" charset="-120"/>
              </a:rPr>
              <a:t>項</a:t>
            </a:r>
            <a:r>
              <a:rPr lang="en-US" altLang="zh-TW" sz="2400" b="1" i="0" baseline="0">
                <a:solidFill>
                  <a:srgbClr val="002060"/>
                </a:solidFill>
                <a:effectLst/>
                <a:latin typeface="微軟正黑體" panose="020B0604030504040204" pitchFamily="34" charset="-120"/>
                <a:ea typeface="微軟正黑體" panose="020B0604030504040204" pitchFamily="34" charset="-120"/>
              </a:rPr>
              <a:t>)</a:t>
            </a:r>
            <a:endParaRPr lang="zh-TW" altLang="zh-TW" sz="2400">
              <a:solidFill>
                <a:srgbClr val="002060"/>
              </a:solidFill>
              <a:effectLst/>
              <a:latin typeface="微軟正黑體" panose="020B0604030504040204" pitchFamily="34" charset="-120"/>
              <a:ea typeface="微軟正黑體" panose="020B0604030504040204" pitchFamily="34" charset="-120"/>
            </a:endParaRPr>
          </a:p>
        </c:rich>
      </c:tx>
      <c:layout/>
      <c:overlay val="0"/>
      <c:spPr>
        <a:noFill/>
        <a:ln>
          <a:noFill/>
        </a:ln>
        <a:effectLst/>
      </c:spPr>
      <c:txPr>
        <a:bodyPr rot="0" spcFirstLastPara="1" vertOverflow="ellipsis" vert="horz" wrap="square" anchor="ctr" anchorCtr="1"/>
        <a:lstStyle/>
        <a:p>
          <a:pPr>
            <a:defRPr sz="2400" b="0" i="0" u="none" strike="noStrike" kern="1200" spc="0" baseline="0">
              <a:solidFill>
                <a:srgbClr val="002060"/>
              </a:solidFill>
              <a:latin typeface="微軟正黑體" panose="020B0604030504040204" pitchFamily="34" charset="-120"/>
              <a:ea typeface="微軟正黑體" panose="020B0604030504040204" pitchFamily="34" charset="-120"/>
              <a:cs typeface="+mn-cs"/>
            </a:defRPr>
          </a:pPr>
          <a:endParaRPr lang="zh-TW"/>
        </a:p>
      </c:txPr>
    </c:title>
    <c:autoTitleDeleted val="0"/>
    <c:plotArea>
      <c:layout>
        <c:manualLayout>
          <c:layoutTarget val="inner"/>
          <c:xMode val="edge"/>
          <c:yMode val="edge"/>
          <c:x val="2.1340521489060765E-2"/>
          <c:y val="0.15807362480702489"/>
          <c:w val="0.93371093802299787"/>
          <c:h val="0.63876053115814202"/>
        </c:manualLayout>
      </c:layout>
      <c:barChart>
        <c:barDir val="col"/>
        <c:grouping val="clustered"/>
        <c:varyColors val="0"/>
        <c:ser>
          <c:idx val="0"/>
          <c:order val="0"/>
          <c:tx>
            <c:strRef>
              <c:f>'[各單位目前資料開放情形_圖表_簡報用_歷次.xlsx]1080415圖'!$C$5</c:f>
              <c:strCache>
                <c:ptCount val="1"/>
                <c:pt idx="0">
                  <c:v>已開放</c:v>
                </c:pt>
              </c:strCache>
            </c:strRef>
          </c:tx>
          <c:spPr>
            <a:solidFill>
              <a:srgbClr val="99CCFF"/>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rgbClr val="FF0000"/>
                    </a:solidFill>
                    <a:latin typeface="+mn-lt"/>
                    <a:ea typeface="+mn-ea"/>
                    <a:cs typeface="+mn-cs"/>
                  </a:defRPr>
                </a:pPr>
                <a:endParaRPr lang="zh-TW"/>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'[各單位目前資料開放情形_圖表_簡報用_歷次.xlsx]1080415圖'!$B$6:$B$20</c:f>
              <c:strCache>
                <c:ptCount val="15"/>
                <c:pt idx="0">
                  <c:v>檔案局</c:v>
                </c:pt>
                <c:pt idx="1">
                  <c:v>綜規處</c:v>
                </c:pt>
                <c:pt idx="2">
                  <c:v>經濟處</c:v>
                </c:pt>
                <c:pt idx="3">
                  <c:v>社發處</c:v>
                </c:pt>
                <c:pt idx="4">
                  <c:v>產業處</c:v>
                </c:pt>
                <c:pt idx="5">
                  <c:v>人力處</c:v>
                </c:pt>
                <c:pt idx="6">
                  <c:v>國土處</c:v>
                </c:pt>
                <c:pt idx="7">
                  <c:v>管考處</c:v>
                </c:pt>
                <c:pt idx="8">
                  <c:v>資管處</c:v>
                </c:pt>
                <c:pt idx="9">
                  <c:v>法協中心</c:v>
                </c:pt>
                <c:pt idx="10">
                  <c:v>國發基金</c:v>
                </c:pt>
                <c:pt idx="11">
                  <c:v>秘書室</c:v>
                </c:pt>
                <c:pt idx="12">
                  <c:v>人事室</c:v>
                </c:pt>
                <c:pt idx="13">
                  <c:v>政風室</c:v>
                </c:pt>
                <c:pt idx="14">
                  <c:v>主計室</c:v>
                </c:pt>
              </c:strCache>
            </c:strRef>
          </c:cat>
          <c:val>
            <c:numRef>
              <c:f>'[各單位目前資料開放情形_圖表_簡報用_歷次.xlsx]1080415圖'!$C$6:$C$20</c:f>
              <c:numCache>
                <c:formatCode>General</c:formatCode>
                <c:ptCount val="15"/>
                <c:pt idx="0">
                  <c:v>124</c:v>
                </c:pt>
                <c:pt idx="1">
                  <c:v>38</c:v>
                </c:pt>
                <c:pt idx="2">
                  <c:v>43</c:v>
                </c:pt>
                <c:pt idx="3">
                  <c:v>48</c:v>
                </c:pt>
                <c:pt idx="4">
                  <c:v>44</c:v>
                </c:pt>
                <c:pt idx="5">
                  <c:v>45</c:v>
                </c:pt>
                <c:pt idx="6">
                  <c:v>57</c:v>
                </c:pt>
                <c:pt idx="7">
                  <c:v>43</c:v>
                </c:pt>
                <c:pt idx="8">
                  <c:v>45</c:v>
                </c:pt>
                <c:pt idx="9">
                  <c:v>23</c:v>
                </c:pt>
                <c:pt idx="10">
                  <c:v>33</c:v>
                </c:pt>
                <c:pt idx="11">
                  <c:v>11</c:v>
                </c:pt>
                <c:pt idx="12">
                  <c:v>7</c:v>
                </c:pt>
                <c:pt idx="13">
                  <c:v>7</c:v>
                </c:pt>
                <c:pt idx="14">
                  <c:v>58</c:v>
                </c:pt>
              </c:numCache>
            </c:numRef>
          </c:val>
        </c:ser>
        <c:dLbls>
          <c:dLblPos val="ctr"/>
          <c:showLegendKey val="0"/>
          <c:showVal val="1"/>
          <c:showCatName val="0"/>
          <c:showSerName val="0"/>
          <c:showPercent val="0"/>
          <c:showBubbleSize val="0"/>
        </c:dLbls>
        <c:gapWidth val="219"/>
        <c:axId val="624535776"/>
        <c:axId val="624537952"/>
        <c:extLst>
          <c:ext xmlns:c15="http://schemas.microsoft.com/office/drawing/2012/chart" uri="{02D57815-91ED-43cb-92C2-25804820EDAC}">
            <c15:filteredBarSeries>
              <c15:ser>
                <c:idx val="1"/>
                <c:order val="1"/>
                <c:tx>
                  <c:strRef>
                    <c:extLst>
                      <c:ext uri="{02D57815-91ED-43cb-92C2-25804820EDAC}">
                        <c15:formulaRef>
                          <c15:sqref>'[各單位目前資料開放情形_圖表_簡報用_歷次.xlsx]1080415圖'!$D$5</c15:sqref>
                        </c15:formulaRef>
                      </c:ext>
                    </c:extLst>
                    <c:strCache>
                      <c:ptCount val="1"/>
                      <c:pt idx="0">
                        <c:v>擬新增</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TW"/>
                    </a:p>
                  </c:txPr>
                  <c:dLblPos val="ctr"/>
                  <c:showLegendKey val="0"/>
                  <c:showVal val="1"/>
                  <c:showCatName val="0"/>
                  <c:showSerName val="0"/>
                  <c:showPercent val="0"/>
                  <c:showBubbleSize val="0"/>
                  <c:showLeaderLines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c:ext uri="{02D57815-91ED-43cb-92C2-25804820EDAC}">
                        <c15:formulaRef>
                          <c15:sqref>'[各單位目前資料開放情形_圖表_簡報用_歷次.xlsx]1080415圖'!$B$6:$B$20</c15:sqref>
                        </c15:formulaRef>
                      </c:ext>
                    </c:extLst>
                    <c:strCache>
                      <c:ptCount val="15"/>
                      <c:pt idx="0">
                        <c:v>檔案局</c:v>
                      </c:pt>
                      <c:pt idx="1">
                        <c:v>綜規處</c:v>
                      </c:pt>
                      <c:pt idx="2">
                        <c:v>經濟處</c:v>
                      </c:pt>
                      <c:pt idx="3">
                        <c:v>社發處</c:v>
                      </c:pt>
                      <c:pt idx="4">
                        <c:v>產業處</c:v>
                      </c:pt>
                      <c:pt idx="5">
                        <c:v>人力處</c:v>
                      </c:pt>
                      <c:pt idx="6">
                        <c:v>國土處</c:v>
                      </c:pt>
                      <c:pt idx="7">
                        <c:v>管考處</c:v>
                      </c:pt>
                      <c:pt idx="8">
                        <c:v>資管處</c:v>
                      </c:pt>
                      <c:pt idx="9">
                        <c:v>法協中心</c:v>
                      </c:pt>
                      <c:pt idx="10">
                        <c:v>國發基金</c:v>
                      </c:pt>
                      <c:pt idx="11">
                        <c:v>秘書室</c:v>
                      </c:pt>
                      <c:pt idx="12">
                        <c:v>人事室</c:v>
                      </c:pt>
                      <c:pt idx="13">
                        <c:v>政風室</c:v>
                      </c:pt>
                      <c:pt idx="14">
                        <c:v>主計室</c:v>
                      </c:pt>
                    </c:strCache>
                  </c:strRef>
                </c:cat>
                <c:val>
                  <c:numRef>
                    <c:extLst>
                      <c:ext uri="{02D57815-91ED-43cb-92C2-25804820EDAC}">
                        <c15:formulaRef>
                          <c15:sqref>'[各單位目前資料開放情形_圖表_簡報用_歷次.xlsx]1080415圖'!$D$6:$D$20</c15:sqref>
                        </c15:formulaRef>
                      </c:ext>
                    </c:extLst>
                    <c:numCache>
                      <c:formatCode>General</c:formatCode>
                      <c:ptCount val="15"/>
                      <c:pt idx="0">
                        <c:v>8</c:v>
                      </c:pt>
                      <c:pt idx="2">
                        <c:v>5</c:v>
                      </c:pt>
                      <c:pt idx="4">
                        <c:v>2</c:v>
                      </c:pt>
                      <c:pt idx="5">
                        <c:v>1</c:v>
                      </c:pt>
                      <c:pt idx="7">
                        <c:v>1</c:v>
                      </c:pt>
                      <c:pt idx="9">
                        <c:v>2</c:v>
                      </c:pt>
                    </c:numCache>
                  </c:numRef>
                </c:val>
              </c15:ser>
            </c15:filteredBarSeries>
          </c:ext>
        </c:extLst>
      </c:barChart>
      <c:lineChart>
        <c:grouping val="standard"/>
        <c:varyColors val="0"/>
        <c:ser>
          <c:idx val="2"/>
          <c:order val="2"/>
          <c:tx>
            <c:strRef>
              <c:f>'[各單位目前資料開放情形_圖表_簡報用_歷次.xlsx]1080415圖'!$E$5</c:f>
              <c:strCache>
                <c:ptCount val="1"/>
                <c:pt idx="0">
                  <c:v>指標</c:v>
                </c:pt>
              </c:strCache>
            </c:strRef>
          </c:tx>
          <c:spPr>
            <a:ln w="28575" cap="rnd">
              <a:solidFill>
                <a:schemeClr val="accent3"/>
              </a:solidFill>
              <a:round/>
            </a:ln>
            <a:effectLst/>
          </c:spPr>
          <c:marker>
            <c:symbol val="none"/>
          </c:marker>
          <c:dLbls>
            <c:delete val="1"/>
          </c:dLbls>
          <c:cat>
            <c:strRef>
              <c:f>'[各單位目前資料開放情形_圖表_簡報用_歷次.xlsx]1080415圖'!$B$6:$B$20</c:f>
              <c:strCache>
                <c:ptCount val="15"/>
                <c:pt idx="0">
                  <c:v>檔案局</c:v>
                </c:pt>
                <c:pt idx="1">
                  <c:v>綜規處</c:v>
                </c:pt>
                <c:pt idx="2">
                  <c:v>經濟處</c:v>
                </c:pt>
                <c:pt idx="3">
                  <c:v>社發處</c:v>
                </c:pt>
                <c:pt idx="4">
                  <c:v>產業處</c:v>
                </c:pt>
                <c:pt idx="5">
                  <c:v>人力處</c:v>
                </c:pt>
                <c:pt idx="6">
                  <c:v>國土處</c:v>
                </c:pt>
                <c:pt idx="7">
                  <c:v>管考處</c:v>
                </c:pt>
                <c:pt idx="8">
                  <c:v>資管處</c:v>
                </c:pt>
                <c:pt idx="9">
                  <c:v>法協中心</c:v>
                </c:pt>
                <c:pt idx="10">
                  <c:v>國發基金</c:v>
                </c:pt>
                <c:pt idx="11">
                  <c:v>秘書室</c:v>
                </c:pt>
                <c:pt idx="12">
                  <c:v>人事室</c:v>
                </c:pt>
                <c:pt idx="13">
                  <c:v>政風室</c:v>
                </c:pt>
                <c:pt idx="14">
                  <c:v>主計室</c:v>
                </c:pt>
              </c:strCache>
            </c:strRef>
          </c:cat>
          <c:val>
            <c:numRef>
              <c:f>'[各單位目前資料開放情形_圖表_簡報用_歷次.xlsx]1080415圖'!$E$6:$E$20</c:f>
              <c:numCache>
                <c:formatCode>General</c:formatCode>
                <c:ptCount val="15"/>
                <c:pt idx="0">
                  <c:v>126</c:v>
                </c:pt>
                <c:pt idx="1">
                  <c:v>41</c:v>
                </c:pt>
                <c:pt idx="2">
                  <c:v>48</c:v>
                </c:pt>
                <c:pt idx="3">
                  <c:v>48</c:v>
                </c:pt>
                <c:pt idx="4">
                  <c:v>48</c:v>
                </c:pt>
                <c:pt idx="5">
                  <c:v>48</c:v>
                </c:pt>
                <c:pt idx="6">
                  <c:v>62</c:v>
                </c:pt>
                <c:pt idx="7">
                  <c:v>48</c:v>
                </c:pt>
                <c:pt idx="8">
                  <c:v>48</c:v>
                </c:pt>
                <c:pt idx="9">
                  <c:v>24</c:v>
                </c:pt>
                <c:pt idx="10">
                  <c:v>31</c:v>
                </c:pt>
                <c:pt idx="11">
                  <c:v>7</c:v>
                </c:pt>
                <c:pt idx="12">
                  <c:v>7</c:v>
                </c:pt>
                <c:pt idx="13">
                  <c:v>7</c:v>
                </c:pt>
                <c:pt idx="14">
                  <c:v>7</c:v>
                </c:pt>
              </c:numCache>
            </c:numRef>
          </c:val>
          <c:smooth val="0"/>
        </c:ser>
        <c:dLbls>
          <c:dLblPos val="ctr"/>
          <c:showLegendKey val="0"/>
          <c:showVal val="1"/>
          <c:showCatName val="0"/>
          <c:showSerName val="0"/>
          <c:showPercent val="0"/>
          <c:showBubbleSize val="0"/>
        </c:dLbls>
        <c:marker val="1"/>
        <c:smooth val="0"/>
        <c:axId val="624525984"/>
        <c:axId val="624527616"/>
      </c:lineChart>
      <c:catAx>
        <c:axId val="624535776"/>
        <c:scaling>
          <c:orientation val="minMax"/>
        </c:scaling>
        <c:delete val="0"/>
        <c:axPos val="b"/>
        <c:numFmt formatCode="General" sourceLinked="1"/>
        <c:majorTickMark val="out"/>
        <c:minorTickMark val="none"/>
        <c:tickLblPos val="nextTo"/>
        <c:spPr>
          <a:noFill/>
          <a:ln w="9525" cap="flat" cmpd="sng" algn="ctr">
            <a:solidFill>
              <a:schemeClr val="tx1"/>
            </a:solidFill>
            <a:round/>
          </a:ln>
          <a:effectLst/>
        </c:spPr>
        <c:txPr>
          <a:bodyPr rot="0" spcFirstLastPara="1" vertOverflow="ellipsis" vert="eaVert" wrap="square" anchor="ctr" anchorCtr="1"/>
          <a:lstStyle/>
          <a:p>
            <a:pPr>
              <a:defRPr sz="1600" b="1" i="0" u="none" strike="noStrike" kern="1200" baseline="0">
                <a:solidFill>
                  <a:sysClr val="windowText" lastClr="000000"/>
                </a:solidFill>
                <a:latin typeface="微軟正黑體" panose="020B0604030504040204" pitchFamily="34" charset="-120"/>
                <a:ea typeface="微軟正黑體" panose="020B0604030504040204" pitchFamily="34" charset="-120"/>
                <a:cs typeface="+mn-cs"/>
              </a:defRPr>
            </a:pPr>
            <a:endParaRPr lang="zh-TW"/>
          </a:p>
        </c:txPr>
        <c:crossAx val="624537952"/>
        <c:crosses val="autoZero"/>
        <c:auto val="1"/>
        <c:lblAlgn val="ctr"/>
        <c:lblOffset val="100"/>
        <c:noMultiLvlLbl val="0"/>
      </c:catAx>
      <c:valAx>
        <c:axId val="6245379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crossAx val="624535776"/>
        <c:crosses val="autoZero"/>
        <c:crossBetween val="between"/>
      </c:valAx>
      <c:valAx>
        <c:axId val="624527616"/>
        <c:scaling>
          <c:orientation val="minMax"/>
        </c:scaling>
        <c:delete val="1"/>
        <c:axPos val="r"/>
        <c:numFmt formatCode="General" sourceLinked="1"/>
        <c:majorTickMark val="out"/>
        <c:minorTickMark val="none"/>
        <c:tickLblPos val="nextTo"/>
        <c:crossAx val="624525984"/>
        <c:crosses val="max"/>
        <c:crossBetween val="between"/>
      </c:valAx>
      <c:catAx>
        <c:axId val="624525984"/>
        <c:scaling>
          <c:orientation val="minMax"/>
        </c:scaling>
        <c:delete val="1"/>
        <c:axPos val="b"/>
        <c:numFmt formatCode="General" sourceLinked="1"/>
        <c:majorTickMark val="out"/>
        <c:minorTickMark val="none"/>
        <c:tickLblPos val="nextTo"/>
        <c:crossAx val="624527616"/>
        <c:crosses val="autoZero"/>
        <c:auto val="1"/>
        <c:lblAlgn val="ctr"/>
        <c:lblOffset val="100"/>
        <c:noMultiLvlLbl val="0"/>
      </c:catAx>
      <c:spPr>
        <a:noFill/>
        <a:ln>
          <a:noFill/>
        </a:ln>
        <a:effectLst/>
      </c:spPr>
    </c:plotArea>
    <c:legend>
      <c:legendPos val="b"/>
      <c:layout>
        <c:manualLayout>
          <c:xMode val="edge"/>
          <c:yMode val="edge"/>
          <c:x val="0.37695643024754777"/>
          <c:y val="0.14165586599776728"/>
          <c:w val="0.24442920878331936"/>
          <c:h val="7.1618351719431414E-2"/>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zh-TW"/>
        </a:p>
      </c:txPr>
    </c:legend>
    <c:plotVisOnly val="1"/>
    <c:dispBlanksAs val="gap"/>
    <c:showDLblsOverMax val="0"/>
  </c:chart>
  <c:spPr>
    <a:noFill/>
    <a:ln>
      <a:noFill/>
    </a:ln>
    <a:effectLst/>
  </c:spPr>
  <c:txPr>
    <a:bodyPr/>
    <a:lstStyle/>
    <a:p>
      <a:pPr>
        <a:defRPr/>
      </a:pPr>
      <a:endParaRPr lang="zh-TW"/>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2400" b="1" i="0" u="none" strike="noStrike" kern="1200" cap="none" spc="20" baseline="0">
                <a:solidFill>
                  <a:srgbClr val="002060"/>
                </a:solidFill>
                <a:latin typeface="微軟正黑體" panose="020B0604030504040204" pitchFamily="34" charset="-120"/>
                <a:ea typeface="微軟正黑體" panose="020B0604030504040204" pitchFamily="34" charset="-120"/>
                <a:cs typeface="+mn-cs"/>
              </a:defRPr>
            </a:pPr>
            <a:r>
              <a:rPr lang="en-US" altLang="zh-TW" sz="2400" b="1" dirty="0" smtClean="0">
                <a:solidFill>
                  <a:srgbClr val="002060"/>
                </a:solidFill>
                <a:latin typeface="微軟正黑體" panose="020B0604030504040204" pitchFamily="34" charset="-120"/>
                <a:ea typeface="微軟正黑體" panose="020B0604030504040204" pitchFamily="34" charset="-120"/>
              </a:rPr>
              <a:t>(</a:t>
            </a:r>
            <a:r>
              <a:rPr lang="zh-TW" altLang="en-US" sz="2400" b="1" dirty="0">
                <a:solidFill>
                  <a:srgbClr val="002060"/>
                </a:solidFill>
                <a:latin typeface="微軟正黑體" panose="020B0604030504040204" pitchFamily="34" charset="-120"/>
                <a:ea typeface="微軟正黑體" panose="020B0604030504040204" pitchFamily="34" charset="-120"/>
              </a:rPr>
              <a:t>加計本次擬新增項數</a:t>
            </a:r>
            <a:r>
              <a:rPr lang="en-US" altLang="zh-TW" sz="2400" b="1" dirty="0">
                <a:solidFill>
                  <a:srgbClr val="002060"/>
                </a:solidFill>
                <a:latin typeface="微軟正黑體" panose="020B0604030504040204" pitchFamily="34" charset="-120"/>
                <a:ea typeface="微軟正黑體" panose="020B0604030504040204" pitchFamily="34" charset="-120"/>
              </a:rPr>
              <a:t>)</a:t>
            </a:r>
            <a:endParaRPr lang="zh-TW" altLang="en-US" sz="2400" b="1" dirty="0">
              <a:solidFill>
                <a:srgbClr val="002060"/>
              </a:solidFill>
              <a:latin typeface="微軟正黑體" panose="020B0604030504040204" pitchFamily="34" charset="-120"/>
              <a:ea typeface="微軟正黑體" panose="020B0604030504040204" pitchFamily="34" charset="-120"/>
            </a:endParaRPr>
          </a:p>
        </c:rich>
      </c:tx>
      <c:layout>
        <c:manualLayout>
          <c:xMode val="edge"/>
          <c:yMode val="edge"/>
          <c:x val="0.27573886589433327"/>
          <c:y val="0"/>
        </c:manualLayout>
      </c:layout>
      <c:overlay val="0"/>
      <c:spPr>
        <a:noFill/>
        <a:ln>
          <a:noFill/>
        </a:ln>
        <a:effectLst/>
      </c:spPr>
      <c:txPr>
        <a:bodyPr rot="0" spcFirstLastPara="1" vertOverflow="ellipsis" vert="horz" wrap="square" anchor="ctr" anchorCtr="1"/>
        <a:lstStyle/>
        <a:p>
          <a:pPr>
            <a:defRPr sz="2400" b="1" i="0" u="none" strike="noStrike" kern="1200" cap="none" spc="20" baseline="0">
              <a:solidFill>
                <a:srgbClr val="002060"/>
              </a:solidFill>
              <a:latin typeface="微軟正黑體" panose="020B0604030504040204" pitchFamily="34" charset="-120"/>
              <a:ea typeface="微軟正黑體" panose="020B0604030504040204" pitchFamily="34" charset="-120"/>
              <a:cs typeface="+mn-cs"/>
            </a:defRPr>
          </a:pPr>
          <a:endParaRPr lang="zh-TW"/>
        </a:p>
      </c:txPr>
    </c:title>
    <c:autoTitleDeleted val="0"/>
    <c:plotArea>
      <c:layout>
        <c:manualLayout>
          <c:layoutTarget val="inner"/>
          <c:xMode val="edge"/>
          <c:yMode val="edge"/>
          <c:x val="0.13790577642673271"/>
          <c:y val="9.1063263908969058E-2"/>
          <c:w val="0.8452078019699939"/>
          <c:h val="0.62866377115604621"/>
        </c:manualLayout>
      </c:layout>
      <c:barChart>
        <c:barDir val="col"/>
        <c:grouping val="stacked"/>
        <c:varyColors val="0"/>
        <c:ser>
          <c:idx val="0"/>
          <c:order val="0"/>
          <c:tx>
            <c:strRef>
              <c:f>'[各單位目前資料開放情形_圖表_簡報用_歷次.xlsx]1080415圖'!$C$5</c:f>
              <c:strCache>
                <c:ptCount val="1"/>
                <c:pt idx="0">
                  <c:v>已開放</c:v>
                </c:pt>
              </c:strCache>
            </c:strRef>
          </c:tx>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rgbClr val="FF0000"/>
                    </a:solidFill>
                    <a:latin typeface="+mn-lt"/>
                    <a:ea typeface="+mn-ea"/>
                    <a:cs typeface="+mn-cs"/>
                  </a:defRPr>
                </a:pPr>
                <a:endParaRPr lang="zh-TW"/>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tx1">
                          <a:lumMod val="35000"/>
                          <a:lumOff val="65000"/>
                        </a:schemeClr>
                      </a:solidFill>
                    </a:ln>
                    <a:effectLst/>
                  </c:spPr>
                </c15:leaderLines>
              </c:ext>
            </c:extLst>
          </c:dLbls>
          <c:cat>
            <c:strRef>
              <c:f>'[各單位目前資料開放情形_圖表_簡報用_歷次.xlsx]1080415圖'!$B$6:$B$20</c:f>
              <c:strCache>
                <c:ptCount val="15"/>
                <c:pt idx="0">
                  <c:v>檔案局</c:v>
                </c:pt>
                <c:pt idx="1">
                  <c:v>綜規處</c:v>
                </c:pt>
                <c:pt idx="2">
                  <c:v>經濟處</c:v>
                </c:pt>
                <c:pt idx="3">
                  <c:v>社發處</c:v>
                </c:pt>
                <c:pt idx="4">
                  <c:v>產業處</c:v>
                </c:pt>
                <c:pt idx="5">
                  <c:v>人力處</c:v>
                </c:pt>
                <c:pt idx="6">
                  <c:v>國土處</c:v>
                </c:pt>
                <c:pt idx="7">
                  <c:v>管考處</c:v>
                </c:pt>
                <c:pt idx="8">
                  <c:v>資管處</c:v>
                </c:pt>
                <c:pt idx="9">
                  <c:v>法協中心</c:v>
                </c:pt>
                <c:pt idx="10">
                  <c:v>國發基金</c:v>
                </c:pt>
                <c:pt idx="11">
                  <c:v>秘書室</c:v>
                </c:pt>
                <c:pt idx="12">
                  <c:v>人事室</c:v>
                </c:pt>
                <c:pt idx="13">
                  <c:v>政風室</c:v>
                </c:pt>
                <c:pt idx="14">
                  <c:v>主計室</c:v>
                </c:pt>
              </c:strCache>
            </c:strRef>
          </c:cat>
          <c:val>
            <c:numRef>
              <c:f>'[各單位目前資料開放情形_圖表_簡報用_歷次.xlsx]1080415圖'!$C$6:$C$20</c:f>
              <c:numCache>
                <c:formatCode>General</c:formatCode>
                <c:ptCount val="15"/>
                <c:pt idx="0">
                  <c:v>124</c:v>
                </c:pt>
                <c:pt idx="1">
                  <c:v>38</c:v>
                </c:pt>
                <c:pt idx="2">
                  <c:v>43</c:v>
                </c:pt>
                <c:pt idx="3">
                  <c:v>48</c:v>
                </c:pt>
                <c:pt idx="4">
                  <c:v>44</c:v>
                </c:pt>
                <c:pt idx="5">
                  <c:v>45</c:v>
                </c:pt>
                <c:pt idx="6">
                  <c:v>57</c:v>
                </c:pt>
                <c:pt idx="7">
                  <c:v>43</c:v>
                </c:pt>
                <c:pt idx="8">
                  <c:v>45</c:v>
                </c:pt>
                <c:pt idx="9">
                  <c:v>23</c:v>
                </c:pt>
                <c:pt idx="10">
                  <c:v>33</c:v>
                </c:pt>
                <c:pt idx="11">
                  <c:v>11</c:v>
                </c:pt>
                <c:pt idx="12">
                  <c:v>7</c:v>
                </c:pt>
                <c:pt idx="13">
                  <c:v>7</c:v>
                </c:pt>
                <c:pt idx="14">
                  <c:v>58</c:v>
                </c:pt>
              </c:numCache>
            </c:numRef>
          </c:val>
        </c:ser>
        <c:ser>
          <c:idx val="1"/>
          <c:order val="1"/>
          <c:tx>
            <c:strRef>
              <c:f>'[各單位目前資料開放情形_圖表_簡報用_歷次.xlsx]1080415圖'!$D$5</c:f>
              <c:strCache>
                <c:ptCount val="1"/>
                <c:pt idx="0">
                  <c:v>擬新增</c:v>
                </c:pt>
              </c:strCache>
            </c:strRef>
          </c:tx>
          <c:spPr>
            <a:gradFill rotWithShape="1">
              <a:gsLst>
                <a:gs pos="0">
                  <a:schemeClr val="accent2">
                    <a:lumMod val="110000"/>
                    <a:satMod val="105000"/>
                    <a:tint val="67000"/>
                  </a:schemeClr>
                </a:gs>
                <a:gs pos="50000">
                  <a:schemeClr val="accent2">
                    <a:lumMod val="105000"/>
                    <a:satMod val="103000"/>
                    <a:tint val="73000"/>
                  </a:schemeClr>
                </a:gs>
                <a:gs pos="100000">
                  <a:schemeClr val="accent2">
                    <a:lumMod val="105000"/>
                    <a:satMod val="109000"/>
                    <a:tint val="81000"/>
                  </a:schemeClr>
                </a:gs>
              </a:gsLst>
              <a:lin ang="5400000" scaled="0"/>
            </a:gradFill>
            <a:ln w="9525" cap="flat" cmpd="sng" algn="ctr">
              <a:solidFill>
                <a:schemeClr val="accent2">
                  <a:shade val="95000"/>
                </a:schemeClr>
              </a:solidFill>
              <a:round/>
            </a:ln>
            <a:effectLst/>
          </c:spPr>
          <c:invertIfNegative val="0"/>
          <c:dLbls>
            <c:delete val="1"/>
          </c:dLbls>
          <c:cat>
            <c:strRef>
              <c:f>'[各單位目前資料開放情形_圖表_簡報用_歷次.xlsx]1080415圖'!$B$6:$B$20</c:f>
              <c:strCache>
                <c:ptCount val="15"/>
                <c:pt idx="0">
                  <c:v>檔案局</c:v>
                </c:pt>
                <c:pt idx="1">
                  <c:v>綜規處</c:v>
                </c:pt>
                <c:pt idx="2">
                  <c:v>經濟處</c:v>
                </c:pt>
                <c:pt idx="3">
                  <c:v>社發處</c:v>
                </c:pt>
                <c:pt idx="4">
                  <c:v>產業處</c:v>
                </c:pt>
                <c:pt idx="5">
                  <c:v>人力處</c:v>
                </c:pt>
                <c:pt idx="6">
                  <c:v>國土處</c:v>
                </c:pt>
                <c:pt idx="7">
                  <c:v>管考處</c:v>
                </c:pt>
                <c:pt idx="8">
                  <c:v>資管處</c:v>
                </c:pt>
                <c:pt idx="9">
                  <c:v>法協中心</c:v>
                </c:pt>
                <c:pt idx="10">
                  <c:v>國發基金</c:v>
                </c:pt>
                <c:pt idx="11">
                  <c:v>秘書室</c:v>
                </c:pt>
                <c:pt idx="12">
                  <c:v>人事室</c:v>
                </c:pt>
                <c:pt idx="13">
                  <c:v>政風室</c:v>
                </c:pt>
                <c:pt idx="14">
                  <c:v>主計室</c:v>
                </c:pt>
              </c:strCache>
            </c:strRef>
          </c:cat>
          <c:val>
            <c:numRef>
              <c:f>'[各單位目前資料開放情形_圖表_簡報用_歷次.xlsx]1080415圖'!$D$6:$D$20</c:f>
              <c:numCache>
                <c:formatCode>General</c:formatCode>
                <c:ptCount val="15"/>
                <c:pt idx="0">
                  <c:v>8</c:v>
                </c:pt>
                <c:pt idx="2">
                  <c:v>5</c:v>
                </c:pt>
                <c:pt idx="4">
                  <c:v>2</c:v>
                </c:pt>
                <c:pt idx="5">
                  <c:v>1</c:v>
                </c:pt>
                <c:pt idx="7">
                  <c:v>1</c:v>
                </c:pt>
                <c:pt idx="9">
                  <c:v>2</c:v>
                </c:pt>
              </c:numCache>
            </c:numRef>
          </c:val>
        </c:ser>
        <c:dLbls>
          <c:showLegendKey val="0"/>
          <c:showVal val="1"/>
          <c:showCatName val="0"/>
          <c:showSerName val="0"/>
          <c:showPercent val="0"/>
          <c:showBubbleSize val="0"/>
        </c:dLbls>
        <c:gapWidth val="219"/>
        <c:overlap val="100"/>
        <c:axId val="624523808"/>
        <c:axId val="624525440"/>
      </c:barChart>
      <c:lineChart>
        <c:grouping val="standard"/>
        <c:varyColors val="0"/>
        <c:ser>
          <c:idx val="2"/>
          <c:order val="2"/>
          <c:tx>
            <c:strRef>
              <c:f>'[各單位目前資料開放情形_圖表_簡報用_歷次.xlsx]1080415圖'!$E$5</c:f>
              <c:strCache>
                <c:ptCount val="1"/>
                <c:pt idx="0">
                  <c:v>指標</c:v>
                </c:pt>
              </c:strCache>
            </c:strRef>
          </c:tx>
          <c:spPr>
            <a:ln w="15875" cap="rnd">
              <a:solidFill>
                <a:schemeClr val="accent3"/>
              </a:solidFill>
              <a:round/>
            </a:ln>
            <a:effectLst/>
          </c:spPr>
          <c:marker>
            <c:symbol val="none"/>
          </c:marker>
          <c:dLbls>
            <c:delete val="1"/>
          </c:dLbls>
          <c:cat>
            <c:strRef>
              <c:f>'[各單位目前資料開放情形_圖表_簡報用_歷次.xlsx]1080415圖'!$B$6:$B$20</c:f>
              <c:strCache>
                <c:ptCount val="15"/>
                <c:pt idx="0">
                  <c:v>檔案局</c:v>
                </c:pt>
                <c:pt idx="1">
                  <c:v>綜規處</c:v>
                </c:pt>
                <c:pt idx="2">
                  <c:v>經濟處</c:v>
                </c:pt>
                <c:pt idx="3">
                  <c:v>社發處</c:v>
                </c:pt>
                <c:pt idx="4">
                  <c:v>產業處</c:v>
                </c:pt>
                <c:pt idx="5">
                  <c:v>人力處</c:v>
                </c:pt>
                <c:pt idx="6">
                  <c:v>國土處</c:v>
                </c:pt>
                <c:pt idx="7">
                  <c:v>管考處</c:v>
                </c:pt>
                <c:pt idx="8">
                  <c:v>資管處</c:v>
                </c:pt>
                <c:pt idx="9">
                  <c:v>法協中心</c:v>
                </c:pt>
                <c:pt idx="10">
                  <c:v>國發基金</c:v>
                </c:pt>
                <c:pt idx="11">
                  <c:v>秘書室</c:v>
                </c:pt>
                <c:pt idx="12">
                  <c:v>人事室</c:v>
                </c:pt>
                <c:pt idx="13">
                  <c:v>政風室</c:v>
                </c:pt>
                <c:pt idx="14">
                  <c:v>主計室</c:v>
                </c:pt>
              </c:strCache>
            </c:strRef>
          </c:cat>
          <c:val>
            <c:numRef>
              <c:f>'[各單位目前資料開放情形_圖表_簡報用_歷次.xlsx]1080415圖'!$E$6:$E$20</c:f>
              <c:numCache>
                <c:formatCode>General</c:formatCode>
                <c:ptCount val="15"/>
                <c:pt idx="0">
                  <c:v>126</c:v>
                </c:pt>
                <c:pt idx="1">
                  <c:v>41</c:v>
                </c:pt>
                <c:pt idx="2">
                  <c:v>48</c:v>
                </c:pt>
                <c:pt idx="3">
                  <c:v>48</c:v>
                </c:pt>
                <c:pt idx="4">
                  <c:v>48</c:v>
                </c:pt>
                <c:pt idx="5">
                  <c:v>48</c:v>
                </c:pt>
                <c:pt idx="6">
                  <c:v>62</c:v>
                </c:pt>
                <c:pt idx="7">
                  <c:v>48</c:v>
                </c:pt>
                <c:pt idx="8">
                  <c:v>48</c:v>
                </c:pt>
                <c:pt idx="9">
                  <c:v>24</c:v>
                </c:pt>
                <c:pt idx="10">
                  <c:v>31</c:v>
                </c:pt>
                <c:pt idx="11">
                  <c:v>7</c:v>
                </c:pt>
                <c:pt idx="12">
                  <c:v>7</c:v>
                </c:pt>
                <c:pt idx="13">
                  <c:v>7</c:v>
                </c:pt>
                <c:pt idx="14">
                  <c:v>7</c:v>
                </c:pt>
              </c:numCache>
            </c:numRef>
          </c:val>
          <c:smooth val="0"/>
        </c:ser>
        <c:dLbls>
          <c:showLegendKey val="0"/>
          <c:showVal val="1"/>
          <c:showCatName val="0"/>
          <c:showSerName val="0"/>
          <c:showPercent val="0"/>
          <c:showBubbleSize val="0"/>
        </c:dLbls>
        <c:marker val="1"/>
        <c:smooth val="0"/>
        <c:axId val="624523808"/>
        <c:axId val="624525440"/>
      </c:lineChart>
      <c:catAx>
        <c:axId val="6245238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zh-TW"/>
          </a:p>
        </c:txPr>
        <c:crossAx val="624525440"/>
        <c:crosses val="autoZero"/>
        <c:auto val="1"/>
        <c:lblAlgn val="ctr"/>
        <c:lblOffset val="100"/>
        <c:noMultiLvlLbl val="0"/>
      </c:catAx>
      <c:valAx>
        <c:axId val="6245254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zh-TW"/>
          </a:p>
        </c:txPr>
        <c:crossAx val="624523808"/>
        <c:crosses val="autoZero"/>
        <c:crossBetween val="between"/>
      </c:valAx>
      <c:dTable>
        <c:showHorzBorder val="1"/>
        <c:showVertBorder val="1"/>
        <c:showOutline val="1"/>
        <c:showKeys val="1"/>
        <c:spPr>
          <a:noFill/>
          <a:ln w="9525">
            <a:solidFill>
              <a:schemeClr val="tx1">
                <a:lumMod val="15000"/>
                <a:lumOff val="85000"/>
              </a:schemeClr>
            </a:solidFill>
          </a:ln>
          <a:effectLst/>
        </c:spPr>
        <c:txPr>
          <a:bodyPr rot="0" spcFirstLastPara="1" vertOverflow="ellipsis" vert="horz" wrap="square" anchor="ctr" anchorCtr="1"/>
          <a:lstStyle/>
          <a:p>
            <a:pPr rtl="0">
              <a:defRPr sz="1100" b="1" i="0" u="none" strike="noStrike" kern="1200" baseline="0">
                <a:solidFill>
                  <a:sysClr val="windowText" lastClr="000000"/>
                </a:solidFill>
                <a:latin typeface="微軟正黑體" panose="020B0604030504040204" pitchFamily="34" charset="-120"/>
                <a:ea typeface="微軟正黑體" panose="020B0604030504040204" pitchFamily="34" charset="-120"/>
                <a:cs typeface="+mn-cs"/>
              </a:defRPr>
            </a:pPr>
            <a:endParaRPr lang="zh-TW"/>
          </a:p>
        </c:txPr>
      </c:dTable>
      <c:spPr>
        <a:noFill/>
        <a:ln>
          <a:noFill/>
        </a:ln>
        <a:effectLst/>
      </c:spPr>
    </c:plotArea>
    <c:plotVisOnly val="1"/>
    <c:dispBlanksAs val="gap"/>
    <c:showDLblsOverMax val="0"/>
  </c:chart>
  <c:spPr>
    <a:noFill/>
    <a:ln>
      <a:noFill/>
    </a:ln>
    <a:effectLst/>
  </c:spPr>
  <c:txPr>
    <a:bodyPr/>
    <a:lstStyle/>
    <a:p>
      <a:pPr>
        <a:defRPr/>
      </a:pPr>
      <a:endParaRPr lang="zh-TW"/>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25">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5"/>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75000"/>
            <a:lumOff val="25000"/>
          </a:schemeClr>
        </a:solidFill>
      </a:ln>
    </cs:spPr>
  </cs:downBar>
  <cs:dropLine>
    <cs:lnRef idx="0"/>
    <cs:fillRef idx="0"/>
    <cs:effectRef idx="0"/>
    <cs:fontRef idx="minor">
      <a:schemeClr val="dk1"/>
    </cs:fontRef>
    <cs:spPr>
      <a:ln w="9525">
        <a:solidFill>
          <a:schemeClr val="tx1">
            <a:lumMod val="75000"/>
            <a:lumOff val="25000"/>
          </a:schemeClr>
        </a:solidFill>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75000"/>
            <a:lumOff val="25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14BB13A-AFAB-4C21-A39E-22937F906961}"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zh-TW" altLang="en-US"/>
        </a:p>
      </dgm:t>
    </dgm:pt>
    <dgm:pt modelId="{BA3D9592-AB07-4790-868C-1E2B48BFD51F}">
      <dgm:prSet custT="1"/>
      <dgm:spPr>
        <a:solidFill>
          <a:srgbClr val="CCCCFF"/>
        </a:solidFill>
        <a:ln>
          <a:solidFill>
            <a:schemeClr val="accent6">
              <a:lumMod val="60000"/>
              <a:lumOff val="40000"/>
            </a:schemeClr>
          </a:solidFill>
        </a:ln>
      </dgm:spPr>
      <dgm:t>
        <a:bodyPr anchor="t"/>
        <a:lstStyle/>
        <a:p>
          <a:pPr rtl="0"/>
          <a:r>
            <a:rPr kumimoji="1" lang="zh-TW" altLang="en-US" b="1" dirty="0" smtClean="0">
              <a:solidFill>
                <a:schemeClr val="accent6">
                  <a:lumMod val="50000"/>
                </a:schemeClr>
              </a:solidFill>
              <a:latin typeface="標楷體" panose="03000509000000000000" pitchFamily="65" charset="-120"/>
              <a:ea typeface="標楷體" panose="03000509000000000000" pitchFamily="65" charset="-120"/>
            </a:rPr>
            <a:t>貮</a:t>
          </a:r>
          <a:endParaRPr kumimoji="1" lang="zh-TW" altLang="en-US" b="1" dirty="0">
            <a:solidFill>
              <a:schemeClr val="accent6">
                <a:lumMod val="50000"/>
              </a:schemeClr>
            </a:solidFill>
            <a:latin typeface="標楷體" panose="03000509000000000000" pitchFamily="65" charset="-120"/>
            <a:ea typeface="標楷體" panose="03000509000000000000" pitchFamily="65" charset="-120"/>
          </a:endParaRPr>
        </a:p>
      </dgm:t>
    </dgm:pt>
    <dgm:pt modelId="{7DE91FCD-A84B-4945-826C-EF5AAD7F192C}" type="parTrans" cxnId="{BC1DB9A7-9BCA-4640-A2FA-1948E14EBE2A}">
      <dgm:prSet/>
      <dgm:spPr/>
      <dgm:t>
        <a:bodyPr/>
        <a:lstStyle/>
        <a:p>
          <a:endParaRPr lang="zh-TW" altLang="en-US"/>
        </a:p>
      </dgm:t>
    </dgm:pt>
    <dgm:pt modelId="{C8DD654A-24F7-40D4-AD15-CAF635F06A98}" type="sibTrans" cxnId="{BC1DB9A7-9BCA-4640-A2FA-1948E14EBE2A}">
      <dgm:prSet/>
      <dgm:spPr/>
      <dgm:t>
        <a:bodyPr/>
        <a:lstStyle/>
        <a:p>
          <a:endParaRPr lang="zh-TW" altLang="en-US"/>
        </a:p>
      </dgm:t>
    </dgm:pt>
    <dgm:pt modelId="{81AE8A07-21E1-4871-A52A-CE4A165218FB}">
      <dgm:prSet custT="1"/>
      <dgm:spPr>
        <a:solidFill>
          <a:srgbClr val="CCCCFF"/>
        </a:solidFill>
        <a:ln>
          <a:solidFill>
            <a:schemeClr val="accent6">
              <a:lumMod val="60000"/>
              <a:lumOff val="40000"/>
            </a:schemeClr>
          </a:solidFill>
        </a:ln>
      </dgm:spPr>
      <dgm:t>
        <a:bodyPr anchor="t"/>
        <a:lstStyle/>
        <a:p>
          <a:pPr rtl="0"/>
          <a:r>
            <a:rPr kumimoji="1" lang="zh-TW" altLang="en-US" b="1" dirty="0" smtClean="0">
              <a:solidFill>
                <a:schemeClr val="accent6">
                  <a:lumMod val="50000"/>
                </a:schemeClr>
              </a:solidFill>
              <a:latin typeface="標楷體" panose="03000509000000000000" pitchFamily="65" charset="-120"/>
              <a:ea typeface="標楷體" panose="03000509000000000000" pitchFamily="65" charset="-120"/>
            </a:rPr>
            <a:t>肆</a:t>
          </a:r>
          <a:endParaRPr kumimoji="1" lang="zh-TW" altLang="en-US" b="1" dirty="0">
            <a:solidFill>
              <a:schemeClr val="accent6">
                <a:lumMod val="50000"/>
              </a:schemeClr>
            </a:solidFill>
            <a:latin typeface="標楷體" panose="03000509000000000000" pitchFamily="65" charset="-120"/>
            <a:ea typeface="標楷體" panose="03000509000000000000" pitchFamily="65" charset="-120"/>
          </a:endParaRPr>
        </a:p>
      </dgm:t>
    </dgm:pt>
    <dgm:pt modelId="{D7F39E68-A490-46FF-AA2E-5029FE12EA23}" type="parTrans" cxnId="{C599940A-688D-4654-8B1F-00E58BA395D9}">
      <dgm:prSet/>
      <dgm:spPr/>
      <dgm:t>
        <a:bodyPr/>
        <a:lstStyle/>
        <a:p>
          <a:endParaRPr lang="zh-TW" altLang="en-US"/>
        </a:p>
      </dgm:t>
    </dgm:pt>
    <dgm:pt modelId="{CDA4A549-3D97-4D52-955C-BC88A096B640}" type="sibTrans" cxnId="{C599940A-688D-4654-8B1F-00E58BA395D9}">
      <dgm:prSet/>
      <dgm:spPr/>
      <dgm:t>
        <a:bodyPr/>
        <a:lstStyle/>
        <a:p>
          <a:endParaRPr lang="zh-TW" altLang="en-US"/>
        </a:p>
      </dgm:t>
    </dgm:pt>
    <dgm:pt modelId="{6EEF47C8-D473-4CAC-931B-55357F05C1E5}">
      <dgm:prSet custT="1"/>
      <dgm:spPr>
        <a:solidFill>
          <a:schemeClr val="accent3">
            <a:lumMod val="95000"/>
          </a:schemeClr>
        </a:solidFill>
        <a:ln w="9525">
          <a:solidFill>
            <a:schemeClr val="accent6">
              <a:lumMod val="60000"/>
              <a:lumOff val="40000"/>
            </a:schemeClr>
          </a:solidFill>
        </a:ln>
      </dgm:spPr>
      <dgm:t>
        <a:bodyPr/>
        <a:lstStyle/>
        <a:p>
          <a:pPr rtl="0"/>
          <a:r>
            <a:rPr kumimoji="1" lang="zh-TW" altLang="en-US" sz="3600" b="1" dirty="0" smtClean="0">
              <a:solidFill>
                <a:schemeClr val="accent6">
                  <a:lumMod val="50000"/>
                </a:schemeClr>
              </a:solidFill>
              <a:latin typeface="標楷體" panose="03000509000000000000" pitchFamily="65" charset="-120"/>
              <a:ea typeface="標楷體" panose="03000509000000000000" pitchFamily="65" charset="-120"/>
            </a:rPr>
            <a:t>歷次會議決議事項辦理情形</a:t>
          </a:r>
          <a:endParaRPr kumimoji="1" lang="zh-TW" altLang="en-US" sz="3600" b="1" dirty="0">
            <a:solidFill>
              <a:schemeClr val="accent6">
                <a:lumMod val="50000"/>
              </a:schemeClr>
            </a:solidFill>
            <a:latin typeface="標楷體" panose="03000509000000000000" pitchFamily="65" charset="-120"/>
            <a:ea typeface="標楷體" panose="03000509000000000000" pitchFamily="65" charset="-120"/>
          </a:endParaRPr>
        </a:p>
      </dgm:t>
    </dgm:pt>
    <dgm:pt modelId="{E155D2B1-D415-4FC8-B454-816762289D7E}" type="parTrans" cxnId="{FD920B17-D1C9-4376-AEDA-1989E16776C1}">
      <dgm:prSet/>
      <dgm:spPr/>
      <dgm:t>
        <a:bodyPr/>
        <a:lstStyle/>
        <a:p>
          <a:endParaRPr lang="zh-TW" altLang="en-US"/>
        </a:p>
      </dgm:t>
    </dgm:pt>
    <dgm:pt modelId="{BBFDFCE6-D0D8-4031-92EB-65FC8735C214}" type="sibTrans" cxnId="{FD920B17-D1C9-4376-AEDA-1989E16776C1}">
      <dgm:prSet/>
      <dgm:spPr/>
      <dgm:t>
        <a:bodyPr/>
        <a:lstStyle/>
        <a:p>
          <a:endParaRPr lang="zh-TW" altLang="en-US"/>
        </a:p>
      </dgm:t>
    </dgm:pt>
    <dgm:pt modelId="{745197C7-D5A3-49F0-9096-F235C8F0D408}">
      <dgm:prSet custT="1"/>
      <dgm:spPr>
        <a:solidFill>
          <a:schemeClr val="accent6">
            <a:lumMod val="20000"/>
            <a:lumOff val="80000"/>
          </a:schemeClr>
        </a:solidFill>
        <a:ln>
          <a:solidFill>
            <a:schemeClr val="accent6">
              <a:lumMod val="60000"/>
              <a:lumOff val="40000"/>
            </a:schemeClr>
          </a:solidFill>
        </a:ln>
      </dgm:spPr>
      <dgm:t>
        <a:bodyPr anchor="t"/>
        <a:lstStyle/>
        <a:p>
          <a:pPr rtl="0"/>
          <a:r>
            <a:rPr kumimoji="1" lang="zh-TW" altLang="en-US" b="1" dirty="0" smtClean="0">
              <a:solidFill>
                <a:schemeClr val="accent6">
                  <a:lumMod val="50000"/>
                </a:schemeClr>
              </a:solidFill>
              <a:latin typeface="標楷體" panose="03000509000000000000" pitchFamily="65" charset="-120"/>
              <a:ea typeface="標楷體" panose="03000509000000000000" pitchFamily="65" charset="-120"/>
            </a:rPr>
            <a:t>參</a:t>
          </a:r>
          <a:endParaRPr kumimoji="1" lang="zh-TW" altLang="en-US" b="1" dirty="0">
            <a:solidFill>
              <a:schemeClr val="accent6">
                <a:lumMod val="50000"/>
              </a:schemeClr>
            </a:solidFill>
            <a:latin typeface="標楷體" panose="03000509000000000000" pitchFamily="65" charset="-120"/>
            <a:ea typeface="標楷體" panose="03000509000000000000" pitchFamily="65" charset="-120"/>
          </a:endParaRPr>
        </a:p>
      </dgm:t>
    </dgm:pt>
    <dgm:pt modelId="{636750C3-6E06-4271-A6F0-F6A119A08A6F}" type="parTrans" cxnId="{B8DF746D-5724-45C0-B205-34CA3B51F6DC}">
      <dgm:prSet/>
      <dgm:spPr/>
      <dgm:t>
        <a:bodyPr/>
        <a:lstStyle/>
        <a:p>
          <a:endParaRPr lang="zh-TW" altLang="en-US"/>
        </a:p>
      </dgm:t>
    </dgm:pt>
    <dgm:pt modelId="{0AC06162-ACA7-48D3-B89B-E57145C365AD}" type="sibTrans" cxnId="{B8DF746D-5724-45C0-B205-34CA3B51F6DC}">
      <dgm:prSet/>
      <dgm:spPr/>
      <dgm:t>
        <a:bodyPr/>
        <a:lstStyle/>
        <a:p>
          <a:endParaRPr lang="zh-TW" altLang="en-US"/>
        </a:p>
      </dgm:t>
    </dgm:pt>
    <dgm:pt modelId="{0F18A7FA-1505-48F0-A78A-8FE186A17014}">
      <dgm:prSet custT="1"/>
      <dgm:spPr>
        <a:solidFill>
          <a:schemeClr val="accent6">
            <a:lumMod val="20000"/>
            <a:lumOff val="80000"/>
          </a:schemeClr>
        </a:solidFill>
        <a:ln w="9525">
          <a:solidFill>
            <a:schemeClr val="accent6">
              <a:lumMod val="60000"/>
              <a:lumOff val="40000"/>
            </a:schemeClr>
          </a:solidFill>
        </a:ln>
      </dgm:spPr>
      <dgm:t>
        <a:bodyPr/>
        <a:lstStyle/>
        <a:p>
          <a:pPr rtl="0"/>
          <a:r>
            <a:rPr kumimoji="1" lang="zh-TW" altLang="en-US" b="1" dirty="0" smtClean="0">
              <a:solidFill>
                <a:schemeClr val="accent6">
                  <a:lumMod val="50000"/>
                </a:schemeClr>
              </a:solidFill>
              <a:latin typeface="標楷體" panose="03000509000000000000" pitchFamily="65" charset="-120"/>
              <a:ea typeface="標楷體" panose="03000509000000000000" pitchFamily="65" charset="-120"/>
            </a:rPr>
            <a:t>本會資料開放推動現況</a:t>
          </a:r>
          <a:endParaRPr kumimoji="1" lang="zh-TW" altLang="en-US" b="1" dirty="0">
            <a:solidFill>
              <a:schemeClr val="accent6">
                <a:lumMod val="50000"/>
              </a:schemeClr>
            </a:solidFill>
            <a:latin typeface="標楷體" panose="03000509000000000000" pitchFamily="65" charset="-120"/>
            <a:ea typeface="標楷體" panose="03000509000000000000" pitchFamily="65" charset="-120"/>
          </a:endParaRPr>
        </a:p>
      </dgm:t>
    </dgm:pt>
    <dgm:pt modelId="{787E807E-0554-48FF-A351-70D5312D4CCF}" type="parTrans" cxnId="{4A212F60-0017-4A77-B0B9-B8FAEAC5D2A3}">
      <dgm:prSet/>
      <dgm:spPr/>
      <dgm:t>
        <a:bodyPr/>
        <a:lstStyle/>
        <a:p>
          <a:endParaRPr lang="zh-TW" altLang="en-US"/>
        </a:p>
      </dgm:t>
    </dgm:pt>
    <dgm:pt modelId="{59A838D1-F595-458C-A6CD-B9C7D9FECE05}" type="sibTrans" cxnId="{4A212F60-0017-4A77-B0B9-B8FAEAC5D2A3}">
      <dgm:prSet/>
      <dgm:spPr/>
      <dgm:t>
        <a:bodyPr/>
        <a:lstStyle/>
        <a:p>
          <a:endParaRPr lang="zh-TW" altLang="en-US"/>
        </a:p>
      </dgm:t>
    </dgm:pt>
    <dgm:pt modelId="{E591DE8B-A503-4142-BC9A-1E9DEEF21006}">
      <dgm:prSet custT="1"/>
      <dgm:spPr>
        <a:solidFill>
          <a:srgbClr val="CCCCFF"/>
        </a:solidFill>
        <a:ln>
          <a:solidFill>
            <a:schemeClr val="accent6">
              <a:lumMod val="60000"/>
              <a:lumOff val="40000"/>
            </a:schemeClr>
          </a:solidFill>
        </a:ln>
      </dgm:spPr>
      <dgm:t>
        <a:bodyPr anchor="t"/>
        <a:lstStyle/>
        <a:p>
          <a:pPr rtl="0"/>
          <a:r>
            <a:rPr kumimoji="1" lang="zh-TW" altLang="en-US" b="1" dirty="0" smtClean="0">
              <a:solidFill>
                <a:schemeClr val="accent6">
                  <a:lumMod val="50000"/>
                </a:schemeClr>
              </a:solidFill>
              <a:latin typeface="標楷體" panose="03000509000000000000" pitchFamily="65" charset="-120"/>
              <a:ea typeface="標楷體" panose="03000509000000000000" pitchFamily="65" charset="-120"/>
            </a:rPr>
            <a:t>壹</a:t>
          </a:r>
          <a:endParaRPr kumimoji="1" lang="zh-TW" altLang="en-US" b="1" dirty="0">
            <a:solidFill>
              <a:schemeClr val="accent6">
                <a:lumMod val="50000"/>
              </a:schemeClr>
            </a:solidFill>
            <a:latin typeface="標楷體" panose="03000509000000000000" pitchFamily="65" charset="-120"/>
            <a:ea typeface="標楷體" panose="03000509000000000000" pitchFamily="65" charset="-120"/>
          </a:endParaRPr>
        </a:p>
      </dgm:t>
    </dgm:pt>
    <dgm:pt modelId="{EFB1225A-04D0-4F12-A8B0-7CBBE22BA1AC}" type="parTrans" cxnId="{6572E8D2-DC15-4713-99E3-22EF602C54EC}">
      <dgm:prSet/>
      <dgm:spPr/>
      <dgm:t>
        <a:bodyPr/>
        <a:lstStyle/>
        <a:p>
          <a:endParaRPr lang="zh-TW" altLang="en-US"/>
        </a:p>
      </dgm:t>
    </dgm:pt>
    <dgm:pt modelId="{7234BE38-05F3-4B90-9333-117EC8ED3EB6}" type="sibTrans" cxnId="{6572E8D2-DC15-4713-99E3-22EF602C54EC}">
      <dgm:prSet/>
      <dgm:spPr/>
      <dgm:t>
        <a:bodyPr/>
        <a:lstStyle/>
        <a:p>
          <a:endParaRPr lang="zh-TW" altLang="en-US"/>
        </a:p>
      </dgm:t>
    </dgm:pt>
    <dgm:pt modelId="{E0C1A938-CC1F-4B5B-9BF4-C66ED1F54295}">
      <dgm:prSet custT="1"/>
      <dgm:spPr>
        <a:solidFill>
          <a:schemeClr val="accent3">
            <a:lumMod val="95000"/>
          </a:schemeClr>
        </a:solidFill>
        <a:ln w="9525">
          <a:solidFill>
            <a:schemeClr val="accent6">
              <a:lumMod val="60000"/>
              <a:lumOff val="40000"/>
            </a:schemeClr>
          </a:solidFill>
        </a:ln>
      </dgm:spPr>
      <dgm:t>
        <a:bodyPr/>
        <a:lstStyle/>
        <a:p>
          <a:pPr rtl="0"/>
          <a:r>
            <a:rPr kumimoji="1" lang="zh-TW" altLang="en-US" b="1" dirty="0" smtClean="0">
              <a:solidFill>
                <a:schemeClr val="accent6">
                  <a:lumMod val="50000"/>
                </a:schemeClr>
              </a:solidFill>
              <a:latin typeface="標楷體" panose="03000509000000000000" pitchFamily="65" charset="-120"/>
              <a:ea typeface="標楷體" panose="03000509000000000000" pitchFamily="65" charset="-120"/>
            </a:rPr>
            <a:t>主席致詞</a:t>
          </a:r>
          <a:endParaRPr kumimoji="1" lang="zh-TW" altLang="en-US" b="1" dirty="0">
            <a:solidFill>
              <a:schemeClr val="accent6">
                <a:lumMod val="50000"/>
              </a:schemeClr>
            </a:solidFill>
            <a:latin typeface="標楷體" panose="03000509000000000000" pitchFamily="65" charset="-120"/>
            <a:ea typeface="標楷體" panose="03000509000000000000" pitchFamily="65" charset="-120"/>
          </a:endParaRPr>
        </a:p>
      </dgm:t>
    </dgm:pt>
    <dgm:pt modelId="{A2676757-3615-473D-80A5-BE34A3CD5A3B}" type="parTrans" cxnId="{FF4757D5-7EEF-4845-8ABF-43929183F075}">
      <dgm:prSet/>
      <dgm:spPr/>
      <dgm:t>
        <a:bodyPr/>
        <a:lstStyle/>
        <a:p>
          <a:endParaRPr lang="zh-TW" altLang="en-US"/>
        </a:p>
      </dgm:t>
    </dgm:pt>
    <dgm:pt modelId="{B46351E1-E4C3-4E1C-9734-904F19D753CD}" type="sibTrans" cxnId="{FF4757D5-7EEF-4845-8ABF-43929183F075}">
      <dgm:prSet/>
      <dgm:spPr/>
      <dgm:t>
        <a:bodyPr/>
        <a:lstStyle/>
        <a:p>
          <a:endParaRPr lang="zh-TW" altLang="en-US"/>
        </a:p>
      </dgm:t>
    </dgm:pt>
    <dgm:pt modelId="{A71F6124-A756-4CB8-97F1-0EF8086ED614}">
      <dgm:prSet custT="1"/>
      <dgm:spPr>
        <a:solidFill>
          <a:schemeClr val="accent6">
            <a:lumMod val="20000"/>
            <a:lumOff val="80000"/>
          </a:schemeClr>
        </a:solidFill>
        <a:ln w="19050">
          <a:solidFill>
            <a:schemeClr val="accent6">
              <a:lumMod val="60000"/>
              <a:lumOff val="40000"/>
            </a:schemeClr>
          </a:solidFill>
        </a:ln>
      </dgm:spPr>
      <dgm:t>
        <a:bodyPr/>
        <a:lstStyle/>
        <a:p>
          <a:pPr rtl="0"/>
          <a:r>
            <a:rPr kumimoji="1" lang="zh-TW" altLang="en-US" sz="3600" b="1" dirty="0" smtClean="0">
              <a:solidFill>
                <a:schemeClr val="accent6">
                  <a:lumMod val="50000"/>
                </a:schemeClr>
              </a:solidFill>
              <a:latin typeface="標楷體" panose="03000509000000000000" pitchFamily="65" charset="-120"/>
              <a:ea typeface="標楷體" panose="03000509000000000000" pitchFamily="65" charset="-120"/>
            </a:rPr>
            <a:t>討論事項</a:t>
          </a:r>
          <a:r>
            <a:rPr kumimoji="1" lang="en-US" altLang="zh-TW" sz="3600" b="1" dirty="0" smtClean="0">
              <a:solidFill>
                <a:schemeClr val="accent6">
                  <a:lumMod val="50000"/>
                </a:schemeClr>
              </a:solidFill>
              <a:latin typeface="標楷體" panose="03000509000000000000" pitchFamily="65" charset="-120"/>
              <a:ea typeface="標楷體" panose="03000509000000000000" pitchFamily="65" charset="-120"/>
            </a:rPr>
            <a:t>(3)</a:t>
          </a:r>
          <a:endParaRPr kumimoji="1" lang="zh-TW" altLang="en-US" sz="3600" b="1" dirty="0">
            <a:solidFill>
              <a:schemeClr val="accent6">
                <a:lumMod val="50000"/>
              </a:schemeClr>
            </a:solidFill>
            <a:latin typeface="標楷體" panose="03000509000000000000" pitchFamily="65" charset="-120"/>
            <a:ea typeface="標楷體" panose="03000509000000000000" pitchFamily="65" charset="-120"/>
          </a:endParaRPr>
        </a:p>
      </dgm:t>
    </dgm:pt>
    <dgm:pt modelId="{5DBB908D-C0BF-4FFC-8E92-2CD526B3F26E}" type="parTrans" cxnId="{6C71E779-C8B1-4E15-818D-2A32A9AB6848}">
      <dgm:prSet/>
      <dgm:spPr/>
      <dgm:t>
        <a:bodyPr/>
        <a:lstStyle/>
        <a:p>
          <a:endParaRPr lang="zh-TW" altLang="en-US"/>
        </a:p>
      </dgm:t>
    </dgm:pt>
    <dgm:pt modelId="{66DC82C3-72C5-4084-8E64-A05F5D8817D8}" type="sibTrans" cxnId="{6C71E779-C8B1-4E15-818D-2A32A9AB6848}">
      <dgm:prSet/>
      <dgm:spPr/>
      <dgm:t>
        <a:bodyPr/>
        <a:lstStyle/>
        <a:p>
          <a:endParaRPr lang="zh-TW" altLang="en-US"/>
        </a:p>
      </dgm:t>
    </dgm:pt>
    <dgm:pt modelId="{07DB2F0E-EA51-4F35-87A9-9BDA59029A80}" type="pres">
      <dgm:prSet presAssocID="{914BB13A-AFAB-4C21-A39E-22937F906961}" presName="linearFlow" presStyleCnt="0">
        <dgm:presLayoutVars>
          <dgm:dir/>
          <dgm:animLvl val="lvl"/>
          <dgm:resizeHandles val="exact"/>
        </dgm:presLayoutVars>
      </dgm:prSet>
      <dgm:spPr/>
      <dgm:t>
        <a:bodyPr/>
        <a:lstStyle/>
        <a:p>
          <a:endParaRPr lang="zh-TW" altLang="en-US"/>
        </a:p>
      </dgm:t>
    </dgm:pt>
    <dgm:pt modelId="{2B40A415-87F0-4B90-9FFA-2FA593120A43}" type="pres">
      <dgm:prSet presAssocID="{E591DE8B-A503-4142-BC9A-1E9DEEF21006}" presName="composite" presStyleCnt="0"/>
      <dgm:spPr/>
    </dgm:pt>
    <dgm:pt modelId="{C979C0F2-7038-451C-97FF-ED3A26BD1999}" type="pres">
      <dgm:prSet presAssocID="{E591DE8B-A503-4142-BC9A-1E9DEEF21006}" presName="parentText" presStyleLbl="alignNode1" presStyleIdx="0" presStyleCnt="4">
        <dgm:presLayoutVars>
          <dgm:chMax val="1"/>
          <dgm:bulletEnabled val="1"/>
        </dgm:presLayoutVars>
      </dgm:prSet>
      <dgm:spPr/>
      <dgm:t>
        <a:bodyPr/>
        <a:lstStyle/>
        <a:p>
          <a:endParaRPr lang="zh-TW" altLang="en-US"/>
        </a:p>
      </dgm:t>
    </dgm:pt>
    <dgm:pt modelId="{D6842C4A-C1B0-4B93-80D3-408AE52862EC}" type="pres">
      <dgm:prSet presAssocID="{E591DE8B-A503-4142-BC9A-1E9DEEF21006}" presName="descendantText" presStyleLbl="alignAcc1" presStyleIdx="0" presStyleCnt="4">
        <dgm:presLayoutVars>
          <dgm:bulletEnabled val="1"/>
        </dgm:presLayoutVars>
      </dgm:prSet>
      <dgm:spPr/>
      <dgm:t>
        <a:bodyPr/>
        <a:lstStyle/>
        <a:p>
          <a:endParaRPr lang="zh-TW" altLang="en-US"/>
        </a:p>
      </dgm:t>
    </dgm:pt>
    <dgm:pt modelId="{D098A497-8B20-479A-8C54-E3E6F6B5127F}" type="pres">
      <dgm:prSet presAssocID="{7234BE38-05F3-4B90-9333-117EC8ED3EB6}" presName="sp" presStyleCnt="0"/>
      <dgm:spPr/>
    </dgm:pt>
    <dgm:pt modelId="{11E4B249-6BC2-45CC-9272-F3ACA1CB04CD}" type="pres">
      <dgm:prSet presAssocID="{BA3D9592-AB07-4790-868C-1E2B48BFD51F}" presName="composite" presStyleCnt="0"/>
      <dgm:spPr/>
    </dgm:pt>
    <dgm:pt modelId="{F3CFFA24-1EE2-490E-9AC0-3A46E1F193D8}" type="pres">
      <dgm:prSet presAssocID="{BA3D9592-AB07-4790-868C-1E2B48BFD51F}" presName="parentText" presStyleLbl="alignNode1" presStyleIdx="1" presStyleCnt="4">
        <dgm:presLayoutVars>
          <dgm:chMax val="1"/>
          <dgm:bulletEnabled val="1"/>
        </dgm:presLayoutVars>
      </dgm:prSet>
      <dgm:spPr/>
      <dgm:t>
        <a:bodyPr/>
        <a:lstStyle/>
        <a:p>
          <a:endParaRPr lang="zh-TW" altLang="en-US"/>
        </a:p>
      </dgm:t>
    </dgm:pt>
    <dgm:pt modelId="{0B18CCBE-F741-4D17-8665-2458421106DC}" type="pres">
      <dgm:prSet presAssocID="{BA3D9592-AB07-4790-868C-1E2B48BFD51F}" presName="descendantText" presStyleLbl="alignAcc1" presStyleIdx="1" presStyleCnt="4">
        <dgm:presLayoutVars>
          <dgm:bulletEnabled val="1"/>
        </dgm:presLayoutVars>
      </dgm:prSet>
      <dgm:spPr/>
      <dgm:t>
        <a:bodyPr/>
        <a:lstStyle/>
        <a:p>
          <a:endParaRPr lang="zh-TW" altLang="en-US"/>
        </a:p>
      </dgm:t>
    </dgm:pt>
    <dgm:pt modelId="{1831D50A-F493-4E4E-84E3-89F39418532C}" type="pres">
      <dgm:prSet presAssocID="{C8DD654A-24F7-40D4-AD15-CAF635F06A98}" presName="sp" presStyleCnt="0"/>
      <dgm:spPr/>
    </dgm:pt>
    <dgm:pt modelId="{1A07F828-343C-47CB-ADD9-064A67940915}" type="pres">
      <dgm:prSet presAssocID="{745197C7-D5A3-49F0-9096-F235C8F0D408}" presName="composite" presStyleCnt="0"/>
      <dgm:spPr/>
    </dgm:pt>
    <dgm:pt modelId="{AACE1D3B-6AE0-407D-9827-BA37C6EF3B26}" type="pres">
      <dgm:prSet presAssocID="{745197C7-D5A3-49F0-9096-F235C8F0D408}" presName="parentText" presStyleLbl="alignNode1" presStyleIdx="2" presStyleCnt="4">
        <dgm:presLayoutVars>
          <dgm:chMax val="1"/>
          <dgm:bulletEnabled val="1"/>
        </dgm:presLayoutVars>
      </dgm:prSet>
      <dgm:spPr/>
      <dgm:t>
        <a:bodyPr/>
        <a:lstStyle/>
        <a:p>
          <a:endParaRPr lang="zh-TW" altLang="en-US"/>
        </a:p>
      </dgm:t>
    </dgm:pt>
    <dgm:pt modelId="{E24ABD41-4B32-4076-BD1D-5917A91652B6}" type="pres">
      <dgm:prSet presAssocID="{745197C7-D5A3-49F0-9096-F235C8F0D408}" presName="descendantText" presStyleLbl="alignAcc1" presStyleIdx="2" presStyleCnt="4" custLinFactNeighborY="0">
        <dgm:presLayoutVars>
          <dgm:bulletEnabled val="1"/>
        </dgm:presLayoutVars>
      </dgm:prSet>
      <dgm:spPr>
        <a:solidFill>
          <a:schemeClr val="accent3">
            <a:lumMod val="95000"/>
          </a:schemeClr>
        </a:solidFill>
        <a:ln w="3175">
          <a:solidFill>
            <a:schemeClr val="accent6">
              <a:lumMod val="60000"/>
              <a:lumOff val="40000"/>
            </a:schemeClr>
          </a:solidFill>
        </a:ln>
      </dgm:spPr>
      <dgm:t>
        <a:bodyPr/>
        <a:lstStyle/>
        <a:p>
          <a:endParaRPr lang="zh-TW" altLang="en-US"/>
        </a:p>
      </dgm:t>
    </dgm:pt>
    <dgm:pt modelId="{C42E810E-2D0E-4B65-BEF8-3D9225132E2C}" type="pres">
      <dgm:prSet presAssocID="{0AC06162-ACA7-48D3-B89B-E57145C365AD}" presName="sp" presStyleCnt="0"/>
      <dgm:spPr/>
    </dgm:pt>
    <dgm:pt modelId="{7B398D75-1DA2-411A-B4EE-854EC1C665E9}" type="pres">
      <dgm:prSet presAssocID="{81AE8A07-21E1-4871-A52A-CE4A165218FB}" presName="composite" presStyleCnt="0"/>
      <dgm:spPr/>
    </dgm:pt>
    <dgm:pt modelId="{DE80503D-1CEB-4380-A750-0136C30AF13E}" type="pres">
      <dgm:prSet presAssocID="{81AE8A07-21E1-4871-A52A-CE4A165218FB}" presName="parentText" presStyleLbl="alignNode1" presStyleIdx="3" presStyleCnt="4">
        <dgm:presLayoutVars>
          <dgm:chMax val="1"/>
          <dgm:bulletEnabled val="1"/>
        </dgm:presLayoutVars>
      </dgm:prSet>
      <dgm:spPr/>
      <dgm:t>
        <a:bodyPr/>
        <a:lstStyle/>
        <a:p>
          <a:endParaRPr lang="zh-TW" altLang="en-US"/>
        </a:p>
      </dgm:t>
    </dgm:pt>
    <dgm:pt modelId="{7716A363-4332-45F2-B686-AFF46D4AC253}" type="pres">
      <dgm:prSet presAssocID="{81AE8A07-21E1-4871-A52A-CE4A165218FB}" presName="descendantText" presStyleLbl="alignAcc1" presStyleIdx="3" presStyleCnt="4">
        <dgm:presLayoutVars>
          <dgm:bulletEnabled val="1"/>
        </dgm:presLayoutVars>
      </dgm:prSet>
      <dgm:spPr>
        <a:solidFill>
          <a:schemeClr val="accent3">
            <a:lumMod val="95000"/>
          </a:schemeClr>
        </a:solidFill>
        <a:ln>
          <a:solidFill>
            <a:schemeClr val="accent6">
              <a:lumMod val="60000"/>
              <a:lumOff val="40000"/>
            </a:schemeClr>
          </a:solidFill>
        </a:ln>
      </dgm:spPr>
      <dgm:t>
        <a:bodyPr/>
        <a:lstStyle/>
        <a:p>
          <a:endParaRPr lang="zh-TW" altLang="en-US"/>
        </a:p>
      </dgm:t>
    </dgm:pt>
  </dgm:ptLst>
  <dgm:cxnLst>
    <dgm:cxn modelId="{BC1DB9A7-9BCA-4640-A2FA-1948E14EBE2A}" srcId="{914BB13A-AFAB-4C21-A39E-22937F906961}" destId="{BA3D9592-AB07-4790-868C-1E2B48BFD51F}" srcOrd="1" destOrd="0" parTransId="{7DE91FCD-A84B-4945-826C-EF5AAD7F192C}" sibTransId="{C8DD654A-24F7-40D4-AD15-CAF635F06A98}"/>
    <dgm:cxn modelId="{FF4757D5-7EEF-4845-8ABF-43929183F075}" srcId="{E591DE8B-A503-4142-BC9A-1E9DEEF21006}" destId="{E0C1A938-CC1F-4B5B-9BF4-C66ED1F54295}" srcOrd="0" destOrd="0" parTransId="{A2676757-3615-473D-80A5-BE34A3CD5A3B}" sibTransId="{B46351E1-E4C3-4E1C-9734-904F19D753CD}"/>
    <dgm:cxn modelId="{91A3E97A-25F9-4D40-A792-899271FF6D8D}" type="presOf" srcId="{BA3D9592-AB07-4790-868C-1E2B48BFD51F}" destId="{F3CFFA24-1EE2-490E-9AC0-3A46E1F193D8}" srcOrd="0" destOrd="0" presId="urn:microsoft.com/office/officeart/2005/8/layout/chevron2"/>
    <dgm:cxn modelId="{94BC8F7C-B479-4BED-BA7B-CA99C5E39D66}" type="presOf" srcId="{6EEF47C8-D473-4CAC-931B-55357F05C1E5}" destId="{0B18CCBE-F741-4D17-8665-2458421106DC}" srcOrd="0" destOrd="0" presId="urn:microsoft.com/office/officeart/2005/8/layout/chevron2"/>
    <dgm:cxn modelId="{0478CA8F-DDDA-41BB-A3BF-3A634726CDFE}" type="presOf" srcId="{0F18A7FA-1505-48F0-A78A-8FE186A17014}" destId="{E24ABD41-4B32-4076-BD1D-5917A91652B6}" srcOrd="0" destOrd="0" presId="urn:microsoft.com/office/officeart/2005/8/layout/chevron2"/>
    <dgm:cxn modelId="{4A212F60-0017-4A77-B0B9-B8FAEAC5D2A3}" srcId="{745197C7-D5A3-49F0-9096-F235C8F0D408}" destId="{0F18A7FA-1505-48F0-A78A-8FE186A17014}" srcOrd="0" destOrd="0" parTransId="{787E807E-0554-48FF-A351-70D5312D4CCF}" sibTransId="{59A838D1-F595-458C-A6CD-B9C7D9FECE05}"/>
    <dgm:cxn modelId="{A0D3FBB7-0CFE-4EC3-97F4-180013256E95}" type="presOf" srcId="{E591DE8B-A503-4142-BC9A-1E9DEEF21006}" destId="{C979C0F2-7038-451C-97FF-ED3A26BD1999}" srcOrd="0" destOrd="0" presId="urn:microsoft.com/office/officeart/2005/8/layout/chevron2"/>
    <dgm:cxn modelId="{6C71E779-C8B1-4E15-818D-2A32A9AB6848}" srcId="{81AE8A07-21E1-4871-A52A-CE4A165218FB}" destId="{A71F6124-A756-4CB8-97F1-0EF8086ED614}" srcOrd="0" destOrd="0" parTransId="{5DBB908D-C0BF-4FFC-8E92-2CD526B3F26E}" sibTransId="{66DC82C3-72C5-4084-8E64-A05F5D8817D8}"/>
    <dgm:cxn modelId="{FD920B17-D1C9-4376-AEDA-1989E16776C1}" srcId="{BA3D9592-AB07-4790-868C-1E2B48BFD51F}" destId="{6EEF47C8-D473-4CAC-931B-55357F05C1E5}" srcOrd="0" destOrd="0" parTransId="{E155D2B1-D415-4FC8-B454-816762289D7E}" sibTransId="{BBFDFCE6-D0D8-4031-92EB-65FC8735C214}"/>
    <dgm:cxn modelId="{B4D4413C-6BD1-41E4-AC61-F55F6B3F86A6}" type="presOf" srcId="{745197C7-D5A3-49F0-9096-F235C8F0D408}" destId="{AACE1D3B-6AE0-407D-9827-BA37C6EF3B26}" srcOrd="0" destOrd="0" presId="urn:microsoft.com/office/officeart/2005/8/layout/chevron2"/>
    <dgm:cxn modelId="{B8DF746D-5724-45C0-B205-34CA3B51F6DC}" srcId="{914BB13A-AFAB-4C21-A39E-22937F906961}" destId="{745197C7-D5A3-49F0-9096-F235C8F0D408}" srcOrd="2" destOrd="0" parTransId="{636750C3-6E06-4271-A6F0-F6A119A08A6F}" sibTransId="{0AC06162-ACA7-48D3-B89B-E57145C365AD}"/>
    <dgm:cxn modelId="{16C55CF6-3A3C-41AD-A5E5-B7D02041C9A1}" type="presOf" srcId="{E0C1A938-CC1F-4B5B-9BF4-C66ED1F54295}" destId="{D6842C4A-C1B0-4B93-80D3-408AE52862EC}" srcOrd="0" destOrd="0" presId="urn:microsoft.com/office/officeart/2005/8/layout/chevron2"/>
    <dgm:cxn modelId="{8DE7D2B5-C51D-40F4-BC82-A53C54ECA7D0}" type="presOf" srcId="{81AE8A07-21E1-4871-A52A-CE4A165218FB}" destId="{DE80503D-1CEB-4380-A750-0136C30AF13E}" srcOrd="0" destOrd="0" presId="urn:microsoft.com/office/officeart/2005/8/layout/chevron2"/>
    <dgm:cxn modelId="{2E0B076E-43A2-4AFF-823D-7D26CDBFE4EA}" type="presOf" srcId="{914BB13A-AFAB-4C21-A39E-22937F906961}" destId="{07DB2F0E-EA51-4F35-87A9-9BDA59029A80}" srcOrd="0" destOrd="0" presId="urn:microsoft.com/office/officeart/2005/8/layout/chevron2"/>
    <dgm:cxn modelId="{8A5C2DAA-BFBA-4897-83A4-BD94CFBD977F}" type="presOf" srcId="{A71F6124-A756-4CB8-97F1-0EF8086ED614}" destId="{7716A363-4332-45F2-B686-AFF46D4AC253}" srcOrd="0" destOrd="0" presId="urn:microsoft.com/office/officeart/2005/8/layout/chevron2"/>
    <dgm:cxn modelId="{6572E8D2-DC15-4713-99E3-22EF602C54EC}" srcId="{914BB13A-AFAB-4C21-A39E-22937F906961}" destId="{E591DE8B-A503-4142-BC9A-1E9DEEF21006}" srcOrd="0" destOrd="0" parTransId="{EFB1225A-04D0-4F12-A8B0-7CBBE22BA1AC}" sibTransId="{7234BE38-05F3-4B90-9333-117EC8ED3EB6}"/>
    <dgm:cxn modelId="{C599940A-688D-4654-8B1F-00E58BA395D9}" srcId="{914BB13A-AFAB-4C21-A39E-22937F906961}" destId="{81AE8A07-21E1-4871-A52A-CE4A165218FB}" srcOrd="3" destOrd="0" parTransId="{D7F39E68-A490-46FF-AA2E-5029FE12EA23}" sibTransId="{CDA4A549-3D97-4D52-955C-BC88A096B640}"/>
    <dgm:cxn modelId="{E6E5E8FF-4528-4CE0-A918-D32AC139F64D}" type="presParOf" srcId="{07DB2F0E-EA51-4F35-87A9-9BDA59029A80}" destId="{2B40A415-87F0-4B90-9FFA-2FA593120A43}" srcOrd="0" destOrd="0" presId="urn:microsoft.com/office/officeart/2005/8/layout/chevron2"/>
    <dgm:cxn modelId="{62ACAD0F-13F9-4622-A88D-BCCD5C867579}" type="presParOf" srcId="{2B40A415-87F0-4B90-9FFA-2FA593120A43}" destId="{C979C0F2-7038-451C-97FF-ED3A26BD1999}" srcOrd="0" destOrd="0" presId="urn:microsoft.com/office/officeart/2005/8/layout/chevron2"/>
    <dgm:cxn modelId="{4016A56B-B608-4AD9-A47F-5FEAF1D769EA}" type="presParOf" srcId="{2B40A415-87F0-4B90-9FFA-2FA593120A43}" destId="{D6842C4A-C1B0-4B93-80D3-408AE52862EC}" srcOrd="1" destOrd="0" presId="urn:microsoft.com/office/officeart/2005/8/layout/chevron2"/>
    <dgm:cxn modelId="{09D4DCF4-6C36-4F16-9561-C0A26DEEC484}" type="presParOf" srcId="{07DB2F0E-EA51-4F35-87A9-9BDA59029A80}" destId="{D098A497-8B20-479A-8C54-E3E6F6B5127F}" srcOrd="1" destOrd="0" presId="urn:microsoft.com/office/officeart/2005/8/layout/chevron2"/>
    <dgm:cxn modelId="{CB471DC5-CC0A-44C5-A77A-A0324060E533}" type="presParOf" srcId="{07DB2F0E-EA51-4F35-87A9-9BDA59029A80}" destId="{11E4B249-6BC2-45CC-9272-F3ACA1CB04CD}" srcOrd="2" destOrd="0" presId="urn:microsoft.com/office/officeart/2005/8/layout/chevron2"/>
    <dgm:cxn modelId="{B92BA1DB-0ED4-40D6-9A56-9ECA6A41F1C1}" type="presParOf" srcId="{11E4B249-6BC2-45CC-9272-F3ACA1CB04CD}" destId="{F3CFFA24-1EE2-490E-9AC0-3A46E1F193D8}" srcOrd="0" destOrd="0" presId="urn:microsoft.com/office/officeart/2005/8/layout/chevron2"/>
    <dgm:cxn modelId="{A36354E4-35FE-4DF7-B114-1305C8F034C0}" type="presParOf" srcId="{11E4B249-6BC2-45CC-9272-F3ACA1CB04CD}" destId="{0B18CCBE-F741-4D17-8665-2458421106DC}" srcOrd="1" destOrd="0" presId="urn:microsoft.com/office/officeart/2005/8/layout/chevron2"/>
    <dgm:cxn modelId="{0BE627D4-725B-4FBF-B671-38D9AF7396EE}" type="presParOf" srcId="{07DB2F0E-EA51-4F35-87A9-9BDA59029A80}" destId="{1831D50A-F493-4E4E-84E3-89F39418532C}" srcOrd="3" destOrd="0" presId="urn:microsoft.com/office/officeart/2005/8/layout/chevron2"/>
    <dgm:cxn modelId="{CF724B93-1D49-485A-9128-5EDD52816741}" type="presParOf" srcId="{07DB2F0E-EA51-4F35-87A9-9BDA59029A80}" destId="{1A07F828-343C-47CB-ADD9-064A67940915}" srcOrd="4" destOrd="0" presId="urn:microsoft.com/office/officeart/2005/8/layout/chevron2"/>
    <dgm:cxn modelId="{9BA9DD58-B774-42C2-845C-914009771AD0}" type="presParOf" srcId="{1A07F828-343C-47CB-ADD9-064A67940915}" destId="{AACE1D3B-6AE0-407D-9827-BA37C6EF3B26}" srcOrd="0" destOrd="0" presId="urn:microsoft.com/office/officeart/2005/8/layout/chevron2"/>
    <dgm:cxn modelId="{0D105C37-713C-4E61-BBFA-672D5FF81B8C}" type="presParOf" srcId="{1A07F828-343C-47CB-ADD9-064A67940915}" destId="{E24ABD41-4B32-4076-BD1D-5917A91652B6}" srcOrd="1" destOrd="0" presId="urn:microsoft.com/office/officeart/2005/8/layout/chevron2"/>
    <dgm:cxn modelId="{44B2E85D-8E78-41C4-A447-C2BE9FDB86EF}" type="presParOf" srcId="{07DB2F0E-EA51-4F35-87A9-9BDA59029A80}" destId="{C42E810E-2D0E-4B65-BEF8-3D9225132E2C}" srcOrd="5" destOrd="0" presId="urn:microsoft.com/office/officeart/2005/8/layout/chevron2"/>
    <dgm:cxn modelId="{58475A1B-04C4-4735-AD41-86D14CA5D1C4}" type="presParOf" srcId="{07DB2F0E-EA51-4F35-87A9-9BDA59029A80}" destId="{7B398D75-1DA2-411A-B4EE-854EC1C665E9}" srcOrd="6" destOrd="0" presId="urn:microsoft.com/office/officeart/2005/8/layout/chevron2"/>
    <dgm:cxn modelId="{E0B425A4-9384-406E-90BC-31EC989A50AC}" type="presParOf" srcId="{7B398D75-1DA2-411A-B4EE-854EC1C665E9}" destId="{DE80503D-1CEB-4380-A750-0136C30AF13E}" srcOrd="0" destOrd="0" presId="urn:microsoft.com/office/officeart/2005/8/layout/chevron2"/>
    <dgm:cxn modelId="{08E14CE0-1296-436D-A17F-49347C4D473B}" type="presParOf" srcId="{7B398D75-1DA2-411A-B4EE-854EC1C665E9}" destId="{7716A363-4332-45F2-B686-AFF46D4AC253}"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043A6CB-B6E2-4338-8049-3BF9F918B012}"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zh-TW" altLang="en-US"/>
        </a:p>
      </dgm:t>
    </dgm:pt>
    <dgm:pt modelId="{B693C85C-6427-4672-8E86-713F462B8F89}">
      <dgm:prSet phldrT="[文字]"/>
      <dgm:spPr>
        <a:solidFill>
          <a:schemeClr val="bg1"/>
        </a:solidFill>
        <a:ln>
          <a:solidFill>
            <a:schemeClr val="tx1"/>
          </a:solidFill>
        </a:ln>
        <a:effectLst>
          <a:outerShdw blurRad="50800" dist="38100" dir="8100000" algn="tr" rotWithShape="0">
            <a:prstClr val="black">
              <a:alpha val="40000"/>
            </a:prstClr>
          </a:outerShdw>
        </a:effectLst>
      </dgm:spPr>
      <dgm:t>
        <a:bodyPr/>
        <a:lstStyle/>
        <a:p>
          <a:r>
            <a:rPr lang="zh-TW" altLang="en-US" dirty="0" smtClean="0">
              <a:ln>
                <a:noFill/>
              </a:ln>
              <a:solidFill>
                <a:schemeClr val="accent6">
                  <a:lumMod val="75000"/>
                </a:schemeClr>
              </a:solidFill>
              <a:effectLst/>
              <a:latin typeface="標楷體" panose="03000509000000000000" pitchFamily="65" charset="-120"/>
              <a:ea typeface="標楷體" panose="03000509000000000000" pitchFamily="65" charset="-120"/>
            </a:rPr>
            <a:t>互動專區</a:t>
          </a:r>
          <a:r>
            <a:rPr lang="en-US" altLang="zh-TW" dirty="0" smtClean="0">
              <a:ln>
                <a:noFill/>
              </a:ln>
              <a:solidFill>
                <a:schemeClr val="accent6">
                  <a:lumMod val="75000"/>
                </a:schemeClr>
              </a:solidFill>
              <a:effectLst/>
              <a:latin typeface="標楷體" panose="03000509000000000000" pitchFamily="65" charset="-120"/>
              <a:ea typeface="標楷體" panose="03000509000000000000" pitchFamily="65" charset="-120"/>
            </a:rPr>
            <a:t/>
          </a:r>
          <a:br>
            <a:rPr lang="en-US" altLang="zh-TW" dirty="0" smtClean="0">
              <a:ln>
                <a:noFill/>
              </a:ln>
              <a:solidFill>
                <a:schemeClr val="accent6">
                  <a:lumMod val="75000"/>
                </a:schemeClr>
              </a:solidFill>
              <a:effectLst/>
              <a:latin typeface="標楷體" panose="03000509000000000000" pitchFamily="65" charset="-120"/>
              <a:ea typeface="標楷體" panose="03000509000000000000" pitchFamily="65" charset="-120"/>
            </a:rPr>
          </a:br>
          <a:r>
            <a:rPr lang="en-US" altLang="zh-TW" dirty="0" smtClean="0">
              <a:ln>
                <a:noFill/>
              </a:ln>
              <a:solidFill>
                <a:schemeClr val="accent6">
                  <a:lumMod val="75000"/>
                </a:schemeClr>
              </a:solidFill>
              <a:effectLst/>
              <a:latin typeface="Times New Roman" panose="02020603050405020304" pitchFamily="18" charset="0"/>
              <a:ea typeface="標楷體" panose="03000509000000000000" pitchFamily="65" charset="-120"/>
              <a:cs typeface="Times New Roman" panose="02020603050405020304" pitchFamily="18" charset="0"/>
            </a:rPr>
            <a:t>25</a:t>
          </a:r>
          <a:r>
            <a:rPr lang="zh-TW" altLang="en-US" dirty="0" smtClean="0">
              <a:ln>
                <a:noFill/>
              </a:ln>
              <a:solidFill>
                <a:schemeClr val="accent6">
                  <a:lumMod val="75000"/>
                </a:schemeClr>
              </a:solidFill>
              <a:effectLst/>
              <a:latin typeface="標楷體" panose="03000509000000000000" pitchFamily="65" charset="-120"/>
              <a:ea typeface="標楷體" panose="03000509000000000000" pitchFamily="65" charset="-120"/>
            </a:rPr>
            <a:t>項</a:t>
          </a:r>
          <a:endParaRPr lang="zh-TW" altLang="en-US" dirty="0">
            <a:ln>
              <a:noFill/>
            </a:ln>
            <a:solidFill>
              <a:schemeClr val="accent6">
                <a:lumMod val="75000"/>
              </a:schemeClr>
            </a:solidFill>
            <a:effectLst/>
            <a:latin typeface="標楷體" panose="03000509000000000000" pitchFamily="65" charset="-120"/>
            <a:ea typeface="標楷體" panose="03000509000000000000" pitchFamily="65" charset="-120"/>
          </a:endParaRPr>
        </a:p>
      </dgm:t>
    </dgm:pt>
    <dgm:pt modelId="{9182C296-AB50-4C09-A378-2D636FBA90F3}" type="parTrans" cxnId="{40AE723B-687F-4075-AD44-0CA832B5648B}">
      <dgm:prSet/>
      <dgm:spPr/>
      <dgm:t>
        <a:bodyPr/>
        <a:lstStyle/>
        <a:p>
          <a:endParaRPr lang="zh-TW" altLang="en-US"/>
        </a:p>
      </dgm:t>
    </dgm:pt>
    <dgm:pt modelId="{76477B82-C6E2-4AAB-BBB7-E93AF2E4ED45}" type="sibTrans" cxnId="{40AE723B-687F-4075-AD44-0CA832B5648B}">
      <dgm:prSet/>
      <dgm:spPr/>
      <dgm:t>
        <a:bodyPr/>
        <a:lstStyle/>
        <a:p>
          <a:endParaRPr lang="zh-TW" altLang="en-US"/>
        </a:p>
      </dgm:t>
    </dgm:pt>
    <dgm:pt modelId="{F9F45221-74A3-4AD2-9F9D-D24BB0CBAB8E}">
      <dgm:prSet phldrT="[文字]"/>
      <dgm:spPr>
        <a:solidFill>
          <a:schemeClr val="accent6">
            <a:lumMod val="75000"/>
          </a:schemeClr>
        </a:solidFill>
        <a:ln>
          <a:solidFill>
            <a:schemeClr val="accent6">
              <a:lumMod val="75000"/>
            </a:schemeClr>
          </a:solidFill>
        </a:ln>
        <a:effectLst>
          <a:outerShdw blurRad="50800" dist="38100" dir="8100000" algn="tr" rotWithShape="0">
            <a:prstClr val="black">
              <a:alpha val="40000"/>
            </a:prstClr>
          </a:outerShdw>
        </a:effectLst>
      </dgm:spPr>
      <dgm:t>
        <a:bodyPr/>
        <a:lstStyle/>
        <a:p>
          <a:r>
            <a:rPr lang="zh-TW" altLang="en-US" dirty="0" smtClean="0">
              <a:solidFill>
                <a:schemeClr val="bg1"/>
              </a:solidFill>
              <a:effectLst/>
              <a:latin typeface="標楷體" panose="03000509000000000000" pitchFamily="65" charset="-120"/>
              <a:ea typeface="標楷體" panose="03000509000000000000" pitchFamily="65" charset="-120"/>
            </a:rPr>
            <a:t>我有話要說</a:t>
          </a:r>
          <a:r>
            <a:rPr lang="en-US" altLang="zh-TW" dirty="0" smtClean="0">
              <a:solidFill>
                <a:schemeClr val="bg1"/>
              </a:solidFill>
              <a:effectLst/>
              <a:latin typeface="標楷體" panose="03000509000000000000" pitchFamily="65" charset="-120"/>
              <a:ea typeface="標楷體" panose="03000509000000000000" pitchFamily="65" charset="-120"/>
            </a:rPr>
            <a:t/>
          </a:r>
          <a:br>
            <a:rPr lang="en-US" altLang="zh-TW" dirty="0" smtClean="0">
              <a:solidFill>
                <a:schemeClr val="bg1"/>
              </a:solidFill>
              <a:effectLst/>
              <a:latin typeface="標楷體" panose="03000509000000000000" pitchFamily="65" charset="-120"/>
              <a:ea typeface="標楷體" panose="03000509000000000000" pitchFamily="65" charset="-120"/>
            </a:rPr>
          </a:br>
          <a:r>
            <a:rPr lang="en-US" altLang="zh-TW" dirty="0" smtClean="0">
              <a:solidFill>
                <a:schemeClr val="bg1"/>
              </a:solidFill>
              <a:effectLst/>
              <a:latin typeface="Times New Roman" panose="02020603050405020304" pitchFamily="18" charset="0"/>
              <a:ea typeface="標楷體" panose="03000509000000000000" pitchFamily="65" charset="-120"/>
              <a:cs typeface="Times New Roman" panose="02020603050405020304" pitchFamily="18" charset="0"/>
            </a:rPr>
            <a:t>23</a:t>
          </a:r>
          <a:r>
            <a:rPr lang="zh-TW" altLang="en-US" dirty="0" smtClean="0">
              <a:solidFill>
                <a:schemeClr val="bg1"/>
              </a:solidFill>
              <a:effectLst/>
              <a:latin typeface="標楷體" panose="03000509000000000000" pitchFamily="65" charset="-120"/>
              <a:ea typeface="標楷體" panose="03000509000000000000" pitchFamily="65" charset="-120"/>
            </a:rPr>
            <a:t>項</a:t>
          </a:r>
          <a:endParaRPr lang="zh-TW" altLang="en-US" dirty="0">
            <a:solidFill>
              <a:schemeClr val="bg1"/>
            </a:solidFill>
            <a:effectLst/>
            <a:latin typeface="標楷體" panose="03000509000000000000" pitchFamily="65" charset="-120"/>
            <a:ea typeface="標楷體" panose="03000509000000000000" pitchFamily="65" charset="-120"/>
          </a:endParaRPr>
        </a:p>
      </dgm:t>
    </dgm:pt>
    <dgm:pt modelId="{65E93087-0620-4C05-B534-24897B90B4D3}" type="parTrans" cxnId="{94692DE9-D0C2-48A8-9991-E8EE1607590F}">
      <dgm:prSet/>
      <dgm:spPr>
        <a:ln>
          <a:solidFill>
            <a:schemeClr val="tx2">
              <a:lumMod val="50000"/>
              <a:lumOff val="50000"/>
            </a:schemeClr>
          </a:solidFill>
        </a:ln>
      </dgm:spPr>
      <dgm:t>
        <a:bodyPr/>
        <a:lstStyle/>
        <a:p>
          <a:endParaRPr lang="zh-TW" altLang="en-US"/>
        </a:p>
      </dgm:t>
    </dgm:pt>
    <dgm:pt modelId="{3D757868-85FF-4F7A-A679-7CA83B48A01F}" type="sibTrans" cxnId="{94692DE9-D0C2-48A8-9991-E8EE1607590F}">
      <dgm:prSet/>
      <dgm:spPr/>
      <dgm:t>
        <a:bodyPr/>
        <a:lstStyle/>
        <a:p>
          <a:endParaRPr lang="zh-TW" altLang="en-US"/>
        </a:p>
      </dgm:t>
    </dgm:pt>
    <dgm:pt modelId="{70138C50-562A-421C-8021-E4AF6DFFD523}">
      <dgm:prSet phldrT="[文字]"/>
      <dgm:spPr>
        <a:solidFill>
          <a:srgbClr val="CCFF99"/>
        </a:solidFill>
        <a:effectLst>
          <a:outerShdw blurRad="50800" dist="76200" dir="8100000" algn="tr" rotWithShape="0">
            <a:prstClr val="black">
              <a:alpha val="40000"/>
            </a:prstClr>
          </a:outerShdw>
        </a:effectLst>
      </dgm:spPr>
      <dgm:t>
        <a:bodyPr/>
        <a:lstStyle/>
        <a:p>
          <a:r>
            <a:rPr lang="zh-TW" altLang="en-US" dirty="0" smtClean="0">
              <a:solidFill>
                <a:schemeClr val="accent6">
                  <a:lumMod val="75000"/>
                </a:schemeClr>
              </a:solidFill>
              <a:latin typeface="標楷體" panose="03000509000000000000" pitchFamily="65" charset="-120"/>
              <a:ea typeface="標楷體" panose="03000509000000000000" pitchFamily="65" charset="-120"/>
            </a:rPr>
            <a:t>建議 </a:t>
          </a:r>
          <a:r>
            <a:rPr lang="en-US" altLang="zh-TW" dirty="0" smtClean="0">
              <a:solidFill>
                <a:schemeClr val="accent6">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2 </a:t>
          </a:r>
          <a:r>
            <a:rPr lang="zh-TW" altLang="en-US" dirty="0" smtClean="0">
              <a:solidFill>
                <a:schemeClr val="accent6">
                  <a:lumMod val="75000"/>
                </a:schemeClr>
              </a:solidFill>
              <a:latin typeface="標楷體" panose="03000509000000000000" pitchFamily="65" charset="-120"/>
              <a:ea typeface="標楷體" panose="03000509000000000000" pitchFamily="65" charset="-120"/>
            </a:rPr>
            <a:t>項</a:t>
          </a:r>
          <a:endParaRPr lang="zh-TW" altLang="en-US" dirty="0">
            <a:solidFill>
              <a:schemeClr val="accent6">
                <a:lumMod val="75000"/>
              </a:schemeClr>
            </a:solidFill>
            <a:latin typeface="標楷體" panose="03000509000000000000" pitchFamily="65" charset="-120"/>
            <a:ea typeface="標楷體" panose="03000509000000000000" pitchFamily="65" charset="-120"/>
          </a:endParaRPr>
        </a:p>
      </dgm:t>
    </dgm:pt>
    <dgm:pt modelId="{6F09C92B-8803-4E7B-B53E-FD39745FBAC5}" type="parTrans" cxnId="{65D3BD35-22B6-481A-A56D-08ECD55B4B9F}">
      <dgm:prSet/>
      <dgm:spPr>
        <a:ln>
          <a:solidFill>
            <a:schemeClr val="tx2">
              <a:lumMod val="50000"/>
              <a:lumOff val="50000"/>
            </a:schemeClr>
          </a:solidFill>
        </a:ln>
      </dgm:spPr>
      <dgm:t>
        <a:bodyPr/>
        <a:lstStyle/>
        <a:p>
          <a:endParaRPr lang="zh-TW" altLang="en-US"/>
        </a:p>
      </dgm:t>
    </dgm:pt>
    <dgm:pt modelId="{66C436B3-900A-4B8C-B6C2-DBE2BE89E26F}" type="sibTrans" cxnId="{65D3BD35-22B6-481A-A56D-08ECD55B4B9F}">
      <dgm:prSet/>
      <dgm:spPr/>
      <dgm:t>
        <a:bodyPr/>
        <a:lstStyle/>
        <a:p>
          <a:endParaRPr lang="zh-TW" altLang="en-US"/>
        </a:p>
      </dgm:t>
    </dgm:pt>
    <dgm:pt modelId="{79F5BA5E-53EA-477D-ABB4-9191FE951CF4}">
      <dgm:prSet phldrT="[文字]"/>
      <dgm:spPr>
        <a:solidFill>
          <a:srgbClr val="FFCCFF"/>
        </a:solidFill>
        <a:effectLst>
          <a:outerShdw blurRad="50800" dist="76200" dir="8100000" algn="tr" rotWithShape="0">
            <a:prstClr val="black">
              <a:alpha val="40000"/>
            </a:prstClr>
          </a:outerShdw>
        </a:effectLst>
      </dgm:spPr>
      <dgm:t>
        <a:bodyPr/>
        <a:lstStyle/>
        <a:p>
          <a:r>
            <a:rPr lang="zh-TW" altLang="en-US" dirty="0" smtClean="0">
              <a:solidFill>
                <a:schemeClr val="accent6">
                  <a:lumMod val="75000"/>
                </a:schemeClr>
              </a:solidFill>
              <a:latin typeface="標楷體" panose="03000509000000000000" pitchFamily="65" charset="-120"/>
              <a:ea typeface="標楷體" panose="03000509000000000000" pitchFamily="65" charset="-120"/>
              <a:cs typeface="Tahoma" panose="020B0604030504040204" pitchFamily="34" charset="0"/>
            </a:rPr>
            <a:t>指</a:t>
          </a:r>
          <a:r>
            <a:rPr lang="zh-TW" altLang="zh-TW" dirty="0" smtClean="0">
              <a:solidFill>
                <a:schemeClr val="accent6">
                  <a:lumMod val="75000"/>
                </a:schemeClr>
              </a:solidFill>
              <a:latin typeface="標楷體" panose="03000509000000000000" pitchFamily="65" charset="-120"/>
              <a:ea typeface="標楷體" panose="03000509000000000000" pitchFamily="65" charset="-120"/>
              <a:cs typeface="Tahoma" panose="020B0604030504040204" pitchFamily="34" charset="0"/>
            </a:rPr>
            <a:t>正</a:t>
          </a:r>
          <a:r>
            <a:rPr lang="en-US" altLang="zh-TW" dirty="0" smtClean="0">
              <a:solidFill>
                <a:schemeClr val="accent6">
                  <a:lumMod val="75000"/>
                </a:schemeClr>
              </a:solidFill>
              <a:latin typeface="標楷體" panose="03000509000000000000" pitchFamily="65" charset="-120"/>
              <a:ea typeface="標楷體" panose="03000509000000000000" pitchFamily="65" charset="-120"/>
              <a:cs typeface="Tahoma" panose="020B0604030504040204" pitchFamily="34" charset="0"/>
            </a:rPr>
            <a:t> </a:t>
          </a:r>
          <a:r>
            <a:rPr lang="en-US" altLang="zh-TW" dirty="0" smtClean="0">
              <a:solidFill>
                <a:schemeClr val="accent6">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12 </a:t>
          </a:r>
          <a:r>
            <a:rPr lang="zh-TW" altLang="zh-TW" dirty="0" smtClean="0">
              <a:solidFill>
                <a:schemeClr val="accent6">
                  <a:lumMod val="75000"/>
                </a:schemeClr>
              </a:solidFill>
              <a:latin typeface="標楷體" panose="03000509000000000000" pitchFamily="65" charset="-120"/>
              <a:ea typeface="標楷體" panose="03000509000000000000" pitchFamily="65" charset="-120"/>
              <a:cs typeface="Tahoma" panose="020B0604030504040204" pitchFamily="34" charset="0"/>
            </a:rPr>
            <a:t>項</a:t>
          </a:r>
          <a:endParaRPr lang="zh-TW" altLang="en-US" dirty="0">
            <a:solidFill>
              <a:schemeClr val="accent6">
                <a:lumMod val="75000"/>
              </a:schemeClr>
            </a:solidFill>
            <a:latin typeface="標楷體" panose="03000509000000000000" pitchFamily="65" charset="-120"/>
            <a:ea typeface="標楷體" panose="03000509000000000000" pitchFamily="65" charset="-120"/>
          </a:endParaRPr>
        </a:p>
      </dgm:t>
    </dgm:pt>
    <dgm:pt modelId="{F3DB5BA5-E7EE-4F5F-8C03-D04A954BEBEA}" type="parTrans" cxnId="{3844A5FB-F4B8-4FDB-904A-639C25E656FF}">
      <dgm:prSet/>
      <dgm:spPr>
        <a:ln>
          <a:solidFill>
            <a:schemeClr val="tx2">
              <a:lumMod val="50000"/>
              <a:lumOff val="50000"/>
            </a:schemeClr>
          </a:solidFill>
        </a:ln>
      </dgm:spPr>
      <dgm:t>
        <a:bodyPr/>
        <a:lstStyle/>
        <a:p>
          <a:endParaRPr lang="zh-TW" altLang="en-US"/>
        </a:p>
      </dgm:t>
    </dgm:pt>
    <dgm:pt modelId="{EC168520-D579-4046-9C82-57D7F72E5167}" type="sibTrans" cxnId="{3844A5FB-F4B8-4FDB-904A-639C25E656FF}">
      <dgm:prSet/>
      <dgm:spPr/>
      <dgm:t>
        <a:bodyPr/>
        <a:lstStyle/>
        <a:p>
          <a:endParaRPr lang="zh-TW" altLang="en-US"/>
        </a:p>
      </dgm:t>
    </dgm:pt>
    <dgm:pt modelId="{0D173755-DD0D-4DA9-9117-6BC476583374}">
      <dgm:prSet phldrT="[文字]"/>
      <dgm:spPr>
        <a:solidFill>
          <a:srgbClr val="A828A8"/>
        </a:solidFill>
        <a:ln>
          <a:solidFill>
            <a:srgbClr val="A828A8"/>
          </a:solidFill>
        </a:ln>
        <a:effectLst>
          <a:outerShdw blurRad="50800" dist="38100" dir="8100000" algn="tr" rotWithShape="0">
            <a:prstClr val="black">
              <a:alpha val="40000"/>
            </a:prstClr>
          </a:outerShdw>
        </a:effectLst>
      </dgm:spPr>
      <dgm:t>
        <a:bodyPr/>
        <a:lstStyle/>
        <a:p>
          <a:r>
            <a:rPr lang="zh-TW" altLang="en-US" dirty="0" smtClean="0">
              <a:solidFill>
                <a:schemeClr val="bg1"/>
              </a:solidFill>
              <a:effectLst/>
              <a:latin typeface="標楷體" panose="03000509000000000000" pitchFamily="65" charset="-120"/>
              <a:ea typeface="標楷體" panose="03000509000000000000" pitchFamily="65" charset="-120"/>
            </a:rPr>
            <a:t>我想要更多</a:t>
          </a:r>
          <a:r>
            <a:rPr lang="en-US" altLang="zh-TW" dirty="0" smtClean="0">
              <a:solidFill>
                <a:schemeClr val="bg1"/>
              </a:solidFill>
              <a:effectLst/>
              <a:latin typeface="標楷體" panose="03000509000000000000" pitchFamily="65" charset="-120"/>
              <a:ea typeface="標楷體" panose="03000509000000000000" pitchFamily="65" charset="-120"/>
            </a:rPr>
            <a:t/>
          </a:r>
          <a:br>
            <a:rPr lang="en-US" altLang="zh-TW" dirty="0" smtClean="0">
              <a:solidFill>
                <a:schemeClr val="bg1"/>
              </a:solidFill>
              <a:effectLst/>
              <a:latin typeface="標楷體" panose="03000509000000000000" pitchFamily="65" charset="-120"/>
              <a:ea typeface="標楷體" panose="03000509000000000000" pitchFamily="65" charset="-120"/>
            </a:rPr>
          </a:br>
          <a:r>
            <a:rPr lang="en-US" altLang="zh-TW" dirty="0" smtClean="0">
              <a:solidFill>
                <a:schemeClr val="bg1"/>
              </a:solidFill>
              <a:effectLst/>
              <a:latin typeface="Times New Roman" panose="02020603050405020304" pitchFamily="18" charset="0"/>
              <a:ea typeface="標楷體" panose="03000509000000000000" pitchFamily="65" charset="-120"/>
              <a:cs typeface="Times New Roman" panose="02020603050405020304" pitchFamily="18" charset="0"/>
            </a:rPr>
            <a:t>2</a:t>
          </a:r>
          <a:r>
            <a:rPr lang="zh-TW" altLang="en-US" dirty="0" smtClean="0">
              <a:solidFill>
                <a:schemeClr val="bg1"/>
              </a:solidFill>
              <a:effectLst/>
              <a:latin typeface="標楷體" panose="03000509000000000000" pitchFamily="65" charset="-120"/>
              <a:ea typeface="標楷體" panose="03000509000000000000" pitchFamily="65" charset="-120"/>
            </a:rPr>
            <a:t>項</a:t>
          </a:r>
          <a:endParaRPr lang="zh-TW" altLang="en-US" dirty="0">
            <a:solidFill>
              <a:schemeClr val="bg1"/>
            </a:solidFill>
            <a:effectLst/>
            <a:latin typeface="標楷體" panose="03000509000000000000" pitchFamily="65" charset="-120"/>
            <a:ea typeface="標楷體" panose="03000509000000000000" pitchFamily="65" charset="-120"/>
          </a:endParaRPr>
        </a:p>
      </dgm:t>
    </dgm:pt>
    <dgm:pt modelId="{CC2E65BD-B525-4960-89B4-01F17A31B953}" type="parTrans" cxnId="{CB3075B1-7FF0-4E4E-B2C0-59FE6FED5096}">
      <dgm:prSet/>
      <dgm:spPr>
        <a:ln>
          <a:solidFill>
            <a:schemeClr val="tx2">
              <a:lumMod val="50000"/>
              <a:lumOff val="50000"/>
            </a:schemeClr>
          </a:solidFill>
        </a:ln>
      </dgm:spPr>
      <dgm:t>
        <a:bodyPr/>
        <a:lstStyle/>
        <a:p>
          <a:endParaRPr lang="zh-TW" altLang="en-US"/>
        </a:p>
      </dgm:t>
    </dgm:pt>
    <dgm:pt modelId="{BC073E84-6710-46DB-9E92-95B9A7FACBF6}" type="sibTrans" cxnId="{CB3075B1-7FF0-4E4E-B2C0-59FE6FED5096}">
      <dgm:prSet/>
      <dgm:spPr/>
      <dgm:t>
        <a:bodyPr/>
        <a:lstStyle/>
        <a:p>
          <a:endParaRPr lang="zh-TW" altLang="en-US"/>
        </a:p>
      </dgm:t>
    </dgm:pt>
    <dgm:pt modelId="{CA865C0F-E128-4018-88FC-767FF53F79C4}">
      <dgm:prSet phldrT="[文字]"/>
      <dgm:spPr>
        <a:solidFill>
          <a:srgbClr val="00FFFF"/>
        </a:solidFill>
        <a:effectLst>
          <a:outerShdw blurRad="50800" dist="76200" dir="8100000" algn="tr" rotWithShape="0">
            <a:prstClr val="black">
              <a:alpha val="40000"/>
            </a:prstClr>
          </a:outerShdw>
        </a:effectLst>
      </dgm:spPr>
      <dgm:t>
        <a:bodyPr/>
        <a:lstStyle/>
        <a:p>
          <a:r>
            <a:rPr lang="zh-TW" altLang="zh-TW" dirty="0" smtClean="0">
              <a:solidFill>
                <a:schemeClr val="accent6">
                  <a:lumMod val="75000"/>
                </a:schemeClr>
              </a:solidFill>
              <a:latin typeface="標楷體" panose="03000509000000000000" pitchFamily="65" charset="-120"/>
              <a:ea typeface="標楷體" panose="03000509000000000000" pitchFamily="65" charset="-120"/>
              <a:cs typeface="Tahoma" panose="020B0604030504040204" pitchFamily="34" charset="0"/>
            </a:rPr>
            <a:t>提問</a:t>
          </a:r>
          <a:r>
            <a:rPr lang="en-US" altLang="zh-TW" dirty="0" smtClean="0">
              <a:solidFill>
                <a:schemeClr val="accent6">
                  <a:lumMod val="75000"/>
                </a:schemeClr>
              </a:solidFill>
              <a:latin typeface="標楷體" panose="03000509000000000000" pitchFamily="65" charset="-120"/>
              <a:ea typeface="標楷體" panose="03000509000000000000" pitchFamily="65" charset="-120"/>
              <a:cs typeface="Tahoma" panose="020B0604030504040204" pitchFamily="34" charset="0"/>
            </a:rPr>
            <a:t> </a:t>
          </a:r>
          <a:r>
            <a:rPr lang="en-US" altLang="zh-TW" dirty="0" smtClean="0">
              <a:solidFill>
                <a:schemeClr val="accent6">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7 </a:t>
          </a:r>
          <a:r>
            <a:rPr lang="zh-TW" altLang="zh-TW" dirty="0" smtClean="0">
              <a:solidFill>
                <a:schemeClr val="accent6">
                  <a:lumMod val="75000"/>
                </a:schemeClr>
              </a:solidFill>
              <a:latin typeface="標楷體" panose="03000509000000000000" pitchFamily="65" charset="-120"/>
              <a:ea typeface="標楷體" panose="03000509000000000000" pitchFamily="65" charset="-120"/>
              <a:cs typeface="Tahoma" panose="020B0604030504040204" pitchFamily="34" charset="0"/>
            </a:rPr>
            <a:t>項</a:t>
          </a:r>
          <a:endParaRPr lang="zh-TW" altLang="en-US" dirty="0">
            <a:solidFill>
              <a:schemeClr val="accent6">
                <a:lumMod val="75000"/>
              </a:schemeClr>
            </a:solidFill>
            <a:latin typeface="標楷體" panose="03000509000000000000" pitchFamily="65" charset="-120"/>
            <a:ea typeface="標楷體" panose="03000509000000000000" pitchFamily="65" charset="-120"/>
          </a:endParaRPr>
        </a:p>
      </dgm:t>
    </dgm:pt>
    <dgm:pt modelId="{25A4FD29-2E27-46CC-8019-8CB2ECD91418}" type="parTrans" cxnId="{F3F4DE33-47B1-4C26-B5BB-61C4D1E5E7CD}">
      <dgm:prSet/>
      <dgm:spPr/>
      <dgm:t>
        <a:bodyPr/>
        <a:lstStyle/>
        <a:p>
          <a:endParaRPr lang="zh-TW" altLang="en-US"/>
        </a:p>
      </dgm:t>
    </dgm:pt>
    <dgm:pt modelId="{65936066-8BD4-4109-A86A-45A28CD2532E}" type="sibTrans" cxnId="{F3F4DE33-47B1-4C26-B5BB-61C4D1E5E7CD}">
      <dgm:prSet/>
      <dgm:spPr/>
      <dgm:t>
        <a:bodyPr/>
        <a:lstStyle/>
        <a:p>
          <a:endParaRPr lang="zh-TW" altLang="en-US"/>
        </a:p>
      </dgm:t>
    </dgm:pt>
    <dgm:pt modelId="{AF881402-ED26-4CFD-8A20-4FFF0792F52A}">
      <dgm:prSet phldrT="[文字]"/>
      <dgm:spPr>
        <a:solidFill>
          <a:srgbClr val="FFFF66"/>
        </a:solidFill>
        <a:effectLst>
          <a:outerShdw blurRad="50800" dist="76200" dir="8100000" algn="tr" rotWithShape="0">
            <a:prstClr val="black">
              <a:alpha val="40000"/>
            </a:prstClr>
          </a:outerShdw>
        </a:effectLst>
      </dgm:spPr>
      <dgm:t>
        <a:bodyPr/>
        <a:lstStyle/>
        <a:p>
          <a:r>
            <a:rPr lang="zh-TW" altLang="en-US" dirty="0" smtClean="0">
              <a:solidFill>
                <a:schemeClr val="accent6">
                  <a:lumMod val="75000"/>
                </a:schemeClr>
              </a:solidFill>
              <a:latin typeface="標楷體" panose="03000509000000000000" pitchFamily="65" charset="-120"/>
              <a:ea typeface="標楷體" panose="03000509000000000000" pitchFamily="65" charset="-120"/>
            </a:rPr>
            <a:t>其他 </a:t>
          </a:r>
          <a:r>
            <a:rPr lang="en-US" altLang="zh-TW" dirty="0" smtClean="0">
              <a:solidFill>
                <a:schemeClr val="accent6">
                  <a:lumMod val="75000"/>
                </a:schemeClr>
              </a:solidFill>
              <a:latin typeface="標楷體" panose="03000509000000000000" pitchFamily="65" charset="-120"/>
              <a:ea typeface="標楷體" panose="03000509000000000000" pitchFamily="65" charset="-120"/>
            </a:rPr>
            <a:t>2 </a:t>
          </a:r>
          <a:r>
            <a:rPr lang="zh-TW" altLang="en-US" dirty="0" smtClean="0">
              <a:solidFill>
                <a:schemeClr val="accent6">
                  <a:lumMod val="75000"/>
                </a:schemeClr>
              </a:solidFill>
              <a:latin typeface="標楷體" panose="03000509000000000000" pitchFamily="65" charset="-120"/>
              <a:ea typeface="標楷體" panose="03000509000000000000" pitchFamily="65" charset="-120"/>
            </a:rPr>
            <a:t>項</a:t>
          </a:r>
          <a:endParaRPr lang="zh-TW" altLang="en-US" dirty="0">
            <a:solidFill>
              <a:schemeClr val="accent6">
                <a:lumMod val="75000"/>
              </a:schemeClr>
            </a:solidFill>
            <a:latin typeface="標楷體" panose="03000509000000000000" pitchFamily="65" charset="-120"/>
            <a:ea typeface="標楷體" panose="03000509000000000000" pitchFamily="65" charset="-120"/>
          </a:endParaRPr>
        </a:p>
      </dgm:t>
    </dgm:pt>
    <dgm:pt modelId="{92DAB387-1852-4F88-81FD-E923858193F8}" type="parTrans" cxnId="{063D67D1-D1EB-4B4D-9B01-049C61D3F3DF}">
      <dgm:prSet/>
      <dgm:spPr/>
      <dgm:t>
        <a:bodyPr/>
        <a:lstStyle/>
        <a:p>
          <a:endParaRPr lang="zh-TW" altLang="en-US"/>
        </a:p>
      </dgm:t>
    </dgm:pt>
    <dgm:pt modelId="{1F746241-173B-471A-8926-85FD310DADBD}" type="sibTrans" cxnId="{063D67D1-D1EB-4B4D-9B01-049C61D3F3DF}">
      <dgm:prSet/>
      <dgm:spPr/>
      <dgm:t>
        <a:bodyPr/>
        <a:lstStyle/>
        <a:p>
          <a:endParaRPr lang="zh-TW" altLang="en-US"/>
        </a:p>
      </dgm:t>
    </dgm:pt>
    <dgm:pt modelId="{651B89D3-B9DD-4E34-B990-1AF9E1BC4603}" type="pres">
      <dgm:prSet presAssocID="{0043A6CB-B6E2-4338-8049-3BF9F918B012}" presName="diagram" presStyleCnt="0">
        <dgm:presLayoutVars>
          <dgm:chPref val="1"/>
          <dgm:dir/>
          <dgm:animOne val="branch"/>
          <dgm:animLvl val="lvl"/>
          <dgm:resizeHandles val="exact"/>
        </dgm:presLayoutVars>
      </dgm:prSet>
      <dgm:spPr/>
      <dgm:t>
        <a:bodyPr/>
        <a:lstStyle/>
        <a:p>
          <a:endParaRPr lang="zh-TW" altLang="en-US"/>
        </a:p>
      </dgm:t>
    </dgm:pt>
    <dgm:pt modelId="{1B4E51A3-5BFF-46BD-AE9B-15C2BA1829D9}" type="pres">
      <dgm:prSet presAssocID="{B693C85C-6427-4672-8E86-713F462B8F89}" presName="root1" presStyleCnt="0"/>
      <dgm:spPr/>
    </dgm:pt>
    <dgm:pt modelId="{4600D016-12F2-4CDF-ACCE-C257203D7EEA}" type="pres">
      <dgm:prSet presAssocID="{B693C85C-6427-4672-8E86-713F462B8F89}" presName="LevelOneTextNode" presStyleLbl="node0" presStyleIdx="0" presStyleCnt="1">
        <dgm:presLayoutVars>
          <dgm:chPref val="3"/>
        </dgm:presLayoutVars>
      </dgm:prSet>
      <dgm:spPr/>
      <dgm:t>
        <a:bodyPr/>
        <a:lstStyle/>
        <a:p>
          <a:endParaRPr lang="zh-TW" altLang="en-US"/>
        </a:p>
      </dgm:t>
    </dgm:pt>
    <dgm:pt modelId="{E9638DF4-BE27-431B-AE1D-874F3F2AD412}" type="pres">
      <dgm:prSet presAssocID="{B693C85C-6427-4672-8E86-713F462B8F89}" presName="level2hierChild" presStyleCnt="0"/>
      <dgm:spPr/>
    </dgm:pt>
    <dgm:pt modelId="{E2FEDEEC-CB21-4262-88D7-4BEE93983FA9}" type="pres">
      <dgm:prSet presAssocID="{65E93087-0620-4C05-B534-24897B90B4D3}" presName="conn2-1" presStyleLbl="parChTrans1D2" presStyleIdx="0" presStyleCnt="2"/>
      <dgm:spPr/>
      <dgm:t>
        <a:bodyPr/>
        <a:lstStyle/>
        <a:p>
          <a:endParaRPr lang="zh-TW" altLang="en-US"/>
        </a:p>
      </dgm:t>
    </dgm:pt>
    <dgm:pt modelId="{508566B6-9E95-4F9E-9273-CC2688FF1A66}" type="pres">
      <dgm:prSet presAssocID="{65E93087-0620-4C05-B534-24897B90B4D3}" presName="connTx" presStyleLbl="parChTrans1D2" presStyleIdx="0" presStyleCnt="2"/>
      <dgm:spPr/>
      <dgm:t>
        <a:bodyPr/>
        <a:lstStyle/>
        <a:p>
          <a:endParaRPr lang="zh-TW" altLang="en-US"/>
        </a:p>
      </dgm:t>
    </dgm:pt>
    <dgm:pt modelId="{BC1C94DB-F7DA-4F95-818E-4FEF182D58E4}" type="pres">
      <dgm:prSet presAssocID="{F9F45221-74A3-4AD2-9F9D-D24BB0CBAB8E}" presName="root2" presStyleCnt="0"/>
      <dgm:spPr/>
    </dgm:pt>
    <dgm:pt modelId="{0EF8807F-23F6-4ED7-B431-2B898FA7CA53}" type="pres">
      <dgm:prSet presAssocID="{F9F45221-74A3-4AD2-9F9D-D24BB0CBAB8E}" presName="LevelTwoTextNode" presStyleLbl="node2" presStyleIdx="0" presStyleCnt="2" custScaleX="118959">
        <dgm:presLayoutVars>
          <dgm:chPref val="3"/>
        </dgm:presLayoutVars>
      </dgm:prSet>
      <dgm:spPr/>
      <dgm:t>
        <a:bodyPr/>
        <a:lstStyle/>
        <a:p>
          <a:endParaRPr lang="zh-TW" altLang="en-US"/>
        </a:p>
      </dgm:t>
    </dgm:pt>
    <dgm:pt modelId="{C6A68960-49C1-4DD9-B143-4B5821AD182D}" type="pres">
      <dgm:prSet presAssocID="{F9F45221-74A3-4AD2-9F9D-D24BB0CBAB8E}" presName="level3hierChild" presStyleCnt="0"/>
      <dgm:spPr/>
    </dgm:pt>
    <dgm:pt modelId="{A15624FC-564D-43C2-B388-3089F5BE088E}" type="pres">
      <dgm:prSet presAssocID="{6F09C92B-8803-4E7B-B53E-FD39745FBAC5}" presName="conn2-1" presStyleLbl="parChTrans1D3" presStyleIdx="0" presStyleCnt="4"/>
      <dgm:spPr/>
      <dgm:t>
        <a:bodyPr/>
        <a:lstStyle/>
        <a:p>
          <a:endParaRPr lang="zh-TW" altLang="en-US"/>
        </a:p>
      </dgm:t>
    </dgm:pt>
    <dgm:pt modelId="{70D98F25-8580-4797-BCE4-7F703B14BC14}" type="pres">
      <dgm:prSet presAssocID="{6F09C92B-8803-4E7B-B53E-FD39745FBAC5}" presName="connTx" presStyleLbl="parChTrans1D3" presStyleIdx="0" presStyleCnt="4"/>
      <dgm:spPr/>
      <dgm:t>
        <a:bodyPr/>
        <a:lstStyle/>
        <a:p>
          <a:endParaRPr lang="zh-TW" altLang="en-US"/>
        </a:p>
      </dgm:t>
    </dgm:pt>
    <dgm:pt modelId="{CE2FBA54-9CED-4226-A675-6E4D28FB0D01}" type="pres">
      <dgm:prSet presAssocID="{70138C50-562A-421C-8021-E4AF6DFFD523}" presName="root2" presStyleCnt="0"/>
      <dgm:spPr/>
    </dgm:pt>
    <dgm:pt modelId="{BAD56B46-7DD2-4910-85BE-7E650AB5643E}" type="pres">
      <dgm:prSet presAssocID="{70138C50-562A-421C-8021-E4AF6DFFD523}" presName="LevelTwoTextNode" presStyleLbl="node3" presStyleIdx="0" presStyleCnt="4">
        <dgm:presLayoutVars>
          <dgm:chPref val="3"/>
        </dgm:presLayoutVars>
      </dgm:prSet>
      <dgm:spPr/>
      <dgm:t>
        <a:bodyPr/>
        <a:lstStyle/>
        <a:p>
          <a:endParaRPr lang="zh-TW" altLang="en-US"/>
        </a:p>
      </dgm:t>
    </dgm:pt>
    <dgm:pt modelId="{730C3B1F-163C-473E-A663-BB140BDE38E9}" type="pres">
      <dgm:prSet presAssocID="{70138C50-562A-421C-8021-E4AF6DFFD523}" presName="level3hierChild" presStyleCnt="0"/>
      <dgm:spPr/>
    </dgm:pt>
    <dgm:pt modelId="{59766EFA-C67B-4AA0-AC41-12FBD83E444F}" type="pres">
      <dgm:prSet presAssocID="{25A4FD29-2E27-46CC-8019-8CB2ECD91418}" presName="conn2-1" presStyleLbl="parChTrans1D3" presStyleIdx="1" presStyleCnt="4"/>
      <dgm:spPr/>
      <dgm:t>
        <a:bodyPr/>
        <a:lstStyle/>
        <a:p>
          <a:endParaRPr lang="zh-TW" altLang="en-US"/>
        </a:p>
      </dgm:t>
    </dgm:pt>
    <dgm:pt modelId="{7DD8C212-5BB9-4C4C-9D74-93EB8A9C312B}" type="pres">
      <dgm:prSet presAssocID="{25A4FD29-2E27-46CC-8019-8CB2ECD91418}" presName="connTx" presStyleLbl="parChTrans1D3" presStyleIdx="1" presStyleCnt="4"/>
      <dgm:spPr/>
      <dgm:t>
        <a:bodyPr/>
        <a:lstStyle/>
        <a:p>
          <a:endParaRPr lang="zh-TW" altLang="en-US"/>
        </a:p>
      </dgm:t>
    </dgm:pt>
    <dgm:pt modelId="{86AFB597-31F8-4E88-B69B-F729AD13A795}" type="pres">
      <dgm:prSet presAssocID="{CA865C0F-E128-4018-88FC-767FF53F79C4}" presName="root2" presStyleCnt="0"/>
      <dgm:spPr/>
    </dgm:pt>
    <dgm:pt modelId="{F2AB0E79-100D-42BE-A18B-713E0B1ED5BB}" type="pres">
      <dgm:prSet presAssocID="{CA865C0F-E128-4018-88FC-767FF53F79C4}" presName="LevelTwoTextNode" presStyleLbl="node3" presStyleIdx="1" presStyleCnt="4">
        <dgm:presLayoutVars>
          <dgm:chPref val="3"/>
        </dgm:presLayoutVars>
      </dgm:prSet>
      <dgm:spPr/>
      <dgm:t>
        <a:bodyPr/>
        <a:lstStyle/>
        <a:p>
          <a:endParaRPr lang="zh-TW" altLang="en-US"/>
        </a:p>
      </dgm:t>
    </dgm:pt>
    <dgm:pt modelId="{88A92BCB-5B48-4C2E-A4B0-8EB74BDCD60E}" type="pres">
      <dgm:prSet presAssocID="{CA865C0F-E128-4018-88FC-767FF53F79C4}" presName="level3hierChild" presStyleCnt="0"/>
      <dgm:spPr/>
    </dgm:pt>
    <dgm:pt modelId="{28016FCC-4009-485F-8354-D4EB144E0AD2}" type="pres">
      <dgm:prSet presAssocID="{F3DB5BA5-E7EE-4F5F-8C03-D04A954BEBEA}" presName="conn2-1" presStyleLbl="parChTrans1D3" presStyleIdx="2" presStyleCnt="4"/>
      <dgm:spPr/>
      <dgm:t>
        <a:bodyPr/>
        <a:lstStyle/>
        <a:p>
          <a:endParaRPr lang="zh-TW" altLang="en-US"/>
        </a:p>
      </dgm:t>
    </dgm:pt>
    <dgm:pt modelId="{C28AFCF0-86CA-4B0F-9106-2A48AF6BC531}" type="pres">
      <dgm:prSet presAssocID="{F3DB5BA5-E7EE-4F5F-8C03-D04A954BEBEA}" presName="connTx" presStyleLbl="parChTrans1D3" presStyleIdx="2" presStyleCnt="4"/>
      <dgm:spPr/>
      <dgm:t>
        <a:bodyPr/>
        <a:lstStyle/>
        <a:p>
          <a:endParaRPr lang="zh-TW" altLang="en-US"/>
        </a:p>
      </dgm:t>
    </dgm:pt>
    <dgm:pt modelId="{AAB2D252-ADB7-4BA1-A928-BD003CFC9DBA}" type="pres">
      <dgm:prSet presAssocID="{79F5BA5E-53EA-477D-ABB4-9191FE951CF4}" presName="root2" presStyleCnt="0"/>
      <dgm:spPr/>
    </dgm:pt>
    <dgm:pt modelId="{5173F84E-3EFF-42BB-A60B-9727F9A7724A}" type="pres">
      <dgm:prSet presAssocID="{79F5BA5E-53EA-477D-ABB4-9191FE951CF4}" presName="LevelTwoTextNode" presStyleLbl="node3" presStyleIdx="2" presStyleCnt="4">
        <dgm:presLayoutVars>
          <dgm:chPref val="3"/>
        </dgm:presLayoutVars>
      </dgm:prSet>
      <dgm:spPr/>
      <dgm:t>
        <a:bodyPr/>
        <a:lstStyle/>
        <a:p>
          <a:endParaRPr lang="zh-TW" altLang="en-US"/>
        </a:p>
      </dgm:t>
    </dgm:pt>
    <dgm:pt modelId="{A52AFABA-4B98-495A-ACC6-63FA5CC254E6}" type="pres">
      <dgm:prSet presAssocID="{79F5BA5E-53EA-477D-ABB4-9191FE951CF4}" presName="level3hierChild" presStyleCnt="0"/>
      <dgm:spPr/>
    </dgm:pt>
    <dgm:pt modelId="{7CDDAB3E-9EDB-4F14-9681-77BB2495F799}" type="pres">
      <dgm:prSet presAssocID="{92DAB387-1852-4F88-81FD-E923858193F8}" presName="conn2-1" presStyleLbl="parChTrans1D3" presStyleIdx="3" presStyleCnt="4"/>
      <dgm:spPr/>
      <dgm:t>
        <a:bodyPr/>
        <a:lstStyle/>
        <a:p>
          <a:endParaRPr lang="zh-TW" altLang="en-US"/>
        </a:p>
      </dgm:t>
    </dgm:pt>
    <dgm:pt modelId="{8DC67C8E-EDC6-4BEC-A87F-7E8F5B2DA20E}" type="pres">
      <dgm:prSet presAssocID="{92DAB387-1852-4F88-81FD-E923858193F8}" presName="connTx" presStyleLbl="parChTrans1D3" presStyleIdx="3" presStyleCnt="4"/>
      <dgm:spPr/>
      <dgm:t>
        <a:bodyPr/>
        <a:lstStyle/>
        <a:p>
          <a:endParaRPr lang="zh-TW" altLang="en-US"/>
        </a:p>
      </dgm:t>
    </dgm:pt>
    <dgm:pt modelId="{CF9B5BBC-1CE6-4C58-B019-882EABE8A43B}" type="pres">
      <dgm:prSet presAssocID="{AF881402-ED26-4CFD-8A20-4FFF0792F52A}" presName="root2" presStyleCnt="0"/>
      <dgm:spPr/>
    </dgm:pt>
    <dgm:pt modelId="{896A26B3-0137-4E3F-90DC-BA4A69DCAB5C}" type="pres">
      <dgm:prSet presAssocID="{AF881402-ED26-4CFD-8A20-4FFF0792F52A}" presName="LevelTwoTextNode" presStyleLbl="node3" presStyleIdx="3" presStyleCnt="4">
        <dgm:presLayoutVars>
          <dgm:chPref val="3"/>
        </dgm:presLayoutVars>
      </dgm:prSet>
      <dgm:spPr/>
      <dgm:t>
        <a:bodyPr/>
        <a:lstStyle/>
        <a:p>
          <a:endParaRPr lang="zh-TW" altLang="en-US"/>
        </a:p>
      </dgm:t>
    </dgm:pt>
    <dgm:pt modelId="{5FC9C620-FB72-4437-8DEB-1C0AC6401723}" type="pres">
      <dgm:prSet presAssocID="{AF881402-ED26-4CFD-8A20-4FFF0792F52A}" presName="level3hierChild" presStyleCnt="0"/>
      <dgm:spPr/>
    </dgm:pt>
    <dgm:pt modelId="{7007670E-EE26-44DD-8334-7AB73FFE85FC}" type="pres">
      <dgm:prSet presAssocID="{CC2E65BD-B525-4960-89B4-01F17A31B953}" presName="conn2-1" presStyleLbl="parChTrans1D2" presStyleIdx="1" presStyleCnt="2"/>
      <dgm:spPr/>
      <dgm:t>
        <a:bodyPr/>
        <a:lstStyle/>
        <a:p>
          <a:endParaRPr lang="zh-TW" altLang="en-US"/>
        </a:p>
      </dgm:t>
    </dgm:pt>
    <dgm:pt modelId="{9B3693C8-7C83-4980-8D5B-BF3D4AFD1DCE}" type="pres">
      <dgm:prSet presAssocID="{CC2E65BD-B525-4960-89B4-01F17A31B953}" presName="connTx" presStyleLbl="parChTrans1D2" presStyleIdx="1" presStyleCnt="2"/>
      <dgm:spPr/>
      <dgm:t>
        <a:bodyPr/>
        <a:lstStyle/>
        <a:p>
          <a:endParaRPr lang="zh-TW" altLang="en-US"/>
        </a:p>
      </dgm:t>
    </dgm:pt>
    <dgm:pt modelId="{47372EE0-4CFB-454E-9F84-A876E72BC1AD}" type="pres">
      <dgm:prSet presAssocID="{0D173755-DD0D-4DA9-9117-6BC476583374}" presName="root2" presStyleCnt="0"/>
      <dgm:spPr/>
    </dgm:pt>
    <dgm:pt modelId="{4D13C6F2-6CB5-4D7F-91EA-DE6930F698E0}" type="pres">
      <dgm:prSet presAssocID="{0D173755-DD0D-4DA9-9117-6BC476583374}" presName="LevelTwoTextNode" presStyleLbl="node2" presStyleIdx="1" presStyleCnt="2" custScaleX="118959">
        <dgm:presLayoutVars>
          <dgm:chPref val="3"/>
        </dgm:presLayoutVars>
      </dgm:prSet>
      <dgm:spPr/>
      <dgm:t>
        <a:bodyPr/>
        <a:lstStyle/>
        <a:p>
          <a:endParaRPr lang="zh-TW" altLang="en-US"/>
        </a:p>
      </dgm:t>
    </dgm:pt>
    <dgm:pt modelId="{99B6F78C-6777-47D7-8045-AAB5E2D322B3}" type="pres">
      <dgm:prSet presAssocID="{0D173755-DD0D-4DA9-9117-6BC476583374}" presName="level3hierChild" presStyleCnt="0"/>
      <dgm:spPr/>
    </dgm:pt>
  </dgm:ptLst>
  <dgm:cxnLst>
    <dgm:cxn modelId="{E550E6A5-75FC-493A-B607-4582D67AE7D1}" type="presOf" srcId="{B693C85C-6427-4672-8E86-713F462B8F89}" destId="{4600D016-12F2-4CDF-ACCE-C257203D7EEA}" srcOrd="0" destOrd="0" presId="urn:microsoft.com/office/officeart/2005/8/layout/hierarchy2"/>
    <dgm:cxn modelId="{3844A5FB-F4B8-4FDB-904A-639C25E656FF}" srcId="{F9F45221-74A3-4AD2-9F9D-D24BB0CBAB8E}" destId="{79F5BA5E-53EA-477D-ABB4-9191FE951CF4}" srcOrd="2" destOrd="0" parTransId="{F3DB5BA5-E7EE-4F5F-8C03-D04A954BEBEA}" sibTransId="{EC168520-D579-4046-9C82-57D7F72E5167}"/>
    <dgm:cxn modelId="{113B465F-3FC6-4E1A-B738-CD665DA90D41}" type="presOf" srcId="{0D173755-DD0D-4DA9-9117-6BC476583374}" destId="{4D13C6F2-6CB5-4D7F-91EA-DE6930F698E0}" srcOrd="0" destOrd="0" presId="urn:microsoft.com/office/officeart/2005/8/layout/hierarchy2"/>
    <dgm:cxn modelId="{6D3F39CE-2632-4EDE-894D-CDC8834B5F91}" type="presOf" srcId="{25A4FD29-2E27-46CC-8019-8CB2ECD91418}" destId="{59766EFA-C67B-4AA0-AC41-12FBD83E444F}" srcOrd="0" destOrd="0" presId="urn:microsoft.com/office/officeart/2005/8/layout/hierarchy2"/>
    <dgm:cxn modelId="{CB3075B1-7FF0-4E4E-B2C0-59FE6FED5096}" srcId="{B693C85C-6427-4672-8E86-713F462B8F89}" destId="{0D173755-DD0D-4DA9-9117-6BC476583374}" srcOrd="1" destOrd="0" parTransId="{CC2E65BD-B525-4960-89B4-01F17A31B953}" sibTransId="{BC073E84-6710-46DB-9E92-95B9A7FACBF6}"/>
    <dgm:cxn modelId="{6A47543A-D064-4737-A828-13DEDBEB66C3}" type="presOf" srcId="{6F09C92B-8803-4E7B-B53E-FD39745FBAC5}" destId="{70D98F25-8580-4797-BCE4-7F703B14BC14}" srcOrd="1" destOrd="0" presId="urn:microsoft.com/office/officeart/2005/8/layout/hierarchy2"/>
    <dgm:cxn modelId="{7959D95D-88AB-4FF6-B054-F931FBAADEC6}" type="presOf" srcId="{CA865C0F-E128-4018-88FC-767FF53F79C4}" destId="{F2AB0E79-100D-42BE-A18B-713E0B1ED5BB}" srcOrd="0" destOrd="0" presId="urn:microsoft.com/office/officeart/2005/8/layout/hierarchy2"/>
    <dgm:cxn modelId="{6CC7D272-CC13-43BD-8D20-036FC76F4C48}" type="presOf" srcId="{0043A6CB-B6E2-4338-8049-3BF9F918B012}" destId="{651B89D3-B9DD-4E34-B990-1AF9E1BC4603}" srcOrd="0" destOrd="0" presId="urn:microsoft.com/office/officeart/2005/8/layout/hierarchy2"/>
    <dgm:cxn modelId="{40AE723B-687F-4075-AD44-0CA832B5648B}" srcId="{0043A6CB-B6E2-4338-8049-3BF9F918B012}" destId="{B693C85C-6427-4672-8E86-713F462B8F89}" srcOrd="0" destOrd="0" parTransId="{9182C296-AB50-4C09-A378-2D636FBA90F3}" sibTransId="{76477B82-C6E2-4AAB-BBB7-E93AF2E4ED45}"/>
    <dgm:cxn modelId="{C9C5556B-E851-4169-8A9F-C04A4D71C62B}" type="presOf" srcId="{F3DB5BA5-E7EE-4F5F-8C03-D04A954BEBEA}" destId="{C28AFCF0-86CA-4B0F-9106-2A48AF6BC531}" srcOrd="1" destOrd="0" presId="urn:microsoft.com/office/officeart/2005/8/layout/hierarchy2"/>
    <dgm:cxn modelId="{9A4E63B3-D69C-4186-9B71-7386DEDB115A}" type="presOf" srcId="{CC2E65BD-B525-4960-89B4-01F17A31B953}" destId="{7007670E-EE26-44DD-8334-7AB73FFE85FC}" srcOrd="0" destOrd="0" presId="urn:microsoft.com/office/officeart/2005/8/layout/hierarchy2"/>
    <dgm:cxn modelId="{E9DB143E-AAA8-4A3D-AA4E-E5BE2B284773}" type="presOf" srcId="{65E93087-0620-4C05-B534-24897B90B4D3}" destId="{508566B6-9E95-4F9E-9273-CC2688FF1A66}" srcOrd="1" destOrd="0" presId="urn:microsoft.com/office/officeart/2005/8/layout/hierarchy2"/>
    <dgm:cxn modelId="{33E92B05-C9DE-4B54-B2AD-D6C2EFDB514F}" type="presOf" srcId="{70138C50-562A-421C-8021-E4AF6DFFD523}" destId="{BAD56B46-7DD2-4910-85BE-7E650AB5643E}" srcOrd="0" destOrd="0" presId="urn:microsoft.com/office/officeart/2005/8/layout/hierarchy2"/>
    <dgm:cxn modelId="{39340AC7-6D73-4D2D-89BC-858095CBF400}" type="presOf" srcId="{92DAB387-1852-4F88-81FD-E923858193F8}" destId="{8DC67C8E-EDC6-4BEC-A87F-7E8F5B2DA20E}" srcOrd="1" destOrd="0" presId="urn:microsoft.com/office/officeart/2005/8/layout/hierarchy2"/>
    <dgm:cxn modelId="{65D3BD35-22B6-481A-A56D-08ECD55B4B9F}" srcId="{F9F45221-74A3-4AD2-9F9D-D24BB0CBAB8E}" destId="{70138C50-562A-421C-8021-E4AF6DFFD523}" srcOrd="0" destOrd="0" parTransId="{6F09C92B-8803-4E7B-B53E-FD39745FBAC5}" sibTransId="{66C436B3-900A-4B8C-B6C2-DBE2BE89E26F}"/>
    <dgm:cxn modelId="{4B952D3B-1482-4503-97A2-7BB0B71F1152}" type="presOf" srcId="{92DAB387-1852-4F88-81FD-E923858193F8}" destId="{7CDDAB3E-9EDB-4F14-9681-77BB2495F799}" srcOrd="0" destOrd="0" presId="urn:microsoft.com/office/officeart/2005/8/layout/hierarchy2"/>
    <dgm:cxn modelId="{6A21F5A2-F941-4C24-BEE6-2F3D5FC0F291}" type="presOf" srcId="{F9F45221-74A3-4AD2-9F9D-D24BB0CBAB8E}" destId="{0EF8807F-23F6-4ED7-B431-2B898FA7CA53}" srcOrd="0" destOrd="0" presId="urn:microsoft.com/office/officeart/2005/8/layout/hierarchy2"/>
    <dgm:cxn modelId="{FF052036-FCDD-43F2-A35E-3AFA1804BD6A}" type="presOf" srcId="{6F09C92B-8803-4E7B-B53E-FD39745FBAC5}" destId="{A15624FC-564D-43C2-B388-3089F5BE088E}" srcOrd="0" destOrd="0" presId="urn:microsoft.com/office/officeart/2005/8/layout/hierarchy2"/>
    <dgm:cxn modelId="{0A9CD470-07C6-47E5-9EAC-B61BB08B1C4D}" type="presOf" srcId="{25A4FD29-2E27-46CC-8019-8CB2ECD91418}" destId="{7DD8C212-5BB9-4C4C-9D74-93EB8A9C312B}" srcOrd="1" destOrd="0" presId="urn:microsoft.com/office/officeart/2005/8/layout/hierarchy2"/>
    <dgm:cxn modelId="{A227F181-092F-4876-A43A-9F3A1E42C2E0}" type="presOf" srcId="{CC2E65BD-B525-4960-89B4-01F17A31B953}" destId="{9B3693C8-7C83-4980-8D5B-BF3D4AFD1DCE}" srcOrd="1" destOrd="0" presId="urn:microsoft.com/office/officeart/2005/8/layout/hierarchy2"/>
    <dgm:cxn modelId="{E7A56B14-5F43-4F25-97DC-6E5DF0CE8732}" type="presOf" srcId="{AF881402-ED26-4CFD-8A20-4FFF0792F52A}" destId="{896A26B3-0137-4E3F-90DC-BA4A69DCAB5C}" srcOrd="0" destOrd="0" presId="urn:microsoft.com/office/officeart/2005/8/layout/hierarchy2"/>
    <dgm:cxn modelId="{063D67D1-D1EB-4B4D-9B01-049C61D3F3DF}" srcId="{F9F45221-74A3-4AD2-9F9D-D24BB0CBAB8E}" destId="{AF881402-ED26-4CFD-8A20-4FFF0792F52A}" srcOrd="3" destOrd="0" parTransId="{92DAB387-1852-4F88-81FD-E923858193F8}" sibTransId="{1F746241-173B-471A-8926-85FD310DADBD}"/>
    <dgm:cxn modelId="{DDFAF29A-15EE-48B8-8AE6-534840B68270}" type="presOf" srcId="{F3DB5BA5-E7EE-4F5F-8C03-D04A954BEBEA}" destId="{28016FCC-4009-485F-8354-D4EB144E0AD2}" srcOrd="0" destOrd="0" presId="urn:microsoft.com/office/officeart/2005/8/layout/hierarchy2"/>
    <dgm:cxn modelId="{EA06F23E-1497-49AA-9804-6C1CD4872796}" type="presOf" srcId="{79F5BA5E-53EA-477D-ABB4-9191FE951CF4}" destId="{5173F84E-3EFF-42BB-A60B-9727F9A7724A}" srcOrd="0" destOrd="0" presId="urn:microsoft.com/office/officeart/2005/8/layout/hierarchy2"/>
    <dgm:cxn modelId="{94692DE9-D0C2-48A8-9991-E8EE1607590F}" srcId="{B693C85C-6427-4672-8E86-713F462B8F89}" destId="{F9F45221-74A3-4AD2-9F9D-D24BB0CBAB8E}" srcOrd="0" destOrd="0" parTransId="{65E93087-0620-4C05-B534-24897B90B4D3}" sibTransId="{3D757868-85FF-4F7A-A679-7CA83B48A01F}"/>
    <dgm:cxn modelId="{8B5390BE-997C-4350-A3DB-D0D6EA26B65A}" type="presOf" srcId="{65E93087-0620-4C05-B534-24897B90B4D3}" destId="{E2FEDEEC-CB21-4262-88D7-4BEE93983FA9}" srcOrd="0" destOrd="0" presId="urn:microsoft.com/office/officeart/2005/8/layout/hierarchy2"/>
    <dgm:cxn modelId="{F3F4DE33-47B1-4C26-B5BB-61C4D1E5E7CD}" srcId="{F9F45221-74A3-4AD2-9F9D-D24BB0CBAB8E}" destId="{CA865C0F-E128-4018-88FC-767FF53F79C4}" srcOrd="1" destOrd="0" parTransId="{25A4FD29-2E27-46CC-8019-8CB2ECD91418}" sibTransId="{65936066-8BD4-4109-A86A-45A28CD2532E}"/>
    <dgm:cxn modelId="{64D1CA2F-4E78-4E67-915F-BE9C6644F40A}" type="presParOf" srcId="{651B89D3-B9DD-4E34-B990-1AF9E1BC4603}" destId="{1B4E51A3-5BFF-46BD-AE9B-15C2BA1829D9}" srcOrd="0" destOrd="0" presId="urn:microsoft.com/office/officeart/2005/8/layout/hierarchy2"/>
    <dgm:cxn modelId="{104272DC-CC1B-410E-A294-4BF84BCCA996}" type="presParOf" srcId="{1B4E51A3-5BFF-46BD-AE9B-15C2BA1829D9}" destId="{4600D016-12F2-4CDF-ACCE-C257203D7EEA}" srcOrd="0" destOrd="0" presId="urn:microsoft.com/office/officeart/2005/8/layout/hierarchy2"/>
    <dgm:cxn modelId="{8CC125EA-10D4-4C6C-AFE0-60C496DADA9C}" type="presParOf" srcId="{1B4E51A3-5BFF-46BD-AE9B-15C2BA1829D9}" destId="{E9638DF4-BE27-431B-AE1D-874F3F2AD412}" srcOrd="1" destOrd="0" presId="urn:microsoft.com/office/officeart/2005/8/layout/hierarchy2"/>
    <dgm:cxn modelId="{09559FAF-6D60-44AE-9BBA-335621BCEA65}" type="presParOf" srcId="{E9638DF4-BE27-431B-AE1D-874F3F2AD412}" destId="{E2FEDEEC-CB21-4262-88D7-4BEE93983FA9}" srcOrd="0" destOrd="0" presId="urn:microsoft.com/office/officeart/2005/8/layout/hierarchy2"/>
    <dgm:cxn modelId="{3C573636-2788-4F43-952B-583F87627850}" type="presParOf" srcId="{E2FEDEEC-CB21-4262-88D7-4BEE93983FA9}" destId="{508566B6-9E95-4F9E-9273-CC2688FF1A66}" srcOrd="0" destOrd="0" presId="urn:microsoft.com/office/officeart/2005/8/layout/hierarchy2"/>
    <dgm:cxn modelId="{3863D865-2571-45DE-ABBF-42E02853C1E5}" type="presParOf" srcId="{E9638DF4-BE27-431B-AE1D-874F3F2AD412}" destId="{BC1C94DB-F7DA-4F95-818E-4FEF182D58E4}" srcOrd="1" destOrd="0" presId="urn:microsoft.com/office/officeart/2005/8/layout/hierarchy2"/>
    <dgm:cxn modelId="{617ED2B9-347C-4200-A184-57CACC36D70E}" type="presParOf" srcId="{BC1C94DB-F7DA-4F95-818E-4FEF182D58E4}" destId="{0EF8807F-23F6-4ED7-B431-2B898FA7CA53}" srcOrd="0" destOrd="0" presId="urn:microsoft.com/office/officeart/2005/8/layout/hierarchy2"/>
    <dgm:cxn modelId="{04587AE3-1611-4D83-830C-3D829005B073}" type="presParOf" srcId="{BC1C94DB-F7DA-4F95-818E-4FEF182D58E4}" destId="{C6A68960-49C1-4DD9-B143-4B5821AD182D}" srcOrd="1" destOrd="0" presId="urn:microsoft.com/office/officeart/2005/8/layout/hierarchy2"/>
    <dgm:cxn modelId="{65219DA2-D654-4F6F-A192-D861DD1080F5}" type="presParOf" srcId="{C6A68960-49C1-4DD9-B143-4B5821AD182D}" destId="{A15624FC-564D-43C2-B388-3089F5BE088E}" srcOrd="0" destOrd="0" presId="urn:microsoft.com/office/officeart/2005/8/layout/hierarchy2"/>
    <dgm:cxn modelId="{76A3B568-805C-4DA2-A499-D1D842F2292F}" type="presParOf" srcId="{A15624FC-564D-43C2-B388-3089F5BE088E}" destId="{70D98F25-8580-4797-BCE4-7F703B14BC14}" srcOrd="0" destOrd="0" presId="urn:microsoft.com/office/officeart/2005/8/layout/hierarchy2"/>
    <dgm:cxn modelId="{C065D220-5CE2-46A5-8E90-DD61FF1CB9A1}" type="presParOf" srcId="{C6A68960-49C1-4DD9-B143-4B5821AD182D}" destId="{CE2FBA54-9CED-4226-A675-6E4D28FB0D01}" srcOrd="1" destOrd="0" presId="urn:microsoft.com/office/officeart/2005/8/layout/hierarchy2"/>
    <dgm:cxn modelId="{D89E567E-24CC-41C8-A682-BEBD66CC8583}" type="presParOf" srcId="{CE2FBA54-9CED-4226-A675-6E4D28FB0D01}" destId="{BAD56B46-7DD2-4910-85BE-7E650AB5643E}" srcOrd="0" destOrd="0" presId="urn:microsoft.com/office/officeart/2005/8/layout/hierarchy2"/>
    <dgm:cxn modelId="{00768E0C-4ABD-4AE0-B425-04B351DE917B}" type="presParOf" srcId="{CE2FBA54-9CED-4226-A675-6E4D28FB0D01}" destId="{730C3B1F-163C-473E-A663-BB140BDE38E9}" srcOrd="1" destOrd="0" presId="urn:microsoft.com/office/officeart/2005/8/layout/hierarchy2"/>
    <dgm:cxn modelId="{47D5FEA1-BD65-497D-A3CD-03205DC330D1}" type="presParOf" srcId="{C6A68960-49C1-4DD9-B143-4B5821AD182D}" destId="{59766EFA-C67B-4AA0-AC41-12FBD83E444F}" srcOrd="2" destOrd="0" presId="urn:microsoft.com/office/officeart/2005/8/layout/hierarchy2"/>
    <dgm:cxn modelId="{65B1A162-F6EF-4C4C-B58A-9C008AB5B515}" type="presParOf" srcId="{59766EFA-C67B-4AA0-AC41-12FBD83E444F}" destId="{7DD8C212-5BB9-4C4C-9D74-93EB8A9C312B}" srcOrd="0" destOrd="0" presId="urn:microsoft.com/office/officeart/2005/8/layout/hierarchy2"/>
    <dgm:cxn modelId="{C714DB92-FB23-42E5-85A1-4F6088E09169}" type="presParOf" srcId="{C6A68960-49C1-4DD9-B143-4B5821AD182D}" destId="{86AFB597-31F8-4E88-B69B-F729AD13A795}" srcOrd="3" destOrd="0" presId="urn:microsoft.com/office/officeart/2005/8/layout/hierarchy2"/>
    <dgm:cxn modelId="{E6E84E75-A97C-48DF-A674-034166DEA093}" type="presParOf" srcId="{86AFB597-31F8-4E88-B69B-F729AD13A795}" destId="{F2AB0E79-100D-42BE-A18B-713E0B1ED5BB}" srcOrd="0" destOrd="0" presId="urn:microsoft.com/office/officeart/2005/8/layout/hierarchy2"/>
    <dgm:cxn modelId="{E924F53C-1F15-46CC-B089-9FC145536059}" type="presParOf" srcId="{86AFB597-31F8-4E88-B69B-F729AD13A795}" destId="{88A92BCB-5B48-4C2E-A4B0-8EB74BDCD60E}" srcOrd="1" destOrd="0" presId="urn:microsoft.com/office/officeart/2005/8/layout/hierarchy2"/>
    <dgm:cxn modelId="{F5C97080-B6DC-4A64-BE3C-DACEE4AE9CB8}" type="presParOf" srcId="{C6A68960-49C1-4DD9-B143-4B5821AD182D}" destId="{28016FCC-4009-485F-8354-D4EB144E0AD2}" srcOrd="4" destOrd="0" presId="urn:microsoft.com/office/officeart/2005/8/layout/hierarchy2"/>
    <dgm:cxn modelId="{5F6DF301-2B89-4EFD-B9D0-F545272D034F}" type="presParOf" srcId="{28016FCC-4009-485F-8354-D4EB144E0AD2}" destId="{C28AFCF0-86CA-4B0F-9106-2A48AF6BC531}" srcOrd="0" destOrd="0" presId="urn:microsoft.com/office/officeart/2005/8/layout/hierarchy2"/>
    <dgm:cxn modelId="{5A5337F3-47E3-4804-BA7E-93020F7DE758}" type="presParOf" srcId="{C6A68960-49C1-4DD9-B143-4B5821AD182D}" destId="{AAB2D252-ADB7-4BA1-A928-BD003CFC9DBA}" srcOrd="5" destOrd="0" presId="urn:microsoft.com/office/officeart/2005/8/layout/hierarchy2"/>
    <dgm:cxn modelId="{3833BFF2-7196-422B-8585-38EF5FA593F5}" type="presParOf" srcId="{AAB2D252-ADB7-4BA1-A928-BD003CFC9DBA}" destId="{5173F84E-3EFF-42BB-A60B-9727F9A7724A}" srcOrd="0" destOrd="0" presId="urn:microsoft.com/office/officeart/2005/8/layout/hierarchy2"/>
    <dgm:cxn modelId="{7A36739E-57EB-4CFE-B05A-5BA129EF8E07}" type="presParOf" srcId="{AAB2D252-ADB7-4BA1-A928-BD003CFC9DBA}" destId="{A52AFABA-4B98-495A-ACC6-63FA5CC254E6}" srcOrd="1" destOrd="0" presId="urn:microsoft.com/office/officeart/2005/8/layout/hierarchy2"/>
    <dgm:cxn modelId="{26855E18-80CF-45B1-A7FC-560936D04B63}" type="presParOf" srcId="{C6A68960-49C1-4DD9-B143-4B5821AD182D}" destId="{7CDDAB3E-9EDB-4F14-9681-77BB2495F799}" srcOrd="6" destOrd="0" presId="urn:microsoft.com/office/officeart/2005/8/layout/hierarchy2"/>
    <dgm:cxn modelId="{55C45244-2245-491C-957E-F43F733B9769}" type="presParOf" srcId="{7CDDAB3E-9EDB-4F14-9681-77BB2495F799}" destId="{8DC67C8E-EDC6-4BEC-A87F-7E8F5B2DA20E}" srcOrd="0" destOrd="0" presId="urn:microsoft.com/office/officeart/2005/8/layout/hierarchy2"/>
    <dgm:cxn modelId="{924138F1-1D44-4482-B99C-F090E467BA57}" type="presParOf" srcId="{C6A68960-49C1-4DD9-B143-4B5821AD182D}" destId="{CF9B5BBC-1CE6-4C58-B019-882EABE8A43B}" srcOrd="7" destOrd="0" presId="urn:microsoft.com/office/officeart/2005/8/layout/hierarchy2"/>
    <dgm:cxn modelId="{94E64E62-773A-453B-B2BA-9BC21AEDDA1C}" type="presParOf" srcId="{CF9B5BBC-1CE6-4C58-B019-882EABE8A43B}" destId="{896A26B3-0137-4E3F-90DC-BA4A69DCAB5C}" srcOrd="0" destOrd="0" presId="urn:microsoft.com/office/officeart/2005/8/layout/hierarchy2"/>
    <dgm:cxn modelId="{2B187BBF-D563-4C7F-9E2E-B5EF578403BE}" type="presParOf" srcId="{CF9B5BBC-1CE6-4C58-B019-882EABE8A43B}" destId="{5FC9C620-FB72-4437-8DEB-1C0AC6401723}" srcOrd="1" destOrd="0" presId="urn:microsoft.com/office/officeart/2005/8/layout/hierarchy2"/>
    <dgm:cxn modelId="{C6C7E670-53F2-4C28-810D-3ABAA830FBE1}" type="presParOf" srcId="{E9638DF4-BE27-431B-AE1D-874F3F2AD412}" destId="{7007670E-EE26-44DD-8334-7AB73FFE85FC}" srcOrd="2" destOrd="0" presId="urn:microsoft.com/office/officeart/2005/8/layout/hierarchy2"/>
    <dgm:cxn modelId="{D9384A59-B0F9-4FA3-A5B6-23D4A3200A3D}" type="presParOf" srcId="{7007670E-EE26-44DD-8334-7AB73FFE85FC}" destId="{9B3693C8-7C83-4980-8D5B-BF3D4AFD1DCE}" srcOrd="0" destOrd="0" presId="urn:microsoft.com/office/officeart/2005/8/layout/hierarchy2"/>
    <dgm:cxn modelId="{4AE86260-9BB2-4FE3-B8EF-4E3AE5AA04CF}" type="presParOf" srcId="{E9638DF4-BE27-431B-AE1D-874F3F2AD412}" destId="{47372EE0-4CFB-454E-9F84-A876E72BC1AD}" srcOrd="3" destOrd="0" presId="urn:microsoft.com/office/officeart/2005/8/layout/hierarchy2"/>
    <dgm:cxn modelId="{A721A5BF-1E01-475E-A071-01AF52A6F677}" type="presParOf" srcId="{47372EE0-4CFB-454E-9F84-A876E72BC1AD}" destId="{4D13C6F2-6CB5-4D7F-91EA-DE6930F698E0}" srcOrd="0" destOrd="0" presId="urn:microsoft.com/office/officeart/2005/8/layout/hierarchy2"/>
    <dgm:cxn modelId="{1F39294F-61D7-4548-9D1D-5379F3A92626}" type="presParOf" srcId="{47372EE0-4CFB-454E-9F84-A876E72BC1AD}" destId="{99B6F78C-6777-47D7-8045-AAB5E2D322B3}"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CED56D4-FB7A-4152-928D-AAC2D9757030}" type="doc">
      <dgm:prSet loTypeId="urn:microsoft.com/office/officeart/2005/8/layout/chevron1" loCatId="process" qsTypeId="urn:microsoft.com/office/officeart/2005/8/quickstyle/simple1" qsCatId="simple" csTypeId="urn:microsoft.com/office/officeart/2005/8/colors/accent1_2" csCatId="accent1" phldr="1"/>
      <dgm:spPr/>
    </dgm:pt>
    <dgm:pt modelId="{CF83DF0B-4934-42AF-8367-F71A5EE604A7}">
      <dgm:prSet phldrT="[文字]" custT="1"/>
      <dgm:spPr>
        <a:solidFill>
          <a:srgbClr val="7030A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r>
            <a:rPr lang="en-US" altLang="zh-TW" sz="1800" dirty="0" smtClean="0">
              <a:latin typeface="標楷體" panose="03000509000000000000" pitchFamily="65" charset="-120"/>
              <a:ea typeface="標楷體" panose="03000509000000000000" pitchFamily="65" charset="-120"/>
            </a:rPr>
            <a:t>107</a:t>
          </a:r>
          <a:r>
            <a:rPr lang="zh-TW" altLang="en-US" sz="1800" dirty="0" smtClean="0">
              <a:latin typeface="標楷體" panose="03000509000000000000" pitchFamily="65" charset="-120"/>
              <a:ea typeface="標楷體" panose="03000509000000000000" pitchFamily="65" charset="-120"/>
            </a:rPr>
            <a:t>年</a:t>
          </a:r>
          <a:r>
            <a:rPr lang="en-US" altLang="zh-TW" sz="1800" dirty="0" smtClean="0">
              <a:latin typeface="標楷體" panose="03000509000000000000" pitchFamily="65" charset="-120"/>
              <a:ea typeface="標楷體" panose="03000509000000000000" pitchFamily="65" charset="-120"/>
            </a:rPr>
            <a:t>12</a:t>
          </a:r>
          <a:r>
            <a:rPr lang="zh-TW" altLang="en-US" sz="1800" dirty="0" smtClean="0">
              <a:latin typeface="標楷體" panose="03000509000000000000" pitchFamily="65" charset="-120"/>
              <a:ea typeface="標楷體" panose="03000509000000000000" pitchFamily="65" charset="-120"/>
            </a:rPr>
            <a:t>月</a:t>
          </a:r>
          <a:endParaRPr lang="zh-TW" altLang="en-US" sz="1800" dirty="0">
            <a:latin typeface="標楷體" panose="03000509000000000000" pitchFamily="65" charset="-120"/>
            <a:ea typeface="標楷體" panose="03000509000000000000" pitchFamily="65" charset="-120"/>
          </a:endParaRPr>
        </a:p>
      </dgm:t>
    </dgm:pt>
    <dgm:pt modelId="{853FBFF9-7CBD-494B-901D-D142E3D027F7}" type="parTrans" cxnId="{5EDB1260-CE8B-4A46-A343-1AFB8C5C825E}">
      <dgm:prSet/>
      <dgm:spPr/>
      <dgm:t>
        <a:bodyPr/>
        <a:lstStyle/>
        <a:p>
          <a:endParaRPr lang="zh-TW" altLang="en-US" sz="1800">
            <a:latin typeface="微軟正黑體" panose="020B0604030504040204" pitchFamily="34" charset="-120"/>
            <a:ea typeface="微軟正黑體" panose="020B0604030504040204" pitchFamily="34" charset="-120"/>
          </a:endParaRPr>
        </a:p>
      </dgm:t>
    </dgm:pt>
    <dgm:pt modelId="{EF8470F8-2C48-49F6-A9C0-646000C596AC}" type="sibTrans" cxnId="{5EDB1260-CE8B-4A46-A343-1AFB8C5C825E}">
      <dgm:prSet/>
      <dgm:spPr/>
      <dgm:t>
        <a:bodyPr/>
        <a:lstStyle/>
        <a:p>
          <a:endParaRPr lang="zh-TW" altLang="en-US" sz="1800">
            <a:latin typeface="微軟正黑體" panose="020B0604030504040204" pitchFamily="34" charset="-120"/>
            <a:ea typeface="微軟正黑體" panose="020B0604030504040204" pitchFamily="34" charset="-120"/>
          </a:endParaRPr>
        </a:p>
      </dgm:t>
    </dgm:pt>
    <dgm:pt modelId="{937F9F10-E958-470D-B3AA-A387ACD796FB}">
      <dgm:prSet phldrT="[文字]" custT="1"/>
      <dgm:spPr>
        <a:solidFill>
          <a:srgbClr val="7030A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r>
            <a:rPr lang="en-US" altLang="zh-TW" sz="1800" dirty="0" smtClean="0">
              <a:latin typeface="標楷體" panose="03000509000000000000" pitchFamily="65" charset="-120"/>
              <a:ea typeface="標楷體" panose="03000509000000000000" pitchFamily="65" charset="-120"/>
            </a:rPr>
            <a:t>108</a:t>
          </a:r>
          <a:r>
            <a:rPr lang="zh-TW" altLang="en-US" sz="1800" dirty="0" smtClean="0">
              <a:latin typeface="標楷體" panose="03000509000000000000" pitchFamily="65" charset="-120"/>
              <a:ea typeface="標楷體" panose="03000509000000000000" pitchFamily="65" charset="-120"/>
            </a:rPr>
            <a:t>年</a:t>
          </a:r>
          <a:r>
            <a:rPr lang="en-US" altLang="zh-TW" sz="1800" dirty="0" smtClean="0">
              <a:latin typeface="標楷體" panose="03000509000000000000" pitchFamily="65" charset="-120"/>
              <a:ea typeface="標楷體" panose="03000509000000000000" pitchFamily="65" charset="-120"/>
            </a:rPr>
            <a:t>1</a:t>
          </a:r>
          <a:r>
            <a:rPr lang="zh-TW" altLang="en-US" sz="1800" dirty="0" smtClean="0">
              <a:latin typeface="標楷體" panose="03000509000000000000" pitchFamily="65" charset="-120"/>
              <a:ea typeface="標楷體" panose="03000509000000000000" pitchFamily="65" charset="-120"/>
            </a:rPr>
            <a:t>月</a:t>
          </a:r>
          <a:endParaRPr lang="zh-TW" altLang="en-US" sz="1800" dirty="0">
            <a:latin typeface="標楷體" panose="03000509000000000000" pitchFamily="65" charset="-120"/>
            <a:ea typeface="標楷體" panose="03000509000000000000" pitchFamily="65" charset="-120"/>
          </a:endParaRPr>
        </a:p>
      </dgm:t>
    </dgm:pt>
    <dgm:pt modelId="{550F8625-5E4B-4ACE-9808-12F7482A8279}" type="parTrans" cxnId="{18896AE0-66C6-49A3-A932-9DB428EBE630}">
      <dgm:prSet/>
      <dgm:spPr/>
      <dgm:t>
        <a:bodyPr/>
        <a:lstStyle/>
        <a:p>
          <a:endParaRPr lang="zh-TW" altLang="en-US" sz="1800">
            <a:latin typeface="微軟正黑體" panose="020B0604030504040204" pitchFamily="34" charset="-120"/>
            <a:ea typeface="微軟正黑體" panose="020B0604030504040204" pitchFamily="34" charset="-120"/>
          </a:endParaRPr>
        </a:p>
      </dgm:t>
    </dgm:pt>
    <dgm:pt modelId="{ADF52356-F427-47CB-870A-338F83E4DD62}" type="sibTrans" cxnId="{18896AE0-66C6-49A3-A932-9DB428EBE630}">
      <dgm:prSet/>
      <dgm:spPr/>
      <dgm:t>
        <a:bodyPr/>
        <a:lstStyle/>
        <a:p>
          <a:endParaRPr lang="zh-TW" altLang="en-US" sz="1800">
            <a:latin typeface="微軟正黑體" panose="020B0604030504040204" pitchFamily="34" charset="-120"/>
            <a:ea typeface="微軟正黑體" panose="020B0604030504040204" pitchFamily="34" charset="-120"/>
          </a:endParaRPr>
        </a:p>
      </dgm:t>
    </dgm:pt>
    <dgm:pt modelId="{4DC63773-4B5A-40F9-A54A-752129811583}">
      <dgm:prSet phldrT="[文字]" custT="1"/>
      <dgm:spPr>
        <a:solidFill>
          <a:srgbClr val="7030A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r>
            <a:rPr lang="en-US" altLang="zh-TW" sz="1800" dirty="0" smtClean="0">
              <a:latin typeface="標楷體" panose="03000509000000000000" pitchFamily="65" charset="-120"/>
              <a:ea typeface="標楷體" panose="03000509000000000000" pitchFamily="65" charset="-120"/>
            </a:rPr>
            <a:t>108</a:t>
          </a:r>
          <a:r>
            <a:rPr lang="zh-TW" altLang="en-US" sz="1800" dirty="0" smtClean="0">
              <a:latin typeface="標楷體" panose="03000509000000000000" pitchFamily="65" charset="-120"/>
              <a:ea typeface="標楷體" panose="03000509000000000000" pitchFamily="65" charset="-120"/>
            </a:rPr>
            <a:t>年</a:t>
          </a:r>
          <a:r>
            <a:rPr lang="en-US" altLang="zh-TW" sz="1800" dirty="0" smtClean="0">
              <a:latin typeface="標楷體" panose="03000509000000000000" pitchFamily="65" charset="-120"/>
              <a:ea typeface="標楷體" panose="03000509000000000000" pitchFamily="65" charset="-120"/>
            </a:rPr>
            <a:t>2</a:t>
          </a:r>
          <a:r>
            <a:rPr lang="zh-TW" altLang="en-US" sz="1800" dirty="0" smtClean="0">
              <a:latin typeface="標楷體" panose="03000509000000000000" pitchFamily="65" charset="-120"/>
              <a:ea typeface="標楷體" panose="03000509000000000000" pitchFamily="65" charset="-120"/>
            </a:rPr>
            <a:t>月</a:t>
          </a:r>
          <a:endParaRPr lang="zh-TW" altLang="en-US" sz="1800" dirty="0">
            <a:latin typeface="標楷體" panose="03000509000000000000" pitchFamily="65" charset="-120"/>
            <a:ea typeface="標楷體" panose="03000509000000000000" pitchFamily="65" charset="-120"/>
          </a:endParaRPr>
        </a:p>
      </dgm:t>
    </dgm:pt>
    <dgm:pt modelId="{5AB3FC57-66DF-48EC-B6BE-81C4B13D3EC6}" type="parTrans" cxnId="{5FEBF856-0ACF-4A9A-9D00-BDCFB1707A80}">
      <dgm:prSet/>
      <dgm:spPr/>
      <dgm:t>
        <a:bodyPr/>
        <a:lstStyle/>
        <a:p>
          <a:endParaRPr lang="zh-TW" altLang="en-US"/>
        </a:p>
      </dgm:t>
    </dgm:pt>
    <dgm:pt modelId="{13B9AE6F-545A-4E00-B52A-F9A6C58C1399}" type="sibTrans" cxnId="{5FEBF856-0ACF-4A9A-9D00-BDCFB1707A80}">
      <dgm:prSet/>
      <dgm:spPr/>
      <dgm:t>
        <a:bodyPr/>
        <a:lstStyle/>
        <a:p>
          <a:endParaRPr lang="zh-TW" altLang="en-US"/>
        </a:p>
      </dgm:t>
    </dgm:pt>
    <dgm:pt modelId="{586CA54D-5B71-49D8-96A5-BBEF324D3F35}">
      <dgm:prSet phldrT="[文字]" custT="1"/>
      <dgm:spPr>
        <a:solidFill>
          <a:srgbClr val="7030A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r>
            <a:rPr lang="en-US" altLang="zh-TW" sz="1800" dirty="0" smtClean="0">
              <a:latin typeface="標楷體" panose="03000509000000000000" pitchFamily="65" charset="-120"/>
              <a:ea typeface="標楷體" panose="03000509000000000000" pitchFamily="65" charset="-120"/>
            </a:rPr>
            <a:t>107</a:t>
          </a:r>
          <a:r>
            <a:rPr lang="zh-TW" altLang="en-US" sz="1800" dirty="0" smtClean="0">
              <a:latin typeface="標楷體" panose="03000509000000000000" pitchFamily="65" charset="-120"/>
              <a:ea typeface="標楷體" panose="03000509000000000000" pitchFamily="65" charset="-120"/>
            </a:rPr>
            <a:t>年</a:t>
          </a:r>
          <a:r>
            <a:rPr lang="en-US" altLang="zh-TW" sz="1800" dirty="0" smtClean="0">
              <a:latin typeface="標楷體" panose="03000509000000000000" pitchFamily="65" charset="-120"/>
              <a:ea typeface="標楷體" panose="03000509000000000000" pitchFamily="65" charset="-120"/>
            </a:rPr>
            <a:t>11</a:t>
          </a:r>
          <a:r>
            <a:rPr lang="zh-TW" altLang="en-US" sz="1800" dirty="0" smtClean="0">
              <a:latin typeface="標楷體" panose="03000509000000000000" pitchFamily="65" charset="-120"/>
              <a:ea typeface="標楷體" panose="03000509000000000000" pitchFamily="65" charset="-120"/>
            </a:rPr>
            <a:t>月</a:t>
          </a:r>
          <a:endParaRPr lang="zh-TW" altLang="en-US" sz="1800" dirty="0">
            <a:latin typeface="標楷體" panose="03000509000000000000" pitchFamily="65" charset="-120"/>
            <a:ea typeface="標楷體" panose="03000509000000000000" pitchFamily="65" charset="-120"/>
          </a:endParaRPr>
        </a:p>
      </dgm:t>
    </dgm:pt>
    <dgm:pt modelId="{CEC0172B-9EF9-4A25-ADBA-A6EE8803E24F}" type="parTrans" cxnId="{5DA2C861-6078-4DD5-A1BF-435B605C4686}">
      <dgm:prSet/>
      <dgm:spPr/>
      <dgm:t>
        <a:bodyPr/>
        <a:lstStyle/>
        <a:p>
          <a:endParaRPr lang="zh-TW" altLang="en-US"/>
        </a:p>
      </dgm:t>
    </dgm:pt>
    <dgm:pt modelId="{199BA738-F52E-4F0B-8993-0EA98487678B}" type="sibTrans" cxnId="{5DA2C861-6078-4DD5-A1BF-435B605C4686}">
      <dgm:prSet/>
      <dgm:spPr/>
      <dgm:t>
        <a:bodyPr/>
        <a:lstStyle/>
        <a:p>
          <a:endParaRPr lang="zh-TW" altLang="en-US"/>
        </a:p>
      </dgm:t>
    </dgm:pt>
    <dgm:pt modelId="{D03B5E49-95D7-4147-9D6E-8A041F419142}">
      <dgm:prSet phldrT="[文字]" custT="1"/>
      <dgm:spPr>
        <a:solidFill>
          <a:srgbClr val="7030A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r>
            <a:rPr lang="en-US" altLang="zh-TW" sz="1800" dirty="0" smtClean="0">
              <a:latin typeface="標楷體" panose="03000509000000000000" pitchFamily="65" charset="-120"/>
              <a:ea typeface="標楷體" panose="03000509000000000000" pitchFamily="65" charset="-120"/>
            </a:rPr>
            <a:t>108</a:t>
          </a:r>
          <a:r>
            <a:rPr lang="zh-TW" altLang="en-US" sz="1800" dirty="0" smtClean="0">
              <a:latin typeface="標楷體" panose="03000509000000000000" pitchFamily="65" charset="-120"/>
              <a:ea typeface="標楷體" panose="03000509000000000000" pitchFamily="65" charset="-120"/>
            </a:rPr>
            <a:t>年</a:t>
          </a:r>
          <a:r>
            <a:rPr lang="en-US" altLang="zh-TW" sz="1800" dirty="0" smtClean="0">
              <a:latin typeface="標楷體" panose="03000509000000000000" pitchFamily="65" charset="-120"/>
              <a:ea typeface="標楷體" panose="03000509000000000000" pitchFamily="65" charset="-120"/>
            </a:rPr>
            <a:t>4</a:t>
          </a:r>
          <a:r>
            <a:rPr lang="zh-TW" altLang="en-US" sz="1800" dirty="0" smtClean="0">
              <a:latin typeface="標楷體" panose="03000509000000000000" pitchFamily="65" charset="-120"/>
              <a:ea typeface="標楷體" panose="03000509000000000000" pitchFamily="65" charset="-120"/>
            </a:rPr>
            <a:t>月</a:t>
          </a:r>
          <a:endParaRPr lang="zh-TW" altLang="en-US" sz="1800" dirty="0">
            <a:latin typeface="標楷體" panose="03000509000000000000" pitchFamily="65" charset="-120"/>
            <a:ea typeface="標楷體" panose="03000509000000000000" pitchFamily="65" charset="-120"/>
          </a:endParaRPr>
        </a:p>
      </dgm:t>
    </dgm:pt>
    <dgm:pt modelId="{CEFEB80C-02D4-4BD5-A9D7-BC30571CA923}" type="parTrans" cxnId="{6C7C4952-56EF-48C4-A71E-4A8DF6E711A5}">
      <dgm:prSet/>
      <dgm:spPr/>
      <dgm:t>
        <a:bodyPr/>
        <a:lstStyle/>
        <a:p>
          <a:endParaRPr lang="zh-TW" altLang="en-US"/>
        </a:p>
      </dgm:t>
    </dgm:pt>
    <dgm:pt modelId="{9F20D944-189F-4D34-AECC-6062D6E65BD8}" type="sibTrans" cxnId="{6C7C4952-56EF-48C4-A71E-4A8DF6E711A5}">
      <dgm:prSet/>
      <dgm:spPr/>
      <dgm:t>
        <a:bodyPr/>
        <a:lstStyle/>
        <a:p>
          <a:endParaRPr lang="zh-TW" altLang="en-US"/>
        </a:p>
      </dgm:t>
    </dgm:pt>
    <dgm:pt modelId="{4C6C9A5F-7DA0-49BA-961C-2293B3C242CD}">
      <dgm:prSet phldrT="[文字]" custT="1"/>
      <dgm:spPr>
        <a:solidFill>
          <a:srgbClr val="7030A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r>
            <a:rPr lang="en-US" altLang="zh-TW" sz="1800" dirty="0" smtClean="0">
              <a:latin typeface="標楷體" panose="03000509000000000000" pitchFamily="65" charset="-120"/>
              <a:ea typeface="標楷體" panose="03000509000000000000" pitchFamily="65" charset="-120"/>
            </a:rPr>
            <a:t>108</a:t>
          </a:r>
          <a:r>
            <a:rPr lang="zh-TW" altLang="en-US" sz="1800" dirty="0" smtClean="0">
              <a:latin typeface="標楷體" panose="03000509000000000000" pitchFamily="65" charset="-120"/>
              <a:ea typeface="標楷體" panose="03000509000000000000" pitchFamily="65" charset="-120"/>
            </a:rPr>
            <a:t>年</a:t>
          </a:r>
          <a:r>
            <a:rPr lang="en-US" altLang="zh-TW" sz="1800" dirty="0" smtClean="0">
              <a:latin typeface="標楷體" panose="03000509000000000000" pitchFamily="65" charset="-120"/>
              <a:ea typeface="標楷體" panose="03000509000000000000" pitchFamily="65" charset="-120"/>
            </a:rPr>
            <a:t>3</a:t>
          </a:r>
          <a:r>
            <a:rPr lang="zh-TW" altLang="en-US" sz="1800" dirty="0" smtClean="0">
              <a:latin typeface="標楷體" panose="03000509000000000000" pitchFamily="65" charset="-120"/>
              <a:ea typeface="標楷體" panose="03000509000000000000" pitchFamily="65" charset="-120"/>
            </a:rPr>
            <a:t>月</a:t>
          </a:r>
          <a:endParaRPr lang="zh-TW" altLang="en-US" sz="1800" dirty="0">
            <a:latin typeface="標楷體" panose="03000509000000000000" pitchFamily="65" charset="-120"/>
            <a:ea typeface="標楷體" panose="03000509000000000000" pitchFamily="65" charset="-120"/>
          </a:endParaRPr>
        </a:p>
      </dgm:t>
    </dgm:pt>
    <dgm:pt modelId="{60254E1E-43F5-419E-8B01-25B6ED1B7857}" type="parTrans" cxnId="{F2E923F8-E5FE-437B-A8BE-3B6722ECF51D}">
      <dgm:prSet/>
      <dgm:spPr/>
      <dgm:t>
        <a:bodyPr/>
        <a:lstStyle/>
        <a:p>
          <a:endParaRPr lang="zh-TW" altLang="en-US"/>
        </a:p>
      </dgm:t>
    </dgm:pt>
    <dgm:pt modelId="{363C8D08-3B54-4DB6-B135-7F79A0219662}" type="sibTrans" cxnId="{F2E923F8-E5FE-437B-A8BE-3B6722ECF51D}">
      <dgm:prSet/>
      <dgm:spPr/>
      <dgm:t>
        <a:bodyPr/>
        <a:lstStyle/>
        <a:p>
          <a:endParaRPr lang="zh-TW" altLang="en-US"/>
        </a:p>
      </dgm:t>
    </dgm:pt>
    <dgm:pt modelId="{17573FBD-0FDD-46D7-94D0-5A35E6DCA183}" type="pres">
      <dgm:prSet presAssocID="{ACED56D4-FB7A-4152-928D-AAC2D9757030}" presName="Name0" presStyleCnt="0">
        <dgm:presLayoutVars>
          <dgm:dir/>
          <dgm:animLvl val="lvl"/>
          <dgm:resizeHandles val="exact"/>
        </dgm:presLayoutVars>
      </dgm:prSet>
      <dgm:spPr/>
    </dgm:pt>
    <dgm:pt modelId="{1DF21383-158C-4D6B-B42E-67DCC36B8A20}" type="pres">
      <dgm:prSet presAssocID="{586CA54D-5B71-49D8-96A5-BBEF324D3F35}" presName="parTxOnly" presStyleLbl="node1" presStyleIdx="0" presStyleCnt="6">
        <dgm:presLayoutVars>
          <dgm:chMax val="0"/>
          <dgm:chPref val="0"/>
          <dgm:bulletEnabled val="1"/>
        </dgm:presLayoutVars>
      </dgm:prSet>
      <dgm:spPr/>
      <dgm:t>
        <a:bodyPr/>
        <a:lstStyle/>
        <a:p>
          <a:endParaRPr lang="zh-TW" altLang="en-US"/>
        </a:p>
      </dgm:t>
    </dgm:pt>
    <dgm:pt modelId="{C3E1D4D2-6E40-44A0-96C7-45E43499C530}" type="pres">
      <dgm:prSet presAssocID="{199BA738-F52E-4F0B-8993-0EA98487678B}" presName="parTxOnlySpace" presStyleCnt="0"/>
      <dgm:spPr/>
    </dgm:pt>
    <dgm:pt modelId="{EE437888-5571-4558-8C49-3217D82A4BCA}" type="pres">
      <dgm:prSet presAssocID="{CF83DF0B-4934-42AF-8367-F71A5EE604A7}" presName="parTxOnly" presStyleLbl="node1" presStyleIdx="1" presStyleCnt="6">
        <dgm:presLayoutVars>
          <dgm:chMax val="0"/>
          <dgm:chPref val="0"/>
          <dgm:bulletEnabled val="1"/>
        </dgm:presLayoutVars>
      </dgm:prSet>
      <dgm:spPr/>
      <dgm:t>
        <a:bodyPr/>
        <a:lstStyle/>
        <a:p>
          <a:endParaRPr lang="zh-TW" altLang="en-US"/>
        </a:p>
      </dgm:t>
    </dgm:pt>
    <dgm:pt modelId="{7A40360B-9F21-4EBF-802A-67C6A328A7A5}" type="pres">
      <dgm:prSet presAssocID="{EF8470F8-2C48-49F6-A9C0-646000C596AC}" presName="parTxOnlySpace" presStyleCnt="0"/>
      <dgm:spPr/>
    </dgm:pt>
    <dgm:pt modelId="{6DD32698-5B64-439E-AEAD-FD9DC86BEAF9}" type="pres">
      <dgm:prSet presAssocID="{937F9F10-E958-470D-B3AA-A387ACD796FB}" presName="parTxOnly" presStyleLbl="node1" presStyleIdx="2" presStyleCnt="6">
        <dgm:presLayoutVars>
          <dgm:chMax val="0"/>
          <dgm:chPref val="0"/>
          <dgm:bulletEnabled val="1"/>
        </dgm:presLayoutVars>
      </dgm:prSet>
      <dgm:spPr/>
      <dgm:t>
        <a:bodyPr/>
        <a:lstStyle/>
        <a:p>
          <a:endParaRPr lang="zh-TW" altLang="en-US"/>
        </a:p>
      </dgm:t>
    </dgm:pt>
    <dgm:pt modelId="{DCFEF372-EA30-489D-8517-4C94E7D1FC86}" type="pres">
      <dgm:prSet presAssocID="{ADF52356-F427-47CB-870A-338F83E4DD62}" presName="parTxOnlySpace" presStyleCnt="0"/>
      <dgm:spPr/>
    </dgm:pt>
    <dgm:pt modelId="{82C655F2-840E-42DC-820A-6EE34CDBEF20}" type="pres">
      <dgm:prSet presAssocID="{4DC63773-4B5A-40F9-A54A-752129811583}" presName="parTxOnly" presStyleLbl="node1" presStyleIdx="3" presStyleCnt="6">
        <dgm:presLayoutVars>
          <dgm:chMax val="0"/>
          <dgm:chPref val="0"/>
          <dgm:bulletEnabled val="1"/>
        </dgm:presLayoutVars>
      </dgm:prSet>
      <dgm:spPr/>
      <dgm:t>
        <a:bodyPr/>
        <a:lstStyle/>
        <a:p>
          <a:endParaRPr lang="zh-TW" altLang="en-US"/>
        </a:p>
      </dgm:t>
    </dgm:pt>
    <dgm:pt modelId="{2429719A-977D-49D9-8B84-8638AC1C8AA2}" type="pres">
      <dgm:prSet presAssocID="{13B9AE6F-545A-4E00-B52A-F9A6C58C1399}" presName="parTxOnlySpace" presStyleCnt="0"/>
      <dgm:spPr/>
    </dgm:pt>
    <dgm:pt modelId="{34B0024D-9378-440B-90EB-1B4739BEB980}" type="pres">
      <dgm:prSet presAssocID="{4C6C9A5F-7DA0-49BA-961C-2293B3C242CD}" presName="parTxOnly" presStyleLbl="node1" presStyleIdx="4" presStyleCnt="6">
        <dgm:presLayoutVars>
          <dgm:chMax val="0"/>
          <dgm:chPref val="0"/>
          <dgm:bulletEnabled val="1"/>
        </dgm:presLayoutVars>
      </dgm:prSet>
      <dgm:spPr/>
      <dgm:t>
        <a:bodyPr/>
        <a:lstStyle/>
        <a:p>
          <a:endParaRPr lang="zh-TW" altLang="en-US"/>
        </a:p>
      </dgm:t>
    </dgm:pt>
    <dgm:pt modelId="{67B4F44E-93AB-40B1-B7B5-ECA3C6E4FCF8}" type="pres">
      <dgm:prSet presAssocID="{363C8D08-3B54-4DB6-B135-7F79A0219662}" presName="parTxOnlySpace" presStyleCnt="0"/>
      <dgm:spPr/>
    </dgm:pt>
    <dgm:pt modelId="{1C249112-0E16-442B-ADF7-7B27D2E31864}" type="pres">
      <dgm:prSet presAssocID="{D03B5E49-95D7-4147-9D6E-8A041F419142}" presName="parTxOnly" presStyleLbl="node1" presStyleIdx="5" presStyleCnt="6">
        <dgm:presLayoutVars>
          <dgm:chMax val="0"/>
          <dgm:chPref val="0"/>
          <dgm:bulletEnabled val="1"/>
        </dgm:presLayoutVars>
      </dgm:prSet>
      <dgm:spPr/>
      <dgm:t>
        <a:bodyPr/>
        <a:lstStyle/>
        <a:p>
          <a:endParaRPr lang="zh-TW" altLang="en-US"/>
        </a:p>
      </dgm:t>
    </dgm:pt>
  </dgm:ptLst>
  <dgm:cxnLst>
    <dgm:cxn modelId="{6C7C4952-56EF-48C4-A71E-4A8DF6E711A5}" srcId="{ACED56D4-FB7A-4152-928D-AAC2D9757030}" destId="{D03B5E49-95D7-4147-9D6E-8A041F419142}" srcOrd="5" destOrd="0" parTransId="{CEFEB80C-02D4-4BD5-A9D7-BC30571CA923}" sibTransId="{9F20D944-189F-4D34-AECC-6062D6E65BD8}"/>
    <dgm:cxn modelId="{B99DDCAA-2392-44CA-B01D-463592CE6581}" type="presOf" srcId="{4C6C9A5F-7DA0-49BA-961C-2293B3C242CD}" destId="{34B0024D-9378-440B-90EB-1B4739BEB980}" srcOrd="0" destOrd="0" presId="urn:microsoft.com/office/officeart/2005/8/layout/chevron1"/>
    <dgm:cxn modelId="{53B5B38A-13D0-4449-93E0-1310BF39B4CF}" type="presOf" srcId="{ACED56D4-FB7A-4152-928D-AAC2D9757030}" destId="{17573FBD-0FDD-46D7-94D0-5A35E6DCA183}" srcOrd="0" destOrd="0" presId="urn:microsoft.com/office/officeart/2005/8/layout/chevron1"/>
    <dgm:cxn modelId="{F2E923F8-E5FE-437B-A8BE-3B6722ECF51D}" srcId="{ACED56D4-FB7A-4152-928D-AAC2D9757030}" destId="{4C6C9A5F-7DA0-49BA-961C-2293B3C242CD}" srcOrd="4" destOrd="0" parTransId="{60254E1E-43F5-419E-8B01-25B6ED1B7857}" sibTransId="{363C8D08-3B54-4DB6-B135-7F79A0219662}"/>
    <dgm:cxn modelId="{8E686C60-1DCE-4EF2-93E4-73B9BEC201AF}" type="presOf" srcId="{4DC63773-4B5A-40F9-A54A-752129811583}" destId="{82C655F2-840E-42DC-820A-6EE34CDBEF20}" srcOrd="0" destOrd="0" presId="urn:microsoft.com/office/officeart/2005/8/layout/chevron1"/>
    <dgm:cxn modelId="{7992A020-A15F-4D42-B22E-27232A739F87}" type="presOf" srcId="{CF83DF0B-4934-42AF-8367-F71A5EE604A7}" destId="{EE437888-5571-4558-8C49-3217D82A4BCA}" srcOrd="0" destOrd="0" presId="urn:microsoft.com/office/officeart/2005/8/layout/chevron1"/>
    <dgm:cxn modelId="{5DA2C861-6078-4DD5-A1BF-435B605C4686}" srcId="{ACED56D4-FB7A-4152-928D-AAC2D9757030}" destId="{586CA54D-5B71-49D8-96A5-BBEF324D3F35}" srcOrd="0" destOrd="0" parTransId="{CEC0172B-9EF9-4A25-ADBA-A6EE8803E24F}" sibTransId="{199BA738-F52E-4F0B-8993-0EA98487678B}"/>
    <dgm:cxn modelId="{F8B63F3E-8F00-4C8C-9DFB-5C07BDC6C98B}" type="presOf" srcId="{937F9F10-E958-470D-B3AA-A387ACD796FB}" destId="{6DD32698-5B64-439E-AEAD-FD9DC86BEAF9}" srcOrd="0" destOrd="0" presId="urn:microsoft.com/office/officeart/2005/8/layout/chevron1"/>
    <dgm:cxn modelId="{D50971C1-0255-48CD-A354-06450A857DAB}" type="presOf" srcId="{D03B5E49-95D7-4147-9D6E-8A041F419142}" destId="{1C249112-0E16-442B-ADF7-7B27D2E31864}" srcOrd="0" destOrd="0" presId="urn:microsoft.com/office/officeart/2005/8/layout/chevron1"/>
    <dgm:cxn modelId="{18896AE0-66C6-49A3-A932-9DB428EBE630}" srcId="{ACED56D4-FB7A-4152-928D-AAC2D9757030}" destId="{937F9F10-E958-470D-B3AA-A387ACD796FB}" srcOrd="2" destOrd="0" parTransId="{550F8625-5E4B-4ACE-9808-12F7482A8279}" sibTransId="{ADF52356-F427-47CB-870A-338F83E4DD62}"/>
    <dgm:cxn modelId="{5EDB1260-CE8B-4A46-A343-1AFB8C5C825E}" srcId="{ACED56D4-FB7A-4152-928D-AAC2D9757030}" destId="{CF83DF0B-4934-42AF-8367-F71A5EE604A7}" srcOrd="1" destOrd="0" parTransId="{853FBFF9-7CBD-494B-901D-D142E3D027F7}" sibTransId="{EF8470F8-2C48-49F6-A9C0-646000C596AC}"/>
    <dgm:cxn modelId="{6436AF1F-36F5-4976-9AC2-F409B18A0073}" type="presOf" srcId="{586CA54D-5B71-49D8-96A5-BBEF324D3F35}" destId="{1DF21383-158C-4D6B-B42E-67DCC36B8A20}" srcOrd="0" destOrd="0" presId="urn:microsoft.com/office/officeart/2005/8/layout/chevron1"/>
    <dgm:cxn modelId="{5FEBF856-0ACF-4A9A-9D00-BDCFB1707A80}" srcId="{ACED56D4-FB7A-4152-928D-AAC2D9757030}" destId="{4DC63773-4B5A-40F9-A54A-752129811583}" srcOrd="3" destOrd="0" parTransId="{5AB3FC57-66DF-48EC-B6BE-81C4B13D3EC6}" sibTransId="{13B9AE6F-545A-4E00-B52A-F9A6C58C1399}"/>
    <dgm:cxn modelId="{5C39DD51-5854-4A26-94CF-B6A9AE22B801}" type="presParOf" srcId="{17573FBD-0FDD-46D7-94D0-5A35E6DCA183}" destId="{1DF21383-158C-4D6B-B42E-67DCC36B8A20}" srcOrd="0" destOrd="0" presId="urn:microsoft.com/office/officeart/2005/8/layout/chevron1"/>
    <dgm:cxn modelId="{69DDCED5-B35C-431B-A7F9-59A6D0C31132}" type="presParOf" srcId="{17573FBD-0FDD-46D7-94D0-5A35E6DCA183}" destId="{C3E1D4D2-6E40-44A0-96C7-45E43499C530}" srcOrd="1" destOrd="0" presId="urn:microsoft.com/office/officeart/2005/8/layout/chevron1"/>
    <dgm:cxn modelId="{6CA8174A-31C8-4ADA-AE3E-B283042898E3}" type="presParOf" srcId="{17573FBD-0FDD-46D7-94D0-5A35E6DCA183}" destId="{EE437888-5571-4558-8C49-3217D82A4BCA}" srcOrd="2" destOrd="0" presId="urn:microsoft.com/office/officeart/2005/8/layout/chevron1"/>
    <dgm:cxn modelId="{48C2C7A7-D6FC-4D1D-B9F2-E45E827B6A57}" type="presParOf" srcId="{17573FBD-0FDD-46D7-94D0-5A35E6DCA183}" destId="{7A40360B-9F21-4EBF-802A-67C6A328A7A5}" srcOrd="3" destOrd="0" presId="urn:microsoft.com/office/officeart/2005/8/layout/chevron1"/>
    <dgm:cxn modelId="{CBBF67BE-31E8-4F4F-9DEE-D915AD761758}" type="presParOf" srcId="{17573FBD-0FDD-46D7-94D0-5A35E6DCA183}" destId="{6DD32698-5B64-439E-AEAD-FD9DC86BEAF9}" srcOrd="4" destOrd="0" presId="urn:microsoft.com/office/officeart/2005/8/layout/chevron1"/>
    <dgm:cxn modelId="{1EF76AC4-8CD2-4B32-9AC1-16FCEDC84AFF}" type="presParOf" srcId="{17573FBD-0FDD-46D7-94D0-5A35E6DCA183}" destId="{DCFEF372-EA30-489D-8517-4C94E7D1FC86}" srcOrd="5" destOrd="0" presId="urn:microsoft.com/office/officeart/2005/8/layout/chevron1"/>
    <dgm:cxn modelId="{4704D4F8-219E-4FDC-A67A-46DDFEC2118A}" type="presParOf" srcId="{17573FBD-0FDD-46D7-94D0-5A35E6DCA183}" destId="{82C655F2-840E-42DC-820A-6EE34CDBEF20}" srcOrd="6" destOrd="0" presId="urn:microsoft.com/office/officeart/2005/8/layout/chevron1"/>
    <dgm:cxn modelId="{CB76B93A-77EE-4C31-A75F-7BA80A872D90}" type="presParOf" srcId="{17573FBD-0FDD-46D7-94D0-5A35E6DCA183}" destId="{2429719A-977D-49D9-8B84-8638AC1C8AA2}" srcOrd="7" destOrd="0" presId="urn:microsoft.com/office/officeart/2005/8/layout/chevron1"/>
    <dgm:cxn modelId="{B3B7651E-0F72-4CB2-BC34-6D9AD1BB09B1}" type="presParOf" srcId="{17573FBD-0FDD-46D7-94D0-5A35E6DCA183}" destId="{34B0024D-9378-440B-90EB-1B4739BEB980}" srcOrd="8" destOrd="0" presId="urn:microsoft.com/office/officeart/2005/8/layout/chevron1"/>
    <dgm:cxn modelId="{55F02813-458C-4D73-B3E6-3E0E909D3CF6}" type="presParOf" srcId="{17573FBD-0FDD-46D7-94D0-5A35E6DCA183}" destId="{67B4F44E-93AB-40B1-B7B5-ECA3C6E4FCF8}" srcOrd="9" destOrd="0" presId="urn:microsoft.com/office/officeart/2005/8/layout/chevron1"/>
    <dgm:cxn modelId="{19993C69-604C-41A9-8933-3BD12FE5C5C2}" type="presParOf" srcId="{17573FBD-0FDD-46D7-94D0-5A35E6DCA183}" destId="{1C249112-0E16-442B-ADF7-7B27D2E31864}" srcOrd="10" destOrd="0" presId="urn:microsoft.com/office/officeart/2005/8/layout/chevron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79C0F2-7038-451C-97FF-ED3A26BD1999}">
      <dsp:nvSpPr>
        <dsp:cNvPr id="0" name=""/>
        <dsp:cNvSpPr/>
      </dsp:nvSpPr>
      <dsp:spPr>
        <a:xfrm rot="5400000">
          <a:off x="-221766" y="226542"/>
          <a:ext cx="1478443" cy="1034910"/>
        </a:xfrm>
        <a:prstGeom prst="chevron">
          <a:avLst/>
        </a:prstGeom>
        <a:solidFill>
          <a:srgbClr val="CCCCFF"/>
        </a:solidFill>
        <a:ln w="25400" cap="flat" cmpd="sng" algn="ctr">
          <a:solidFill>
            <a:schemeClr val="accent6">
              <a:lumMod val="60000"/>
              <a:lumOff val="40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t" anchorCtr="0">
          <a:noAutofit/>
        </a:bodyPr>
        <a:lstStyle/>
        <a:p>
          <a:pPr lvl="0" algn="ctr" defTabSz="1600200" rtl="0">
            <a:lnSpc>
              <a:spcPct val="90000"/>
            </a:lnSpc>
            <a:spcBef>
              <a:spcPct val="0"/>
            </a:spcBef>
            <a:spcAft>
              <a:spcPct val="35000"/>
            </a:spcAft>
          </a:pPr>
          <a:r>
            <a:rPr kumimoji="1" lang="zh-TW" altLang="en-US" sz="3600" b="1" kern="1200" dirty="0" smtClean="0">
              <a:solidFill>
                <a:schemeClr val="accent6">
                  <a:lumMod val="50000"/>
                </a:schemeClr>
              </a:solidFill>
              <a:latin typeface="標楷體" panose="03000509000000000000" pitchFamily="65" charset="-120"/>
              <a:ea typeface="標楷體" panose="03000509000000000000" pitchFamily="65" charset="-120"/>
            </a:rPr>
            <a:t>壹</a:t>
          </a:r>
          <a:endParaRPr kumimoji="1" lang="zh-TW" altLang="en-US" sz="3600" b="1" kern="1200" dirty="0">
            <a:solidFill>
              <a:schemeClr val="accent6">
                <a:lumMod val="50000"/>
              </a:schemeClr>
            </a:solidFill>
            <a:latin typeface="標楷體" panose="03000509000000000000" pitchFamily="65" charset="-120"/>
            <a:ea typeface="標楷體" panose="03000509000000000000" pitchFamily="65" charset="-120"/>
          </a:endParaRPr>
        </a:p>
      </dsp:txBody>
      <dsp:txXfrm rot="-5400000">
        <a:off x="1" y="522230"/>
        <a:ext cx="1034910" cy="443533"/>
      </dsp:txXfrm>
    </dsp:sp>
    <dsp:sp modelId="{D6842C4A-C1B0-4B93-80D3-408AE52862EC}">
      <dsp:nvSpPr>
        <dsp:cNvPr id="0" name=""/>
        <dsp:cNvSpPr/>
      </dsp:nvSpPr>
      <dsp:spPr>
        <a:xfrm rot="5400000">
          <a:off x="3858304" y="-2818617"/>
          <a:ext cx="961493" cy="6608281"/>
        </a:xfrm>
        <a:prstGeom prst="round2SameRect">
          <a:avLst/>
        </a:prstGeom>
        <a:solidFill>
          <a:schemeClr val="accent3">
            <a:lumMod val="95000"/>
          </a:schemeClr>
        </a:solidFill>
        <a:ln w="9525" cap="flat" cmpd="sng" algn="ctr">
          <a:solidFill>
            <a:schemeClr val="accent6">
              <a:lumMod val="60000"/>
              <a:lumOff val="4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rtl="0">
            <a:lnSpc>
              <a:spcPct val="90000"/>
            </a:lnSpc>
            <a:spcBef>
              <a:spcPct val="0"/>
            </a:spcBef>
            <a:spcAft>
              <a:spcPct val="15000"/>
            </a:spcAft>
            <a:buChar char="••"/>
          </a:pPr>
          <a:r>
            <a:rPr kumimoji="1" lang="zh-TW" altLang="en-US" sz="3600" b="1" kern="1200" dirty="0" smtClean="0">
              <a:solidFill>
                <a:schemeClr val="accent6">
                  <a:lumMod val="50000"/>
                </a:schemeClr>
              </a:solidFill>
              <a:latin typeface="標楷體" panose="03000509000000000000" pitchFamily="65" charset="-120"/>
              <a:ea typeface="標楷體" panose="03000509000000000000" pitchFamily="65" charset="-120"/>
            </a:rPr>
            <a:t>主席致詞</a:t>
          </a:r>
          <a:endParaRPr kumimoji="1" lang="zh-TW" altLang="en-US" sz="3600" b="1" kern="1200" dirty="0">
            <a:solidFill>
              <a:schemeClr val="accent6">
                <a:lumMod val="50000"/>
              </a:schemeClr>
            </a:solidFill>
            <a:latin typeface="標楷體" panose="03000509000000000000" pitchFamily="65" charset="-120"/>
            <a:ea typeface="標楷體" panose="03000509000000000000" pitchFamily="65" charset="-120"/>
          </a:endParaRPr>
        </a:p>
      </dsp:txBody>
      <dsp:txXfrm rot="-5400000">
        <a:off x="1034910" y="51713"/>
        <a:ext cx="6561345" cy="867621"/>
      </dsp:txXfrm>
    </dsp:sp>
    <dsp:sp modelId="{F3CFFA24-1EE2-490E-9AC0-3A46E1F193D8}">
      <dsp:nvSpPr>
        <dsp:cNvPr id="0" name=""/>
        <dsp:cNvSpPr/>
      </dsp:nvSpPr>
      <dsp:spPr>
        <a:xfrm rot="5400000">
          <a:off x="-221766" y="1560744"/>
          <a:ext cx="1478443" cy="1034910"/>
        </a:xfrm>
        <a:prstGeom prst="chevron">
          <a:avLst/>
        </a:prstGeom>
        <a:solidFill>
          <a:srgbClr val="CCCCFF"/>
        </a:solidFill>
        <a:ln w="25400" cap="flat" cmpd="sng" algn="ctr">
          <a:solidFill>
            <a:schemeClr val="accent6">
              <a:lumMod val="60000"/>
              <a:lumOff val="40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t" anchorCtr="0">
          <a:noAutofit/>
        </a:bodyPr>
        <a:lstStyle/>
        <a:p>
          <a:pPr lvl="0" algn="ctr" defTabSz="1600200" rtl="0">
            <a:lnSpc>
              <a:spcPct val="90000"/>
            </a:lnSpc>
            <a:spcBef>
              <a:spcPct val="0"/>
            </a:spcBef>
            <a:spcAft>
              <a:spcPct val="35000"/>
            </a:spcAft>
          </a:pPr>
          <a:r>
            <a:rPr kumimoji="1" lang="zh-TW" altLang="en-US" sz="3600" b="1" kern="1200" dirty="0" smtClean="0">
              <a:solidFill>
                <a:schemeClr val="accent6">
                  <a:lumMod val="50000"/>
                </a:schemeClr>
              </a:solidFill>
              <a:latin typeface="標楷體" panose="03000509000000000000" pitchFamily="65" charset="-120"/>
              <a:ea typeface="標楷體" panose="03000509000000000000" pitchFamily="65" charset="-120"/>
            </a:rPr>
            <a:t>貮</a:t>
          </a:r>
          <a:endParaRPr kumimoji="1" lang="zh-TW" altLang="en-US" sz="3600" b="1" kern="1200" dirty="0">
            <a:solidFill>
              <a:schemeClr val="accent6">
                <a:lumMod val="50000"/>
              </a:schemeClr>
            </a:solidFill>
            <a:latin typeface="標楷體" panose="03000509000000000000" pitchFamily="65" charset="-120"/>
            <a:ea typeface="標楷體" panose="03000509000000000000" pitchFamily="65" charset="-120"/>
          </a:endParaRPr>
        </a:p>
      </dsp:txBody>
      <dsp:txXfrm rot="-5400000">
        <a:off x="1" y="1856432"/>
        <a:ext cx="1034910" cy="443533"/>
      </dsp:txXfrm>
    </dsp:sp>
    <dsp:sp modelId="{0B18CCBE-F741-4D17-8665-2458421106DC}">
      <dsp:nvSpPr>
        <dsp:cNvPr id="0" name=""/>
        <dsp:cNvSpPr/>
      </dsp:nvSpPr>
      <dsp:spPr>
        <a:xfrm rot="5400000">
          <a:off x="3858557" y="-1484668"/>
          <a:ext cx="960988" cy="6608281"/>
        </a:xfrm>
        <a:prstGeom prst="round2SameRect">
          <a:avLst/>
        </a:prstGeom>
        <a:solidFill>
          <a:schemeClr val="accent3">
            <a:lumMod val="95000"/>
          </a:schemeClr>
        </a:solidFill>
        <a:ln w="9525" cap="flat" cmpd="sng" algn="ctr">
          <a:solidFill>
            <a:schemeClr val="accent6">
              <a:lumMod val="60000"/>
              <a:lumOff val="4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rtl="0">
            <a:lnSpc>
              <a:spcPct val="90000"/>
            </a:lnSpc>
            <a:spcBef>
              <a:spcPct val="0"/>
            </a:spcBef>
            <a:spcAft>
              <a:spcPct val="15000"/>
            </a:spcAft>
            <a:buChar char="••"/>
          </a:pPr>
          <a:r>
            <a:rPr kumimoji="1" lang="zh-TW" altLang="en-US" sz="3600" b="1" kern="1200" dirty="0" smtClean="0">
              <a:solidFill>
                <a:schemeClr val="accent6">
                  <a:lumMod val="50000"/>
                </a:schemeClr>
              </a:solidFill>
              <a:latin typeface="標楷體" panose="03000509000000000000" pitchFamily="65" charset="-120"/>
              <a:ea typeface="標楷體" panose="03000509000000000000" pitchFamily="65" charset="-120"/>
            </a:rPr>
            <a:t>歷次會議決議事項辦理情形</a:t>
          </a:r>
          <a:endParaRPr kumimoji="1" lang="zh-TW" altLang="en-US" sz="3600" b="1" kern="1200" dirty="0">
            <a:solidFill>
              <a:schemeClr val="accent6">
                <a:lumMod val="50000"/>
              </a:schemeClr>
            </a:solidFill>
            <a:latin typeface="標楷體" panose="03000509000000000000" pitchFamily="65" charset="-120"/>
            <a:ea typeface="標楷體" panose="03000509000000000000" pitchFamily="65" charset="-120"/>
          </a:endParaRPr>
        </a:p>
      </dsp:txBody>
      <dsp:txXfrm rot="-5400000">
        <a:off x="1034911" y="1385890"/>
        <a:ext cx="6561369" cy="867164"/>
      </dsp:txXfrm>
    </dsp:sp>
    <dsp:sp modelId="{AACE1D3B-6AE0-407D-9827-BA37C6EF3B26}">
      <dsp:nvSpPr>
        <dsp:cNvPr id="0" name=""/>
        <dsp:cNvSpPr/>
      </dsp:nvSpPr>
      <dsp:spPr>
        <a:xfrm rot="5400000">
          <a:off x="-221766" y="2894947"/>
          <a:ext cx="1478443" cy="1034910"/>
        </a:xfrm>
        <a:prstGeom prst="chevron">
          <a:avLst/>
        </a:prstGeom>
        <a:solidFill>
          <a:schemeClr val="accent6">
            <a:lumMod val="20000"/>
            <a:lumOff val="80000"/>
          </a:schemeClr>
        </a:solidFill>
        <a:ln w="25400" cap="flat" cmpd="sng" algn="ctr">
          <a:solidFill>
            <a:schemeClr val="accent6">
              <a:lumMod val="60000"/>
              <a:lumOff val="40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t" anchorCtr="0">
          <a:noAutofit/>
        </a:bodyPr>
        <a:lstStyle/>
        <a:p>
          <a:pPr lvl="0" algn="ctr" defTabSz="1600200" rtl="0">
            <a:lnSpc>
              <a:spcPct val="90000"/>
            </a:lnSpc>
            <a:spcBef>
              <a:spcPct val="0"/>
            </a:spcBef>
            <a:spcAft>
              <a:spcPct val="35000"/>
            </a:spcAft>
          </a:pPr>
          <a:r>
            <a:rPr kumimoji="1" lang="zh-TW" altLang="en-US" sz="3600" b="1" kern="1200" dirty="0" smtClean="0">
              <a:solidFill>
                <a:schemeClr val="accent6">
                  <a:lumMod val="50000"/>
                </a:schemeClr>
              </a:solidFill>
              <a:latin typeface="標楷體" panose="03000509000000000000" pitchFamily="65" charset="-120"/>
              <a:ea typeface="標楷體" panose="03000509000000000000" pitchFamily="65" charset="-120"/>
            </a:rPr>
            <a:t>參</a:t>
          </a:r>
          <a:endParaRPr kumimoji="1" lang="zh-TW" altLang="en-US" sz="3600" b="1" kern="1200" dirty="0">
            <a:solidFill>
              <a:schemeClr val="accent6">
                <a:lumMod val="50000"/>
              </a:schemeClr>
            </a:solidFill>
            <a:latin typeface="標楷體" panose="03000509000000000000" pitchFamily="65" charset="-120"/>
            <a:ea typeface="標楷體" panose="03000509000000000000" pitchFamily="65" charset="-120"/>
          </a:endParaRPr>
        </a:p>
      </dsp:txBody>
      <dsp:txXfrm rot="-5400000">
        <a:off x="1" y="3190635"/>
        <a:ext cx="1034910" cy="443533"/>
      </dsp:txXfrm>
    </dsp:sp>
    <dsp:sp modelId="{E24ABD41-4B32-4076-BD1D-5917A91652B6}">
      <dsp:nvSpPr>
        <dsp:cNvPr id="0" name=""/>
        <dsp:cNvSpPr/>
      </dsp:nvSpPr>
      <dsp:spPr>
        <a:xfrm rot="5400000">
          <a:off x="3858557" y="-150465"/>
          <a:ext cx="960988" cy="6608281"/>
        </a:xfrm>
        <a:prstGeom prst="round2SameRect">
          <a:avLst/>
        </a:prstGeom>
        <a:solidFill>
          <a:schemeClr val="accent3">
            <a:lumMod val="95000"/>
          </a:schemeClr>
        </a:solidFill>
        <a:ln w="3175" cap="flat" cmpd="sng" algn="ctr">
          <a:solidFill>
            <a:schemeClr val="accent6">
              <a:lumMod val="60000"/>
              <a:lumOff val="4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rtl="0">
            <a:lnSpc>
              <a:spcPct val="90000"/>
            </a:lnSpc>
            <a:spcBef>
              <a:spcPct val="0"/>
            </a:spcBef>
            <a:spcAft>
              <a:spcPct val="15000"/>
            </a:spcAft>
            <a:buChar char="••"/>
          </a:pPr>
          <a:r>
            <a:rPr kumimoji="1" lang="zh-TW" altLang="en-US" sz="3600" b="1" kern="1200" dirty="0" smtClean="0">
              <a:solidFill>
                <a:schemeClr val="accent6">
                  <a:lumMod val="50000"/>
                </a:schemeClr>
              </a:solidFill>
              <a:latin typeface="標楷體" panose="03000509000000000000" pitchFamily="65" charset="-120"/>
              <a:ea typeface="標楷體" panose="03000509000000000000" pitchFamily="65" charset="-120"/>
            </a:rPr>
            <a:t>本會資料開放推動現況</a:t>
          </a:r>
          <a:endParaRPr kumimoji="1" lang="zh-TW" altLang="en-US" sz="3600" b="1" kern="1200" dirty="0">
            <a:solidFill>
              <a:schemeClr val="accent6">
                <a:lumMod val="50000"/>
              </a:schemeClr>
            </a:solidFill>
            <a:latin typeface="標楷體" panose="03000509000000000000" pitchFamily="65" charset="-120"/>
            <a:ea typeface="標楷體" panose="03000509000000000000" pitchFamily="65" charset="-120"/>
          </a:endParaRPr>
        </a:p>
      </dsp:txBody>
      <dsp:txXfrm rot="-5400000">
        <a:off x="1034911" y="2720093"/>
        <a:ext cx="6561369" cy="867164"/>
      </dsp:txXfrm>
    </dsp:sp>
    <dsp:sp modelId="{DE80503D-1CEB-4380-A750-0136C30AF13E}">
      <dsp:nvSpPr>
        <dsp:cNvPr id="0" name=""/>
        <dsp:cNvSpPr/>
      </dsp:nvSpPr>
      <dsp:spPr>
        <a:xfrm rot="5400000">
          <a:off x="-221766" y="4229149"/>
          <a:ext cx="1478443" cy="1034910"/>
        </a:xfrm>
        <a:prstGeom prst="chevron">
          <a:avLst/>
        </a:prstGeom>
        <a:solidFill>
          <a:srgbClr val="CCCCFF"/>
        </a:solidFill>
        <a:ln w="25400" cap="flat" cmpd="sng" algn="ctr">
          <a:solidFill>
            <a:schemeClr val="accent6">
              <a:lumMod val="60000"/>
              <a:lumOff val="40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t" anchorCtr="0">
          <a:noAutofit/>
        </a:bodyPr>
        <a:lstStyle/>
        <a:p>
          <a:pPr lvl="0" algn="ctr" defTabSz="1600200" rtl="0">
            <a:lnSpc>
              <a:spcPct val="90000"/>
            </a:lnSpc>
            <a:spcBef>
              <a:spcPct val="0"/>
            </a:spcBef>
            <a:spcAft>
              <a:spcPct val="35000"/>
            </a:spcAft>
          </a:pPr>
          <a:r>
            <a:rPr kumimoji="1" lang="zh-TW" altLang="en-US" sz="3600" b="1" kern="1200" dirty="0" smtClean="0">
              <a:solidFill>
                <a:schemeClr val="accent6">
                  <a:lumMod val="50000"/>
                </a:schemeClr>
              </a:solidFill>
              <a:latin typeface="標楷體" panose="03000509000000000000" pitchFamily="65" charset="-120"/>
              <a:ea typeface="標楷體" panose="03000509000000000000" pitchFamily="65" charset="-120"/>
            </a:rPr>
            <a:t>肆</a:t>
          </a:r>
          <a:endParaRPr kumimoji="1" lang="zh-TW" altLang="en-US" sz="3600" b="1" kern="1200" dirty="0">
            <a:solidFill>
              <a:schemeClr val="accent6">
                <a:lumMod val="50000"/>
              </a:schemeClr>
            </a:solidFill>
            <a:latin typeface="標楷體" panose="03000509000000000000" pitchFamily="65" charset="-120"/>
            <a:ea typeface="標楷體" panose="03000509000000000000" pitchFamily="65" charset="-120"/>
          </a:endParaRPr>
        </a:p>
      </dsp:txBody>
      <dsp:txXfrm rot="-5400000">
        <a:off x="1" y="4524837"/>
        <a:ext cx="1034910" cy="443533"/>
      </dsp:txXfrm>
    </dsp:sp>
    <dsp:sp modelId="{7716A363-4332-45F2-B686-AFF46D4AC253}">
      <dsp:nvSpPr>
        <dsp:cNvPr id="0" name=""/>
        <dsp:cNvSpPr/>
      </dsp:nvSpPr>
      <dsp:spPr>
        <a:xfrm rot="5400000">
          <a:off x="3858557" y="1183736"/>
          <a:ext cx="960988" cy="6608281"/>
        </a:xfrm>
        <a:prstGeom prst="round2SameRect">
          <a:avLst/>
        </a:prstGeom>
        <a:solidFill>
          <a:schemeClr val="accent3">
            <a:lumMod val="95000"/>
          </a:schemeClr>
        </a:solidFill>
        <a:ln w="25400" cap="flat" cmpd="sng" algn="ctr">
          <a:solidFill>
            <a:schemeClr val="accent6">
              <a:lumMod val="60000"/>
              <a:lumOff val="4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56032" tIns="22860" rIns="22860" bIns="22860" numCol="1" spcCol="1270" anchor="ctr" anchorCtr="0">
          <a:noAutofit/>
        </a:bodyPr>
        <a:lstStyle/>
        <a:p>
          <a:pPr marL="285750" lvl="1" indent="-285750" algn="l" defTabSz="1600200" rtl="0">
            <a:lnSpc>
              <a:spcPct val="90000"/>
            </a:lnSpc>
            <a:spcBef>
              <a:spcPct val="0"/>
            </a:spcBef>
            <a:spcAft>
              <a:spcPct val="15000"/>
            </a:spcAft>
            <a:buChar char="••"/>
          </a:pPr>
          <a:r>
            <a:rPr kumimoji="1" lang="zh-TW" altLang="en-US" sz="3600" b="1" kern="1200" dirty="0" smtClean="0">
              <a:solidFill>
                <a:schemeClr val="accent6">
                  <a:lumMod val="50000"/>
                </a:schemeClr>
              </a:solidFill>
              <a:latin typeface="標楷體" panose="03000509000000000000" pitchFamily="65" charset="-120"/>
              <a:ea typeface="標楷體" panose="03000509000000000000" pitchFamily="65" charset="-120"/>
            </a:rPr>
            <a:t>討論事項</a:t>
          </a:r>
          <a:r>
            <a:rPr kumimoji="1" lang="en-US" altLang="zh-TW" sz="3600" b="1" kern="1200" dirty="0" smtClean="0">
              <a:solidFill>
                <a:schemeClr val="accent6">
                  <a:lumMod val="50000"/>
                </a:schemeClr>
              </a:solidFill>
              <a:latin typeface="標楷體" panose="03000509000000000000" pitchFamily="65" charset="-120"/>
              <a:ea typeface="標楷體" panose="03000509000000000000" pitchFamily="65" charset="-120"/>
            </a:rPr>
            <a:t>(3)</a:t>
          </a:r>
          <a:endParaRPr kumimoji="1" lang="zh-TW" altLang="en-US" sz="3600" b="1" kern="1200" dirty="0">
            <a:solidFill>
              <a:schemeClr val="accent6">
                <a:lumMod val="50000"/>
              </a:schemeClr>
            </a:solidFill>
            <a:latin typeface="標楷體" panose="03000509000000000000" pitchFamily="65" charset="-120"/>
            <a:ea typeface="標楷體" panose="03000509000000000000" pitchFamily="65" charset="-120"/>
          </a:endParaRPr>
        </a:p>
      </dsp:txBody>
      <dsp:txXfrm rot="-5400000">
        <a:off x="1034911" y="4054294"/>
        <a:ext cx="6561369" cy="86716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00D016-12F2-4CDF-ACCE-C257203D7EEA}">
      <dsp:nvSpPr>
        <dsp:cNvPr id="0" name=""/>
        <dsp:cNvSpPr/>
      </dsp:nvSpPr>
      <dsp:spPr>
        <a:xfrm>
          <a:off x="227148" y="2001575"/>
          <a:ext cx="1739678" cy="869839"/>
        </a:xfrm>
        <a:prstGeom prst="roundRect">
          <a:avLst>
            <a:gd name="adj" fmla="val 10000"/>
          </a:avLst>
        </a:prstGeom>
        <a:solidFill>
          <a:schemeClr val="bg1"/>
        </a:solidFill>
        <a:ln w="25400" cap="flat" cmpd="sng" algn="ctr">
          <a:solidFill>
            <a:schemeClr val="tx1"/>
          </a:solidFill>
          <a:prstDash val="solid"/>
        </a:ln>
        <a:effectLst>
          <a:outerShdw blurRad="50800" dist="38100" dir="8100000" algn="tr"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lvl="0" algn="ctr" defTabSz="1155700">
            <a:lnSpc>
              <a:spcPct val="90000"/>
            </a:lnSpc>
            <a:spcBef>
              <a:spcPct val="0"/>
            </a:spcBef>
            <a:spcAft>
              <a:spcPct val="35000"/>
            </a:spcAft>
          </a:pPr>
          <a:r>
            <a:rPr lang="zh-TW" altLang="en-US" sz="2600" kern="1200" dirty="0" smtClean="0">
              <a:ln>
                <a:noFill/>
              </a:ln>
              <a:solidFill>
                <a:schemeClr val="accent6">
                  <a:lumMod val="75000"/>
                </a:schemeClr>
              </a:solidFill>
              <a:effectLst/>
              <a:latin typeface="標楷體" panose="03000509000000000000" pitchFamily="65" charset="-120"/>
              <a:ea typeface="標楷體" panose="03000509000000000000" pitchFamily="65" charset="-120"/>
            </a:rPr>
            <a:t>互動專區</a:t>
          </a:r>
          <a:r>
            <a:rPr lang="en-US" altLang="zh-TW" sz="2600" kern="1200" dirty="0" smtClean="0">
              <a:ln>
                <a:noFill/>
              </a:ln>
              <a:solidFill>
                <a:schemeClr val="accent6">
                  <a:lumMod val="75000"/>
                </a:schemeClr>
              </a:solidFill>
              <a:effectLst/>
              <a:latin typeface="標楷體" panose="03000509000000000000" pitchFamily="65" charset="-120"/>
              <a:ea typeface="標楷體" panose="03000509000000000000" pitchFamily="65" charset="-120"/>
            </a:rPr>
            <a:t/>
          </a:r>
          <a:br>
            <a:rPr lang="en-US" altLang="zh-TW" sz="2600" kern="1200" dirty="0" smtClean="0">
              <a:ln>
                <a:noFill/>
              </a:ln>
              <a:solidFill>
                <a:schemeClr val="accent6">
                  <a:lumMod val="75000"/>
                </a:schemeClr>
              </a:solidFill>
              <a:effectLst/>
              <a:latin typeface="標楷體" panose="03000509000000000000" pitchFamily="65" charset="-120"/>
              <a:ea typeface="標楷體" panose="03000509000000000000" pitchFamily="65" charset="-120"/>
            </a:rPr>
          </a:br>
          <a:r>
            <a:rPr lang="en-US" altLang="zh-TW" sz="2600" kern="1200" dirty="0" smtClean="0">
              <a:ln>
                <a:noFill/>
              </a:ln>
              <a:solidFill>
                <a:schemeClr val="accent6">
                  <a:lumMod val="75000"/>
                </a:schemeClr>
              </a:solidFill>
              <a:effectLst/>
              <a:latin typeface="Times New Roman" panose="02020603050405020304" pitchFamily="18" charset="0"/>
              <a:ea typeface="標楷體" panose="03000509000000000000" pitchFamily="65" charset="-120"/>
              <a:cs typeface="Times New Roman" panose="02020603050405020304" pitchFamily="18" charset="0"/>
            </a:rPr>
            <a:t>25</a:t>
          </a:r>
          <a:r>
            <a:rPr lang="zh-TW" altLang="en-US" sz="2600" kern="1200" dirty="0" smtClean="0">
              <a:ln>
                <a:noFill/>
              </a:ln>
              <a:solidFill>
                <a:schemeClr val="accent6">
                  <a:lumMod val="75000"/>
                </a:schemeClr>
              </a:solidFill>
              <a:effectLst/>
              <a:latin typeface="標楷體" panose="03000509000000000000" pitchFamily="65" charset="-120"/>
              <a:ea typeface="標楷體" panose="03000509000000000000" pitchFamily="65" charset="-120"/>
            </a:rPr>
            <a:t>項</a:t>
          </a:r>
          <a:endParaRPr lang="zh-TW" altLang="en-US" sz="2600" kern="1200" dirty="0">
            <a:ln>
              <a:noFill/>
            </a:ln>
            <a:solidFill>
              <a:schemeClr val="accent6">
                <a:lumMod val="75000"/>
              </a:schemeClr>
            </a:solidFill>
            <a:effectLst/>
            <a:latin typeface="標楷體" panose="03000509000000000000" pitchFamily="65" charset="-120"/>
            <a:ea typeface="標楷體" panose="03000509000000000000" pitchFamily="65" charset="-120"/>
          </a:endParaRPr>
        </a:p>
      </dsp:txBody>
      <dsp:txXfrm>
        <a:off x="252625" y="2027052"/>
        <a:ext cx="1688724" cy="818885"/>
      </dsp:txXfrm>
    </dsp:sp>
    <dsp:sp modelId="{E2FEDEEC-CB21-4262-88D7-4BEE93983FA9}">
      <dsp:nvSpPr>
        <dsp:cNvPr id="0" name=""/>
        <dsp:cNvSpPr/>
      </dsp:nvSpPr>
      <dsp:spPr>
        <a:xfrm rot="19457599">
          <a:off x="1886278" y="2166201"/>
          <a:ext cx="856968" cy="40429"/>
        </a:xfrm>
        <a:custGeom>
          <a:avLst/>
          <a:gdLst/>
          <a:ahLst/>
          <a:cxnLst/>
          <a:rect l="0" t="0" r="0" b="0"/>
          <a:pathLst>
            <a:path>
              <a:moveTo>
                <a:pt x="0" y="20214"/>
              </a:moveTo>
              <a:lnTo>
                <a:pt x="856968" y="20214"/>
              </a:lnTo>
            </a:path>
          </a:pathLst>
        </a:custGeom>
        <a:noFill/>
        <a:ln w="25400" cap="flat" cmpd="sng" algn="ctr">
          <a:solidFill>
            <a:schemeClr val="tx2">
              <a:lumMod val="50000"/>
              <a:lumOff val="5000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TW" altLang="en-US" sz="500" kern="1200"/>
        </a:p>
      </dsp:txBody>
      <dsp:txXfrm>
        <a:off x="2293338" y="2164992"/>
        <a:ext cx="42848" cy="42848"/>
      </dsp:txXfrm>
    </dsp:sp>
    <dsp:sp modelId="{0EF8807F-23F6-4ED7-B431-2B898FA7CA53}">
      <dsp:nvSpPr>
        <dsp:cNvPr id="0" name=""/>
        <dsp:cNvSpPr/>
      </dsp:nvSpPr>
      <dsp:spPr>
        <a:xfrm>
          <a:off x="2662698" y="1501417"/>
          <a:ext cx="2069503" cy="869839"/>
        </a:xfrm>
        <a:prstGeom prst="roundRect">
          <a:avLst>
            <a:gd name="adj" fmla="val 10000"/>
          </a:avLst>
        </a:prstGeom>
        <a:solidFill>
          <a:schemeClr val="accent6">
            <a:lumMod val="75000"/>
          </a:schemeClr>
        </a:solidFill>
        <a:ln w="25400" cap="flat" cmpd="sng" algn="ctr">
          <a:solidFill>
            <a:schemeClr val="accent6">
              <a:lumMod val="75000"/>
            </a:schemeClr>
          </a:solidFill>
          <a:prstDash val="solid"/>
        </a:ln>
        <a:effectLst>
          <a:outerShdw blurRad="50800" dist="38100" dir="8100000" algn="tr"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lvl="0" algn="ctr" defTabSz="1155700">
            <a:lnSpc>
              <a:spcPct val="90000"/>
            </a:lnSpc>
            <a:spcBef>
              <a:spcPct val="0"/>
            </a:spcBef>
            <a:spcAft>
              <a:spcPct val="35000"/>
            </a:spcAft>
          </a:pPr>
          <a:r>
            <a:rPr lang="zh-TW" altLang="en-US" sz="2600" kern="1200" dirty="0" smtClean="0">
              <a:solidFill>
                <a:schemeClr val="bg1"/>
              </a:solidFill>
              <a:effectLst/>
              <a:latin typeface="標楷體" panose="03000509000000000000" pitchFamily="65" charset="-120"/>
              <a:ea typeface="標楷體" panose="03000509000000000000" pitchFamily="65" charset="-120"/>
            </a:rPr>
            <a:t>我有話要說</a:t>
          </a:r>
          <a:r>
            <a:rPr lang="en-US" altLang="zh-TW" sz="2600" kern="1200" dirty="0" smtClean="0">
              <a:solidFill>
                <a:schemeClr val="bg1"/>
              </a:solidFill>
              <a:effectLst/>
              <a:latin typeface="標楷體" panose="03000509000000000000" pitchFamily="65" charset="-120"/>
              <a:ea typeface="標楷體" panose="03000509000000000000" pitchFamily="65" charset="-120"/>
            </a:rPr>
            <a:t/>
          </a:r>
          <a:br>
            <a:rPr lang="en-US" altLang="zh-TW" sz="2600" kern="1200" dirty="0" smtClean="0">
              <a:solidFill>
                <a:schemeClr val="bg1"/>
              </a:solidFill>
              <a:effectLst/>
              <a:latin typeface="標楷體" panose="03000509000000000000" pitchFamily="65" charset="-120"/>
              <a:ea typeface="標楷體" panose="03000509000000000000" pitchFamily="65" charset="-120"/>
            </a:rPr>
          </a:br>
          <a:r>
            <a:rPr lang="en-US" altLang="zh-TW" sz="2600" kern="1200" dirty="0" smtClean="0">
              <a:solidFill>
                <a:schemeClr val="bg1"/>
              </a:solidFill>
              <a:effectLst/>
              <a:latin typeface="Times New Roman" panose="02020603050405020304" pitchFamily="18" charset="0"/>
              <a:ea typeface="標楷體" panose="03000509000000000000" pitchFamily="65" charset="-120"/>
              <a:cs typeface="Times New Roman" panose="02020603050405020304" pitchFamily="18" charset="0"/>
            </a:rPr>
            <a:t>23</a:t>
          </a:r>
          <a:r>
            <a:rPr lang="zh-TW" altLang="en-US" sz="2600" kern="1200" dirty="0" smtClean="0">
              <a:solidFill>
                <a:schemeClr val="bg1"/>
              </a:solidFill>
              <a:effectLst/>
              <a:latin typeface="標楷體" panose="03000509000000000000" pitchFamily="65" charset="-120"/>
              <a:ea typeface="標楷體" panose="03000509000000000000" pitchFamily="65" charset="-120"/>
            </a:rPr>
            <a:t>項</a:t>
          </a:r>
          <a:endParaRPr lang="zh-TW" altLang="en-US" sz="2600" kern="1200" dirty="0">
            <a:solidFill>
              <a:schemeClr val="bg1"/>
            </a:solidFill>
            <a:effectLst/>
            <a:latin typeface="標楷體" panose="03000509000000000000" pitchFamily="65" charset="-120"/>
            <a:ea typeface="標楷體" panose="03000509000000000000" pitchFamily="65" charset="-120"/>
          </a:endParaRPr>
        </a:p>
      </dsp:txBody>
      <dsp:txXfrm>
        <a:off x="2688175" y="1526894"/>
        <a:ext cx="2018549" cy="818885"/>
      </dsp:txXfrm>
    </dsp:sp>
    <dsp:sp modelId="{A15624FC-564D-43C2-B388-3089F5BE088E}">
      <dsp:nvSpPr>
        <dsp:cNvPr id="0" name=""/>
        <dsp:cNvSpPr/>
      </dsp:nvSpPr>
      <dsp:spPr>
        <a:xfrm rot="17692822">
          <a:off x="4253146" y="1165886"/>
          <a:ext cx="1653981" cy="40429"/>
        </a:xfrm>
        <a:custGeom>
          <a:avLst/>
          <a:gdLst/>
          <a:ahLst/>
          <a:cxnLst/>
          <a:rect l="0" t="0" r="0" b="0"/>
          <a:pathLst>
            <a:path>
              <a:moveTo>
                <a:pt x="0" y="20214"/>
              </a:moveTo>
              <a:lnTo>
                <a:pt x="1653981" y="20214"/>
              </a:lnTo>
            </a:path>
          </a:pathLst>
        </a:custGeom>
        <a:noFill/>
        <a:ln w="25400" cap="flat" cmpd="sng" algn="ctr">
          <a:solidFill>
            <a:schemeClr val="tx2">
              <a:lumMod val="50000"/>
              <a:lumOff val="5000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TW" altLang="en-US" sz="500" kern="1200"/>
        </a:p>
      </dsp:txBody>
      <dsp:txXfrm>
        <a:off x="5038788" y="1144751"/>
        <a:ext cx="82699" cy="82699"/>
      </dsp:txXfrm>
    </dsp:sp>
    <dsp:sp modelId="{BAD56B46-7DD2-4910-85BE-7E650AB5643E}">
      <dsp:nvSpPr>
        <dsp:cNvPr id="0" name=""/>
        <dsp:cNvSpPr/>
      </dsp:nvSpPr>
      <dsp:spPr>
        <a:xfrm>
          <a:off x="5428073" y="945"/>
          <a:ext cx="1739678" cy="869839"/>
        </a:xfrm>
        <a:prstGeom prst="roundRect">
          <a:avLst>
            <a:gd name="adj" fmla="val 10000"/>
          </a:avLst>
        </a:prstGeom>
        <a:solidFill>
          <a:srgbClr val="CCFF99"/>
        </a:solidFill>
        <a:ln w="25400" cap="flat" cmpd="sng" algn="ctr">
          <a:solidFill>
            <a:schemeClr val="lt1">
              <a:hueOff val="0"/>
              <a:satOff val="0"/>
              <a:lumOff val="0"/>
              <a:alphaOff val="0"/>
            </a:schemeClr>
          </a:solidFill>
          <a:prstDash val="solid"/>
        </a:ln>
        <a:effectLst>
          <a:outerShdw blurRad="50800" dist="76200" dir="8100000" algn="tr"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lvl="0" algn="ctr" defTabSz="1155700">
            <a:lnSpc>
              <a:spcPct val="90000"/>
            </a:lnSpc>
            <a:spcBef>
              <a:spcPct val="0"/>
            </a:spcBef>
            <a:spcAft>
              <a:spcPct val="35000"/>
            </a:spcAft>
          </a:pPr>
          <a:r>
            <a:rPr lang="zh-TW" altLang="en-US" sz="2600" kern="1200" dirty="0" smtClean="0">
              <a:solidFill>
                <a:schemeClr val="accent6">
                  <a:lumMod val="75000"/>
                </a:schemeClr>
              </a:solidFill>
              <a:latin typeface="標楷體" panose="03000509000000000000" pitchFamily="65" charset="-120"/>
              <a:ea typeface="標楷體" panose="03000509000000000000" pitchFamily="65" charset="-120"/>
            </a:rPr>
            <a:t>建議 </a:t>
          </a:r>
          <a:r>
            <a:rPr lang="en-US" altLang="zh-TW" sz="2600" kern="1200" dirty="0" smtClean="0">
              <a:solidFill>
                <a:schemeClr val="accent6">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2 </a:t>
          </a:r>
          <a:r>
            <a:rPr lang="zh-TW" altLang="en-US" sz="2600" kern="1200" dirty="0" smtClean="0">
              <a:solidFill>
                <a:schemeClr val="accent6">
                  <a:lumMod val="75000"/>
                </a:schemeClr>
              </a:solidFill>
              <a:latin typeface="標楷體" panose="03000509000000000000" pitchFamily="65" charset="-120"/>
              <a:ea typeface="標楷體" panose="03000509000000000000" pitchFamily="65" charset="-120"/>
            </a:rPr>
            <a:t>項</a:t>
          </a:r>
          <a:endParaRPr lang="zh-TW" altLang="en-US" sz="2600" kern="1200" dirty="0">
            <a:solidFill>
              <a:schemeClr val="accent6">
                <a:lumMod val="75000"/>
              </a:schemeClr>
            </a:solidFill>
            <a:latin typeface="標楷體" panose="03000509000000000000" pitchFamily="65" charset="-120"/>
            <a:ea typeface="標楷體" panose="03000509000000000000" pitchFamily="65" charset="-120"/>
          </a:endParaRPr>
        </a:p>
      </dsp:txBody>
      <dsp:txXfrm>
        <a:off x="5453550" y="26422"/>
        <a:ext cx="1688724" cy="818885"/>
      </dsp:txXfrm>
    </dsp:sp>
    <dsp:sp modelId="{59766EFA-C67B-4AA0-AC41-12FBD83E444F}">
      <dsp:nvSpPr>
        <dsp:cNvPr id="0" name=""/>
        <dsp:cNvSpPr/>
      </dsp:nvSpPr>
      <dsp:spPr>
        <a:xfrm rot="19457599">
          <a:off x="4651653" y="1666043"/>
          <a:ext cx="856968" cy="40429"/>
        </a:xfrm>
        <a:custGeom>
          <a:avLst/>
          <a:gdLst/>
          <a:ahLst/>
          <a:cxnLst/>
          <a:rect l="0" t="0" r="0" b="0"/>
          <a:pathLst>
            <a:path>
              <a:moveTo>
                <a:pt x="0" y="20214"/>
              </a:moveTo>
              <a:lnTo>
                <a:pt x="856968" y="2021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TW" altLang="en-US" sz="500" kern="1200"/>
        </a:p>
      </dsp:txBody>
      <dsp:txXfrm>
        <a:off x="5058713" y="1664834"/>
        <a:ext cx="42848" cy="42848"/>
      </dsp:txXfrm>
    </dsp:sp>
    <dsp:sp modelId="{F2AB0E79-100D-42BE-A18B-713E0B1ED5BB}">
      <dsp:nvSpPr>
        <dsp:cNvPr id="0" name=""/>
        <dsp:cNvSpPr/>
      </dsp:nvSpPr>
      <dsp:spPr>
        <a:xfrm>
          <a:off x="5428073" y="1001260"/>
          <a:ext cx="1739678" cy="869839"/>
        </a:xfrm>
        <a:prstGeom prst="roundRect">
          <a:avLst>
            <a:gd name="adj" fmla="val 10000"/>
          </a:avLst>
        </a:prstGeom>
        <a:solidFill>
          <a:srgbClr val="00FFFF"/>
        </a:solidFill>
        <a:ln w="25400" cap="flat" cmpd="sng" algn="ctr">
          <a:solidFill>
            <a:schemeClr val="lt1">
              <a:hueOff val="0"/>
              <a:satOff val="0"/>
              <a:lumOff val="0"/>
              <a:alphaOff val="0"/>
            </a:schemeClr>
          </a:solidFill>
          <a:prstDash val="solid"/>
        </a:ln>
        <a:effectLst>
          <a:outerShdw blurRad="50800" dist="76200" dir="8100000" algn="tr"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lvl="0" algn="ctr" defTabSz="1155700">
            <a:lnSpc>
              <a:spcPct val="90000"/>
            </a:lnSpc>
            <a:spcBef>
              <a:spcPct val="0"/>
            </a:spcBef>
            <a:spcAft>
              <a:spcPct val="35000"/>
            </a:spcAft>
          </a:pPr>
          <a:r>
            <a:rPr lang="zh-TW" altLang="zh-TW" sz="2600" kern="1200" dirty="0" smtClean="0">
              <a:solidFill>
                <a:schemeClr val="accent6">
                  <a:lumMod val="75000"/>
                </a:schemeClr>
              </a:solidFill>
              <a:latin typeface="標楷體" panose="03000509000000000000" pitchFamily="65" charset="-120"/>
              <a:ea typeface="標楷體" panose="03000509000000000000" pitchFamily="65" charset="-120"/>
              <a:cs typeface="Tahoma" panose="020B0604030504040204" pitchFamily="34" charset="0"/>
            </a:rPr>
            <a:t>提問</a:t>
          </a:r>
          <a:r>
            <a:rPr lang="en-US" altLang="zh-TW" sz="2600" kern="1200" dirty="0" smtClean="0">
              <a:solidFill>
                <a:schemeClr val="accent6">
                  <a:lumMod val="75000"/>
                </a:schemeClr>
              </a:solidFill>
              <a:latin typeface="標楷體" panose="03000509000000000000" pitchFamily="65" charset="-120"/>
              <a:ea typeface="標楷體" panose="03000509000000000000" pitchFamily="65" charset="-120"/>
              <a:cs typeface="Tahoma" panose="020B0604030504040204" pitchFamily="34" charset="0"/>
            </a:rPr>
            <a:t> </a:t>
          </a:r>
          <a:r>
            <a:rPr lang="en-US" altLang="zh-TW" sz="2600" kern="1200" dirty="0" smtClean="0">
              <a:solidFill>
                <a:schemeClr val="accent6">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7 </a:t>
          </a:r>
          <a:r>
            <a:rPr lang="zh-TW" altLang="zh-TW" sz="2600" kern="1200" dirty="0" smtClean="0">
              <a:solidFill>
                <a:schemeClr val="accent6">
                  <a:lumMod val="75000"/>
                </a:schemeClr>
              </a:solidFill>
              <a:latin typeface="標楷體" panose="03000509000000000000" pitchFamily="65" charset="-120"/>
              <a:ea typeface="標楷體" panose="03000509000000000000" pitchFamily="65" charset="-120"/>
              <a:cs typeface="Tahoma" panose="020B0604030504040204" pitchFamily="34" charset="0"/>
            </a:rPr>
            <a:t>項</a:t>
          </a:r>
          <a:endParaRPr lang="zh-TW" altLang="en-US" sz="2600" kern="1200" dirty="0">
            <a:solidFill>
              <a:schemeClr val="accent6">
                <a:lumMod val="75000"/>
              </a:schemeClr>
            </a:solidFill>
            <a:latin typeface="標楷體" panose="03000509000000000000" pitchFamily="65" charset="-120"/>
            <a:ea typeface="標楷體" panose="03000509000000000000" pitchFamily="65" charset="-120"/>
          </a:endParaRPr>
        </a:p>
      </dsp:txBody>
      <dsp:txXfrm>
        <a:off x="5453550" y="1026737"/>
        <a:ext cx="1688724" cy="818885"/>
      </dsp:txXfrm>
    </dsp:sp>
    <dsp:sp modelId="{28016FCC-4009-485F-8354-D4EB144E0AD2}">
      <dsp:nvSpPr>
        <dsp:cNvPr id="0" name=""/>
        <dsp:cNvSpPr/>
      </dsp:nvSpPr>
      <dsp:spPr>
        <a:xfrm rot="2142401">
          <a:off x="4651653" y="2166201"/>
          <a:ext cx="856968" cy="40429"/>
        </a:xfrm>
        <a:custGeom>
          <a:avLst/>
          <a:gdLst/>
          <a:ahLst/>
          <a:cxnLst/>
          <a:rect l="0" t="0" r="0" b="0"/>
          <a:pathLst>
            <a:path>
              <a:moveTo>
                <a:pt x="0" y="20214"/>
              </a:moveTo>
              <a:lnTo>
                <a:pt x="856968" y="20214"/>
              </a:lnTo>
            </a:path>
          </a:pathLst>
        </a:custGeom>
        <a:noFill/>
        <a:ln w="25400" cap="flat" cmpd="sng" algn="ctr">
          <a:solidFill>
            <a:schemeClr val="tx2">
              <a:lumMod val="50000"/>
              <a:lumOff val="5000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TW" altLang="en-US" sz="500" kern="1200"/>
        </a:p>
      </dsp:txBody>
      <dsp:txXfrm>
        <a:off x="5058713" y="2164992"/>
        <a:ext cx="42848" cy="42848"/>
      </dsp:txXfrm>
    </dsp:sp>
    <dsp:sp modelId="{5173F84E-3EFF-42BB-A60B-9727F9A7724A}">
      <dsp:nvSpPr>
        <dsp:cNvPr id="0" name=""/>
        <dsp:cNvSpPr/>
      </dsp:nvSpPr>
      <dsp:spPr>
        <a:xfrm>
          <a:off x="5428073" y="2001575"/>
          <a:ext cx="1739678" cy="869839"/>
        </a:xfrm>
        <a:prstGeom prst="roundRect">
          <a:avLst>
            <a:gd name="adj" fmla="val 10000"/>
          </a:avLst>
        </a:prstGeom>
        <a:solidFill>
          <a:srgbClr val="FFCCFF"/>
        </a:solidFill>
        <a:ln w="25400" cap="flat" cmpd="sng" algn="ctr">
          <a:solidFill>
            <a:schemeClr val="lt1">
              <a:hueOff val="0"/>
              <a:satOff val="0"/>
              <a:lumOff val="0"/>
              <a:alphaOff val="0"/>
            </a:schemeClr>
          </a:solidFill>
          <a:prstDash val="solid"/>
        </a:ln>
        <a:effectLst>
          <a:outerShdw blurRad="50800" dist="76200" dir="8100000" algn="tr"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lvl="0" algn="ctr" defTabSz="1155700">
            <a:lnSpc>
              <a:spcPct val="90000"/>
            </a:lnSpc>
            <a:spcBef>
              <a:spcPct val="0"/>
            </a:spcBef>
            <a:spcAft>
              <a:spcPct val="35000"/>
            </a:spcAft>
          </a:pPr>
          <a:r>
            <a:rPr lang="zh-TW" altLang="en-US" sz="2600" kern="1200" dirty="0" smtClean="0">
              <a:solidFill>
                <a:schemeClr val="accent6">
                  <a:lumMod val="75000"/>
                </a:schemeClr>
              </a:solidFill>
              <a:latin typeface="標楷體" panose="03000509000000000000" pitchFamily="65" charset="-120"/>
              <a:ea typeface="標楷體" panose="03000509000000000000" pitchFamily="65" charset="-120"/>
              <a:cs typeface="Tahoma" panose="020B0604030504040204" pitchFamily="34" charset="0"/>
            </a:rPr>
            <a:t>指</a:t>
          </a:r>
          <a:r>
            <a:rPr lang="zh-TW" altLang="zh-TW" sz="2600" kern="1200" dirty="0" smtClean="0">
              <a:solidFill>
                <a:schemeClr val="accent6">
                  <a:lumMod val="75000"/>
                </a:schemeClr>
              </a:solidFill>
              <a:latin typeface="標楷體" panose="03000509000000000000" pitchFamily="65" charset="-120"/>
              <a:ea typeface="標楷體" panose="03000509000000000000" pitchFamily="65" charset="-120"/>
              <a:cs typeface="Tahoma" panose="020B0604030504040204" pitchFamily="34" charset="0"/>
            </a:rPr>
            <a:t>正</a:t>
          </a:r>
          <a:r>
            <a:rPr lang="en-US" altLang="zh-TW" sz="2600" kern="1200" dirty="0" smtClean="0">
              <a:solidFill>
                <a:schemeClr val="accent6">
                  <a:lumMod val="75000"/>
                </a:schemeClr>
              </a:solidFill>
              <a:latin typeface="標楷體" panose="03000509000000000000" pitchFamily="65" charset="-120"/>
              <a:ea typeface="標楷體" panose="03000509000000000000" pitchFamily="65" charset="-120"/>
              <a:cs typeface="Tahoma" panose="020B0604030504040204" pitchFamily="34" charset="0"/>
            </a:rPr>
            <a:t> </a:t>
          </a:r>
          <a:r>
            <a:rPr lang="en-US" altLang="zh-TW" sz="2600" kern="1200" dirty="0" smtClean="0">
              <a:solidFill>
                <a:schemeClr val="accent6">
                  <a:lumMod val="75000"/>
                </a:schemeClr>
              </a:solidFill>
              <a:latin typeface="Times New Roman" panose="02020603050405020304" pitchFamily="18" charset="0"/>
              <a:ea typeface="標楷體" panose="03000509000000000000" pitchFamily="65" charset="-120"/>
              <a:cs typeface="Times New Roman" panose="02020603050405020304" pitchFamily="18" charset="0"/>
            </a:rPr>
            <a:t>12 </a:t>
          </a:r>
          <a:r>
            <a:rPr lang="zh-TW" altLang="zh-TW" sz="2600" kern="1200" dirty="0" smtClean="0">
              <a:solidFill>
                <a:schemeClr val="accent6">
                  <a:lumMod val="75000"/>
                </a:schemeClr>
              </a:solidFill>
              <a:latin typeface="標楷體" panose="03000509000000000000" pitchFamily="65" charset="-120"/>
              <a:ea typeface="標楷體" panose="03000509000000000000" pitchFamily="65" charset="-120"/>
              <a:cs typeface="Tahoma" panose="020B0604030504040204" pitchFamily="34" charset="0"/>
            </a:rPr>
            <a:t>項</a:t>
          </a:r>
          <a:endParaRPr lang="zh-TW" altLang="en-US" sz="2600" kern="1200" dirty="0">
            <a:solidFill>
              <a:schemeClr val="accent6">
                <a:lumMod val="75000"/>
              </a:schemeClr>
            </a:solidFill>
            <a:latin typeface="標楷體" panose="03000509000000000000" pitchFamily="65" charset="-120"/>
            <a:ea typeface="標楷體" panose="03000509000000000000" pitchFamily="65" charset="-120"/>
          </a:endParaRPr>
        </a:p>
      </dsp:txBody>
      <dsp:txXfrm>
        <a:off x="5453550" y="2027052"/>
        <a:ext cx="1688724" cy="818885"/>
      </dsp:txXfrm>
    </dsp:sp>
    <dsp:sp modelId="{7CDDAB3E-9EDB-4F14-9681-77BB2495F799}">
      <dsp:nvSpPr>
        <dsp:cNvPr id="0" name=""/>
        <dsp:cNvSpPr/>
      </dsp:nvSpPr>
      <dsp:spPr>
        <a:xfrm rot="3907178">
          <a:off x="4253146" y="2666358"/>
          <a:ext cx="1653981" cy="40429"/>
        </a:xfrm>
        <a:custGeom>
          <a:avLst/>
          <a:gdLst/>
          <a:ahLst/>
          <a:cxnLst/>
          <a:rect l="0" t="0" r="0" b="0"/>
          <a:pathLst>
            <a:path>
              <a:moveTo>
                <a:pt x="0" y="20214"/>
              </a:moveTo>
              <a:lnTo>
                <a:pt x="1653981" y="2021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TW" altLang="en-US" sz="500" kern="1200"/>
        </a:p>
      </dsp:txBody>
      <dsp:txXfrm>
        <a:off x="5038788" y="2645224"/>
        <a:ext cx="82699" cy="82699"/>
      </dsp:txXfrm>
    </dsp:sp>
    <dsp:sp modelId="{896A26B3-0137-4E3F-90DC-BA4A69DCAB5C}">
      <dsp:nvSpPr>
        <dsp:cNvPr id="0" name=""/>
        <dsp:cNvSpPr/>
      </dsp:nvSpPr>
      <dsp:spPr>
        <a:xfrm>
          <a:off x="5428073" y="3001890"/>
          <a:ext cx="1739678" cy="869839"/>
        </a:xfrm>
        <a:prstGeom prst="roundRect">
          <a:avLst>
            <a:gd name="adj" fmla="val 10000"/>
          </a:avLst>
        </a:prstGeom>
        <a:solidFill>
          <a:srgbClr val="FFFF66"/>
        </a:solidFill>
        <a:ln w="25400" cap="flat" cmpd="sng" algn="ctr">
          <a:solidFill>
            <a:schemeClr val="lt1">
              <a:hueOff val="0"/>
              <a:satOff val="0"/>
              <a:lumOff val="0"/>
              <a:alphaOff val="0"/>
            </a:schemeClr>
          </a:solidFill>
          <a:prstDash val="solid"/>
        </a:ln>
        <a:effectLst>
          <a:outerShdw blurRad="50800" dist="76200" dir="8100000" algn="tr"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lvl="0" algn="ctr" defTabSz="1155700">
            <a:lnSpc>
              <a:spcPct val="90000"/>
            </a:lnSpc>
            <a:spcBef>
              <a:spcPct val="0"/>
            </a:spcBef>
            <a:spcAft>
              <a:spcPct val="35000"/>
            </a:spcAft>
          </a:pPr>
          <a:r>
            <a:rPr lang="zh-TW" altLang="en-US" sz="2600" kern="1200" dirty="0" smtClean="0">
              <a:solidFill>
                <a:schemeClr val="accent6">
                  <a:lumMod val="75000"/>
                </a:schemeClr>
              </a:solidFill>
              <a:latin typeface="標楷體" panose="03000509000000000000" pitchFamily="65" charset="-120"/>
              <a:ea typeface="標楷體" panose="03000509000000000000" pitchFamily="65" charset="-120"/>
            </a:rPr>
            <a:t>其他 </a:t>
          </a:r>
          <a:r>
            <a:rPr lang="en-US" altLang="zh-TW" sz="2600" kern="1200" dirty="0" smtClean="0">
              <a:solidFill>
                <a:schemeClr val="accent6">
                  <a:lumMod val="75000"/>
                </a:schemeClr>
              </a:solidFill>
              <a:latin typeface="標楷體" panose="03000509000000000000" pitchFamily="65" charset="-120"/>
              <a:ea typeface="標楷體" panose="03000509000000000000" pitchFamily="65" charset="-120"/>
            </a:rPr>
            <a:t>2 </a:t>
          </a:r>
          <a:r>
            <a:rPr lang="zh-TW" altLang="en-US" sz="2600" kern="1200" dirty="0" smtClean="0">
              <a:solidFill>
                <a:schemeClr val="accent6">
                  <a:lumMod val="75000"/>
                </a:schemeClr>
              </a:solidFill>
              <a:latin typeface="標楷體" panose="03000509000000000000" pitchFamily="65" charset="-120"/>
              <a:ea typeface="標楷體" panose="03000509000000000000" pitchFamily="65" charset="-120"/>
            </a:rPr>
            <a:t>項</a:t>
          </a:r>
          <a:endParaRPr lang="zh-TW" altLang="en-US" sz="2600" kern="1200" dirty="0">
            <a:solidFill>
              <a:schemeClr val="accent6">
                <a:lumMod val="75000"/>
              </a:schemeClr>
            </a:solidFill>
            <a:latin typeface="標楷體" panose="03000509000000000000" pitchFamily="65" charset="-120"/>
            <a:ea typeface="標楷體" panose="03000509000000000000" pitchFamily="65" charset="-120"/>
          </a:endParaRPr>
        </a:p>
      </dsp:txBody>
      <dsp:txXfrm>
        <a:off x="5453550" y="3027367"/>
        <a:ext cx="1688724" cy="818885"/>
      </dsp:txXfrm>
    </dsp:sp>
    <dsp:sp modelId="{7007670E-EE26-44DD-8334-7AB73FFE85FC}">
      <dsp:nvSpPr>
        <dsp:cNvPr id="0" name=""/>
        <dsp:cNvSpPr/>
      </dsp:nvSpPr>
      <dsp:spPr>
        <a:xfrm rot="2142401">
          <a:off x="1886278" y="2666358"/>
          <a:ext cx="856968" cy="40429"/>
        </a:xfrm>
        <a:custGeom>
          <a:avLst/>
          <a:gdLst/>
          <a:ahLst/>
          <a:cxnLst/>
          <a:rect l="0" t="0" r="0" b="0"/>
          <a:pathLst>
            <a:path>
              <a:moveTo>
                <a:pt x="0" y="20214"/>
              </a:moveTo>
              <a:lnTo>
                <a:pt x="856968" y="20214"/>
              </a:lnTo>
            </a:path>
          </a:pathLst>
        </a:custGeom>
        <a:noFill/>
        <a:ln w="25400" cap="flat" cmpd="sng" algn="ctr">
          <a:solidFill>
            <a:schemeClr val="tx2">
              <a:lumMod val="50000"/>
              <a:lumOff val="5000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TW" altLang="en-US" sz="500" kern="1200"/>
        </a:p>
      </dsp:txBody>
      <dsp:txXfrm>
        <a:off x="2293338" y="2665149"/>
        <a:ext cx="42848" cy="42848"/>
      </dsp:txXfrm>
    </dsp:sp>
    <dsp:sp modelId="{4D13C6F2-6CB5-4D7F-91EA-DE6930F698E0}">
      <dsp:nvSpPr>
        <dsp:cNvPr id="0" name=""/>
        <dsp:cNvSpPr/>
      </dsp:nvSpPr>
      <dsp:spPr>
        <a:xfrm>
          <a:off x="2662698" y="2501732"/>
          <a:ext cx="2069503" cy="869839"/>
        </a:xfrm>
        <a:prstGeom prst="roundRect">
          <a:avLst>
            <a:gd name="adj" fmla="val 10000"/>
          </a:avLst>
        </a:prstGeom>
        <a:solidFill>
          <a:srgbClr val="A828A8"/>
        </a:solidFill>
        <a:ln w="25400" cap="flat" cmpd="sng" algn="ctr">
          <a:solidFill>
            <a:srgbClr val="A828A8"/>
          </a:solidFill>
          <a:prstDash val="solid"/>
        </a:ln>
        <a:effectLst>
          <a:outerShdw blurRad="50800" dist="38100" dir="8100000" algn="tr"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lvl="0" algn="ctr" defTabSz="1155700">
            <a:lnSpc>
              <a:spcPct val="90000"/>
            </a:lnSpc>
            <a:spcBef>
              <a:spcPct val="0"/>
            </a:spcBef>
            <a:spcAft>
              <a:spcPct val="35000"/>
            </a:spcAft>
          </a:pPr>
          <a:r>
            <a:rPr lang="zh-TW" altLang="en-US" sz="2600" kern="1200" dirty="0" smtClean="0">
              <a:solidFill>
                <a:schemeClr val="bg1"/>
              </a:solidFill>
              <a:effectLst/>
              <a:latin typeface="標楷體" panose="03000509000000000000" pitchFamily="65" charset="-120"/>
              <a:ea typeface="標楷體" panose="03000509000000000000" pitchFamily="65" charset="-120"/>
            </a:rPr>
            <a:t>我想要更多</a:t>
          </a:r>
          <a:r>
            <a:rPr lang="en-US" altLang="zh-TW" sz="2600" kern="1200" dirty="0" smtClean="0">
              <a:solidFill>
                <a:schemeClr val="bg1"/>
              </a:solidFill>
              <a:effectLst/>
              <a:latin typeface="標楷體" panose="03000509000000000000" pitchFamily="65" charset="-120"/>
              <a:ea typeface="標楷體" panose="03000509000000000000" pitchFamily="65" charset="-120"/>
            </a:rPr>
            <a:t/>
          </a:r>
          <a:br>
            <a:rPr lang="en-US" altLang="zh-TW" sz="2600" kern="1200" dirty="0" smtClean="0">
              <a:solidFill>
                <a:schemeClr val="bg1"/>
              </a:solidFill>
              <a:effectLst/>
              <a:latin typeface="標楷體" panose="03000509000000000000" pitchFamily="65" charset="-120"/>
              <a:ea typeface="標楷體" panose="03000509000000000000" pitchFamily="65" charset="-120"/>
            </a:rPr>
          </a:br>
          <a:r>
            <a:rPr lang="en-US" altLang="zh-TW" sz="2600" kern="1200" dirty="0" smtClean="0">
              <a:solidFill>
                <a:schemeClr val="bg1"/>
              </a:solidFill>
              <a:effectLst/>
              <a:latin typeface="Times New Roman" panose="02020603050405020304" pitchFamily="18" charset="0"/>
              <a:ea typeface="標楷體" panose="03000509000000000000" pitchFamily="65" charset="-120"/>
              <a:cs typeface="Times New Roman" panose="02020603050405020304" pitchFamily="18" charset="0"/>
            </a:rPr>
            <a:t>2</a:t>
          </a:r>
          <a:r>
            <a:rPr lang="zh-TW" altLang="en-US" sz="2600" kern="1200" dirty="0" smtClean="0">
              <a:solidFill>
                <a:schemeClr val="bg1"/>
              </a:solidFill>
              <a:effectLst/>
              <a:latin typeface="標楷體" panose="03000509000000000000" pitchFamily="65" charset="-120"/>
              <a:ea typeface="標楷體" panose="03000509000000000000" pitchFamily="65" charset="-120"/>
            </a:rPr>
            <a:t>項</a:t>
          </a:r>
          <a:endParaRPr lang="zh-TW" altLang="en-US" sz="2600" kern="1200" dirty="0">
            <a:solidFill>
              <a:schemeClr val="bg1"/>
            </a:solidFill>
            <a:effectLst/>
            <a:latin typeface="標楷體" panose="03000509000000000000" pitchFamily="65" charset="-120"/>
            <a:ea typeface="標楷體" panose="03000509000000000000" pitchFamily="65" charset="-120"/>
          </a:endParaRPr>
        </a:p>
      </dsp:txBody>
      <dsp:txXfrm>
        <a:off x="2688175" y="2527209"/>
        <a:ext cx="2018549" cy="81888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F21383-158C-4D6B-B42E-67DCC36B8A20}">
      <dsp:nvSpPr>
        <dsp:cNvPr id="0" name=""/>
        <dsp:cNvSpPr/>
      </dsp:nvSpPr>
      <dsp:spPr>
        <a:xfrm>
          <a:off x="3494" y="222835"/>
          <a:ext cx="1299870" cy="519948"/>
        </a:xfrm>
        <a:prstGeom prst="chevron">
          <a:avLst/>
        </a:prstGeom>
        <a:solidFill>
          <a:srgbClr val="7030A0"/>
        </a:solidFill>
        <a:ln w="25400" cap="flat" cmpd="sng" algn="ctr">
          <a:noFill/>
          <a:prstDash val="solid"/>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altLang="zh-TW" sz="1800" kern="1200" dirty="0" smtClean="0">
              <a:latin typeface="標楷體" panose="03000509000000000000" pitchFamily="65" charset="-120"/>
              <a:ea typeface="標楷體" panose="03000509000000000000" pitchFamily="65" charset="-120"/>
            </a:rPr>
            <a:t>107</a:t>
          </a:r>
          <a:r>
            <a:rPr lang="zh-TW" altLang="en-US" sz="1800" kern="1200" dirty="0" smtClean="0">
              <a:latin typeface="標楷體" panose="03000509000000000000" pitchFamily="65" charset="-120"/>
              <a:ea typeface="標楷體" panose="03000509000000000000" pitchFamily="65" charset="-120"/>
            </a:rPr>
            <a:t>年</a:t>
          </a:r>
          <a:r>
            <a:rPr lang="en-US" altLang="zh-TW" sz="1800" kern="1200" dirty="0" smtClean="0">
              <a:latin typeface="標楷體" panose="03000509000000000000" pitchFamily="65" charset="-120"/>
              <a:ea typeface="標楷體" panose="03000509000000000000" pitchFamily="65" charset="-120"/>
            </a:rPr>
            <a:t>11</a:t>
          </a:r>
          <a:r>
            <a:rPr lang="zh-TW" altLang="en-US" sz="1800" kern="1200" dirty="0" smtClean="0">
              <a:latin typeface="標楷體" panose="03000509000000000000" pitchFamily="65" charset="-120"/>
              <a:ea typeface="標楷體" panose="03000509000000000000" pitchFamily="65" charset="-120"/>
            </a:rPr>
            <a:t>月</a:t>
          </a:r>
          <a:endParaRPr lang="zh-TW" altLang="en-US" sz="1800" kern="1200" dirty="0">
            <a:latin typeface="標楷體" panose="03000509000000000000" pitchFamily="65" charset="-120"/>
            <a:ea typeface="標楷體" panose="03000509000000000000" pitchFamily="65" charset="-120"/>
          </a:endParaRPr>
        </a:p>
      </dsp:txBody>
      <dsp:txXfrm>
        <a:off x="263468" y="222835"/>
        <a:ext cx="779922" cy="519948"/>
      </dsp:txXfrm>
    </dsp:sp>
    <dsp:sp modelId="{EE437888-5571-4558-8C49-3217D82A4BCA}">
      <dsp:nvSpPr>
        <dsp:cNvPr id="0" name=""/>
        <dsp:cNvSpPr/>
      </dsp:nvSpPr>
      <dsp:spPr>
        <a:xfrm>
          <a:off x="1173377" y="222835"/>
          <a:ext cx="1299870" cy="519948"/>
        </a:xfrm>
        <a:prstGeom prst="chevron">
          <a:avLst/>
        </a:prstGeom>
        <a:solidFill>
          <a:srgbClr val="7030A0"/>
        </a:solidFill>
        <a:ln w="25400" cap="flat" cmpd="sng" algn="ctr">
          <a:noFill/>
          <a:prstDash val="solid"/>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altLang="zh-TW" sz="1800" kern="1200" dirty="0" smtClean="0">
              <a:latin typeface="標楷體" panose="03000509000000000000" pitchFamily="65" charset="-120"/>
              <a:ea typeface="標楷體" panose="03000509000000000000" pitchFamily="65" charset="-120"/>
            </a:rPr>
            <a:t>107</a:t>
          </a:r>
          <a:r>
            <a:rPr lang="zh-TW" altLang="en-US" sz="1800" kern="1200" dirty="0" smtClean="0">
              <a:latin typeface="標楷體" panose="03000509000000000000" pitchFamily="65" charset="-120"/>
              <a:ea typeface="標楷體" panose="03000509000000000000" pitchFamily="65" charset="-120"/>
            </a:rPr>
            <a:t>年</a:t>
          </a:r>
          <a:r>
            <a:rPr lang="en-US" altLang="zh-TW" sz="1800" kern="1200" dirty="0" smtClean="0">
              <a:latin typeface="標楷體" panose="03000509000000000000" pitchFamily="65" charset="-120"/>
              <a:ea typeface="標楷體" panose="03000509000000000000" pitchFamily="65" charset="-120"/>
            </a:rPr>
            <a:t>12</a:t>
          </a:r>
          <a:r>
            <a:rPr lang="zh-TW" altLang="en-US" sz="1800" kern="1200" dirty="0" smtClean="0">
              <a:latin typeface="標楷體" panose="03000509000000000000" pitchFamily="65" charset="-120"/>
              <a:ea typeface="標楷體" panose="03000509000000000000" pitchFamily="65" charset="-120"/>
            </a:rPr>
            <a:t>月</a:t>
          </a:r>
          <a:endParaRPr lang="zh-TW" altLang="en-US" sz="1800" kern="1200" dirty="0">
            <a:latin typeface="標楷體" panose="03000509000000000000" pitchFamily="65" charset="-120"/>
            <a:ea typeface="標楷體" panose="03000509000000000000" pitchFamily="65" charset="-120"/>
          </a:endParaRPr>
        </a:p>
      </dsp:txBody>
      <dsp:txXfrm>
        <a:off x="1433351" y="222835"/>
        <a:ext cx="779922" cy="519948"/>
      </dsp:txXfrm>
    </dsp:sp>
    <dsp:sp modelId="{6DD32698-5B64-439E-AEAD-FD9DC86BEAF9}">
      <dsp:nvSpPr>
        <dsp:cNvPr id="0" name=""/>
        <dsp:cNvSpPr/>
      </dsp:nvSpPr>
      <dsp:spPr>
        <a:xfrm>
          <a:off x="2343261" y="222835"/>
          <a:ext cx="1299870" cy="519948"/>
        </a:xfrm>
        <a:prstGeom prst="chevron">
          <a:avLst/>
        </a:prstGeom>
        <a:solidFill>
          <a:srgbClr val="7030A0"/>
        </a:solidFill>
        <a:ln w="25400" cap="flat" cmpd="sng" algn="ctr">
          <a:noFill/>
          <a:prstDash val="solid"/>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altLang="zh-TW" sz="1800" kern="1200" dirty="0" smtClean="0">
              <a:latin typeface="標楷體" panose="03000509000000000000" pitchFamily="65" charset="-120"/>
              <a:ea typeface="標楷體" panose="03000509000000000000" pitchFamily="65" charset="-120"/>
            </a:rPr>
            <a:t>108</a:t>
          </a:r>
          <a:r>
            <a:rPr lang="zh-TW" altLang="en-US" sz="1800" kern="1200" dirty="0" smtClean="0">
              <a:latin typeface="標楷體" panose="03000509000000000000" pitchFamily="65" charset="-120"/>
              <a:ea typeface="標楷體" panose="03000509000000000000" pitchFamily="65" charset="-120"/>
            </a:rPr>
            <a:t>年</a:t>
          </a:r>
          <a:r>
            <a:rPr lang="en-US" altLang="zh-TW" sz="1800" kern="1200" dirty="0" smtClean="0">
              <a:latin typeface="標楷體" panose="03000509000000000000" pitchFamily="65" charset="-120"/>
              <a:ea typeface="標楷體" panose="03000509000000000000" pitchFamily="65" charset="-120"/>
            </a:rPr>
            <a:t>1</a:t>
          </a:r>
          <a:r>
            <a:rPr lang="zh-TW" altLang="en-US" sz="1800" kern="1200" dirty="0" smtClean="0">
              <a:latin typeface="標楷體" panose="03000509000000000000" pitchFamily="65" charset="-120"/>
              <a:ea typeface="標楷體" panose="03000509000000000000" pitchFamily="65" charset="-120"/>
            </a:rPr>
            <a:t>月</a:t>
          </a:r>
          <a:endParaRPr lang="zh-TW" altLang="en-US" sz="1800" kern="1200" dirty="0">
            <a:latin typeface="標楷體" panose="03000509000000000000" pitchFamily="65" charset="-120"/>
            <a:ea typeface="標楷體" panose="03000509000000000000" pitchFamily="65" charset="-120"/>
          </a:endParaRPr>
        </a:p>
      </dsp:txBody>
      <dsp:txXfrm>
        <a:off x="2603235" y="222835"/>
        <a:ext cx="779922" cy="519948"/>
      </dsp:txXfrm>
    </dsp:sp>
    <dsp:sp modelId="{82C655F2-840E-42DC-820A-6EE34CDBEF20}">
      <dsp:nvSpPr>
        <dsp:cNvPr id="0" name=""/>
        <dsp:cNvSpPr/>
      </dsp:nvSpPr>
      <dsp:spPr>
        <a:xfrm>
          <a:off x="3513144" y="222835"/>
          <a:ext cx="1299870" cy="519948"/>
        </a:xfrm>
        <a:prstGeom prst="chevron">
          <a:avLst/>
        </a:prstGeom>
        <a:solidFill>
          <a:srgbClr val="7030A0"/>
        </a:solidFill>
        <a:ln w="25400" cap="flat" cmpd="sng" algn="ctr">
          <a:noFill/>
          <a:prstDash val="solid"/>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altLang="zh-TW" sz="1800" kern="1200" dirty="0" smtClean="0">
              <a:latin typeface="標楷體" panose="03000509000000000000" pitchFamily="65" charset="-120"/>
              <a:ea typeface="標楷體" panose="03000509000000000000" pitchFamily="65" charset="-120"/>
            </a:rPr>
            <a:t>108</a:t>
          </a:r>
          <a:r>
            <a:rPr lang="zh-TW" altLang="en-US" sz="1800" kern="1200" dirty="0" smtClean="0">
              <a:latin typeface="標楷體" panose="03000509000000000000" pitchFamily="65" charset="-120"/>
              <a:ea typeface="標楷體" panose="03000509000000000000" pitchFamily="65" charset="-120"/>
            </a:rPr>
            <a:t>年</a:t>
          </a:r>
          <a:r>
            <a:rPr lang="en-US" altLang="zh-TW" sz="1800" kern="1200" dirty="0" smtClean="0">
              <a:latin typeface="標楷體" panose="03000509000000000000" pitchFamily="65" charset="-120"/>
              <a:ea typeface="標楷體" panose="03000509000000000000" pitchFamily="65" charset="-120"/>
            </a:rPr>
            <a:t>2</a:t>
          </a:r>
          <a:r>
            <a:rPr lang="zh-TW" altLang="en-US" sz="1800" kern="1200" dirty="0" smtClean="0">
              <a:latin typeface="標楷體" panose="03000509000000000000" pitchFamily="65" charset="-120"/>
              <a:ea typeface="標楷體" panose="03000509000000000000" pitchFamily="65" charset="-120"/>
            </a:rPr>
            <a:t>月</a:t>
          </a:r>
          <a:endParaRPr lang="zh-TW" altLang="en-US" sz="1800" kern="1200" dirty="0">
            <a:latin typeface="標楷體" panose="03000509000000000000" pitchFamily="65" charset="-120"/>
            <a:ea typeface="標楷體" panose="03000509000000000000" pitchFamily="65" charset="-120"/>
          </a:endParaRPr>
        </a:p>
      </dsp:txBody>
      <dsp:txXfrm>
        <a:off x="3773118" y="222835"/>
        <a:ext cx="779922" cy="519948"/>
      </dsp:txXfrm>
    </dsp:sp>
    <dsp:sp modelId="{34B0024D-9378-440B-90EB-1B4739BEB980}">
      <dsp:nvSpPr>
        <dsp:cNvPr id="0" name=""/>
        <dsp:cNvSpPr/>
      </dsp:nvSpPr>
      <dsp:spPr>
        <a:xfrm>
          <a:off x="4683027" y="222835"/>
          <a:ext cx="1299870" cy="519948"/>
        </a:xfrm>
        <a:prstGeom prst="chevron">
          <a:avLst/>
        </a:prstGeom>
        <a:solidFill>
          <a:srgbClr val="7030A0"/>
        </a:solidFill>
        <a:ln w="25400" cap="flat" cmpd="sng" algn="ctr">
          <a:noFill/>
          <a:prstDash val="solid"/>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altLang="zh-TW" sz="1800" kern="1200" dirty="0" smtClean="0">
              <a:latin typeface="標楷體" panose="03000509000000000000" pitchFamily="65" charset="-120"/>
              <a:ea typeface="標楷體" panose="03000509000000000000" pitchFamily="65" charset="-120"/>
            </a:rPr>
            <a:t>108</a:t>
          </a:r>
          <a:r>
            <a:rPr lang="zh-TW" altLang="en-US" sz="1800" kern="1200" dirty="0" smtClean="0">
              <a:latin typeface="標楷體" panose="03000509000000000000" pitchFamily="65" charset="-120"/>
              <a:ea typeface="標楷體" panose="03000509000000000000" pitchFamily="65" charset="-120"/>
            </a:rPr>
            <a:t>年</a:t>
          </a:r>
          <a:r>
            <a:rPr lang="en-US" altLang="zh-TW" sz="1800" kern="1200" dirty="0" smtClean="0">
              <a:latin typeface="標楷體" panose="03000509000000000000" pitchFamily="65" charset="-120"/>
              <a:ea typeface="標楷體" panose="03000509000000000000" pitchFamily="65" charset="-120"/>
            </a:rPr>
            <a:t>3</a:t>
          </a:r>
          <a:r>
            <a:rPr lang="zh-TW" altLang="en-US" sz="1800" kern="1200" dirty="0" smtClean="0">
              <a:latin typeface="標楷體" panose="03000509000000000000" pitchFamily="65" charset="-120"/>
              <a:ea typeface="標楷體" panose="03000509000000000000" pitchFamily="65" charset="-120"/>
            </a:rPr>
            <a:t>月</a:t>
          </a:r>
          <a:endParaRPr lang="zh-TW" altLang="en-US" sz="1800" kern="1200" dirty="0">
            <a:latin typeface="標楷體" panose="03000509000000000000" pitchFamily="65" charset="-120"/>
            <a:ea typeface="標楷體" panose="03000509000000000000" pitchFamily="65" charset="-120"/>
          </a:endParaRPr>
        </a:p>
      </dsp:txBody>
      <dsp:txXfrm>
        <a:off x="4943001" y="222835"/>
        <a:ext cx="779922" cy="519948"/>
      </dsp:txXfrm>
    </dsp:sp>
    <dsp:sp modelId="{1C249112-0E16-442B-ADF7-7B27D2E31864}">
      <dsp:nvSpPr>
        <dsp:cNvPr id="0" name=""/>
        <dsp:cNvSpPr/>
      </dsp:nvSpPr>
      <dsp:spPr>
        <a:xfrm>
          <a:off x="5852911" y="222835"/>
          <a:ext cx="1299870" cy="519948"/>
        </a:xfrm>
        <a:prstGeom prst="chevron">
          <a:avLst/>
        </a:prstGeom>
        <a:solidFill>
          <a:srgbClr val="7030A0"/>
        </a:solidFill>
        <a:ln w="25400" cap="flat" cmpd="sng" algn="ctr">
          <a:noFill/>
          <a:prstDash val="solid"/>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txBody>
        <a:bodyPr spcFirstLastPara="0" vert="horz" wrap="square" lIns="72009" tIns="24003" rIns="24003" bIns="24003" numCol="1" spcCol="1270" anchor="ctr" anchorCtr="0">
          <a:noAutofit/>
        </a:bodyPr>
        <a:lstStyle/>
        <a:p>
          <a:pPr lvl="0" algn="ctr" defTabSz="800100">
            <a:lnSpc>
              <a:spcPct val="90000"/>
            </a:lnSpc>
            <a:spcBef>
              <a:spcPct val="0"/>
            </a:spcBef>
            <a:spcAft>
              <a:spcPct val="35000"/>
            </a:spcAft>
          </a:pPr>
          <a:r>
            <a:rPr lang="en-US" altLang="zh-TW" sz="1800" kern="1200" dirty="0" smtClean="0">
              <a:latin typeface="標楷體" panose="03000509000000000000" pitchFamily="65" charset="-120"/>
              <a:ea typeface="標楷體" panose="03000509000000000000" pitchFamily="65" charset="-120"/>
            </a:rPr>
            <a:t>108</a:t>
          </a:r>
          <a:r>
            <a:rPr lang="zh-TW" altLang="en-US" sz="1800" kern="1200" dirty="0" smtClean="0">
              <a:latin typeface="標楷體" panose="03000509000000000000" pitchFamily="65" charset="-120"/>
              <a:ea typeface="標楷體" panose="03000509000000000000" pitchFamily="65" charset="-120"/>
            </a:rPr>
            <a:t>年</a:t>
          </a:r>
          <a:r>
            <a:rPr lang="en-US" altLang="zh-TW" sz="1800" kern="1200" dirty="0" smtClean="0">
              <a:latin typeface="標楷體" panose="03000509000000000000" pitchFamily="65" charset="-120"/>
              <a:ea typeface="標楷體" panose="03000509000000000000" pitchFamily="65" charset="-120"/>
            </a:rPr>
            <a:t>4</a:t>
          </a:r>
          <a:r>
            <a:rPr lang="zh-TW" altLang="en-US" sz="1800" kern="1200" dirty="0" smtClean="0">
              <a:latin typeface="標楷體" panose="03000509000000000000" pitchFamily="65" charset="-120"/>
              <a:ea typeface="標楷體" panose="03000509000000000000" pitchFamily="65" charset="-120"/>
            </a:rPr>
            <a:t>月</a:t>
          </a:r>
          <a:endParaRPr lang="zh-TW" altLang="en-US" sz="1800" kern="1200" dirty="0">
            <a:latin typeface="標楷體" panose="03000509000000000000" pitchFamily="65" charset="-120"/>
            <a:ea typeface="標楷體" panose="03000509000000000000" pitchFamily="65" charset="-120"/>
          </a:endParaRPr>
        </a:p>
      </dsp:txBody>
      <dsp:txXfrm>
        <a:off x="6112885" y="222835"/>
        <a:ext cx="779922" cy="519948"/>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9" y="1"/>
            <a:ext cx="2949786" cy="498693"/>
          </a:xfrm>
          <a:prstGeom prst="rect">
            <a:avLst/>
          </a:prstGeom>
        </p:spPr>
        <p:txBody>
          <a:bodyPr vert="horz" lIns="91363" tIns="45678" rIns="91363" bIns="45678" rtlCol="0"/>
          <a:lstStyle>
            <a:lvl1pPr algn="l">
              <a:defRPr sz="1200"/>
            </a:lvl1pPr>
          </a:lstStyle>
          <a:p>
            <a:endParaRPr lang="zh-TW" altLang="en-US"/>
          </a:p>
        </p:txBody>
      </p:sp>
      <p:sp>
        <p:nvSpPr>
          <p:cNvPr id="3" name="日期版面配置區 2"/>
          <p:cNvSpPr>
            <a:spLocks noGrp="1"/>
          </p:cNvSpPr>
          <p:nvPr>
            <p:ph type="dt" sz="quarter" idx="1"/>
          </p:nvPr>
        </p:nvSpPr>
        <p:spPr>
          <a:xfrm>
            <a:off x="3855840" y="1"/>
            <a:ext cx="2949786" cy="498693"/>
          </a:xfrm>
          <a:prstGeom prst="rect">
            <a:avLst/>
          </a:prstGeom>
        </p:spPr>
        <p:txBody>
          <a:bodyPr vert="horz" lIns="91363" tIns="45678" rIns="91363" bIns="45678" rtlCol="0"/>
          <a:lstStyle>
            <a:lvl1pPr algn="r">
              <a:defRPr sz="1200"/>
            </a:lvl1pPr>
          </a:lstStyle>
          <a:p>
            <a:fld id="{DCF16AD3-7FFB-4C0E-A7F0-9B0289D55641}" type="datetimeFigureOut">
              <a:rPr lang="zh-TW" altLang="en-US" smtClean="0"/>
              <a:pPr/>
              <a:t>2019/5/22</a:t>
            </a:fld>
            <a:endParaRPr lang="zh-TW" altLang="en-US"/>
          </a:p>
        </p:txBody>
      </p:sp>
      <p:sp>
        <p:nvSpPr>
          <p:cNvPr id="4" name="頁尾版面配置區 3"/>
          <p:cNvSpPr>
            <a:spLocks noGrp="1"/>
          </p:cNvSpPr>
          <p:nvPr>
            <p:ph type="ftr" sz="quarter" idx="2"/>
          </p:nvPr>
        </p:nvSpPr>
        <p:spPr>
          <a:xfrm>
            <a:off x="9" y="9440648"/>
            <a:ext cx="2949786" cy="498692"/>
          </a:xfrm>
          <a:prstGeom prst="rect">
            <a:avLst/>
          </a:prstGeom>
        </p:spPr>
        <p:txBody>
          <a:bodyPr vert="horz" lIns="91363" tIns="45678" rIns="91363" bIns="45678"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55840" y="9440648"/>
            <a:ext cx="2949786" cy="498692"/>
          </a:xfrm>
          <a:prstGeom prst="rect">
            <a:avLst/>
          </a:prstGeom>
        </p:spPr>
        <p:txBody>
          <a:bodyPr vert="horz" lIns="91363" tIns="45678" rIns="91363" bIns="45678" rtlCol="0" anchor="b"/>
          <a:lstStyle>
            <a:lvl1pPr algn="r">
              <a:defRPr sz="1200"/>
            </a:lvl1pPr>
          </a:lstStyle>
          <a:p>
            <a:fld id="{127176A1-DA16-4EB3-9DFD-E1BDB78E2BF0}" type="slidenum">
              <a:rPr lang="zh-TW" altLang="en-US" smtClean="0"/>
              <a:pPr/>
              <a:t>‹#›</a:t>
            </a:fld>
            <a:endParaRPr lang="zh-TW" altLang="en-US"/>
          </a:p>
        </p:txBody>
      </p:sp>
    </p:spTree>
    <p:extLst>
      <p:ext uri="{BB962C8B-B14F-4D97-AF65-F5344CB8AC3E}">
        <p14:creationId xmlns:p14="http://schemas.microsoft.com/office/powerpoint/2010/main" val="282398467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9" y="1"/>
            <a:ext cx="2949786" cy="496967"/>
          </a:xfrm>
          <a:prstGeom prst="rect">
            <a:avLst/>
          </a:prstGeom>
        </p:spPr>
        <p:txBody>
          <a:bodyPr vert="horz" lIns="91363" tIns="45678" rIns="91363" bIns="45678" rtlCol="0"/>
          <a:lstStyle>
            <a:lvl1pPr algn="l">
              <a:defRPr sz="1200"/>
            </a:lvl1pPr>
          </a:lstStyle>
          <a:p>
            <a:endParaRPr lang="zh-TW" altLang="en-US"/>
          </a:p>
        </p:txBody>
      </p:sp>
      <p:sp>
        <p:nvSpPr>
          <p:cNvPr id="3" name="日期版面配置區 2"/>
          <p:cNvSpPr>
            <a:spLocks noGrp="1"/>
          </p:cNvSpPr>
          <p:nvPr>
            <p:ph type="dt" idx="1"/>
          </p:nvPr>
        </p:nvSpPr>
        <p:spPr>
          <a:xfrm>
            <a:off x="3855840" y="1"/>
            <a:ext cx="2949786" cy="496967"/>
          </a:xfrm>
          <a:prstGeom prst="rect">
            <a:avLst/>
          </a:prstGeom>
        </p:spPr>
        <p:txBody>
          <a:bodyPr vert="horz" lIns="91363" tIns="45678" rIns="91363" bIns="45678" rtlCol="0"/>
          <a:lstStyle>
            <a:lvl1pPr algn="r">
              <a:defRPr sz="1200"/>
            </a:lvl1pPr>
          </a:lstStyle>
          <a:p>
            <a:fld id="{86293DC7-D3DC-4C4D-9716-1280C6541B4E}" type="datetimeFigureOut">
              <a:rPr lang="zh-TW" altLang="en-US" smtClean="0"/>
              <a:pPr/>
              <a:t>2019/5/22</a:t>
            </a:fld>
            <a:endParaRPr lang="zh-TW" altLang="en-US"/>
          </a:p>
        </p:txBody>
      </p:sp>
      <p:sp>
        <p:nvSpPr>
          <p:cNvPr id="4" name="投影片圖像版面配置區 3"/>
          <p:cNvSpPr>
            <a:spLocks noGrp="1" noRot="1" noChangeAspect="1"/>
          </p:cNvSpPr>
          <p:nvPr>
            <p:ph type="sldImg" idx="2"/>
          </p:nvPr>
        </p:nvSpPr>
        <p:spPr>
          <a:xfrm>
            <a:off x="919163" y="746125"/>
            <a:ext cx="4968875" cy="3727450"/>
          </a:xfrm>
          <a:prstGeom prst="rect">
            <a:avLst/>
          </a:prstGeom>
          <a:noFill/>
          <a:ln w="12700">
            <a:solidFill>
              <a:prstClr val="black"/>
            </a:solidFill>
          </a:ln>
        </p:spPr>
        <p:txBody>
          <a:bodyPr vert="horz" lIns="91363" tIns="45678" rIns="91363" bIns="45678" rtlCol="0" anchor="ctr"/>
          <a:lstStyle/>
          <a:p>
            <a:endParaRPr lang="zh-TW" altLang="en-US"/>
          </a:p>
        </p:txBody>
      </p:sp>
      <p:sp>
        <p:nvSpPr>
          <p:cNvPr id="5" name="備忘稿版面配置區 4"/>
          <p:cNvSpPr>
            <a:spLocks noGrp="1"/>
          </p:cNvSpPr>
          <p:nvPr>
            <p:ph type="body" sz="quarter" idx="3"/>
          </p:nvPr>
        </p:nvSpPr>
        <p:spPr>
          <a:xfrm>
            <a:off x="680722" y="4721187"/>
            <a:ext cx="5445760" cy="4472702"/>
          </a:xfrm>
          <a:prstGeom prst="rect">
            <a:avLst/>
          </a:prstGeom>
        </p:spPr>
        <p:txBody>
          <a:bodyPr vert="horz" lIns="91363" tIns="45678" rIns="91363" bIns="45678"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9" y="9440655"/>
            <a:ext cx="2949786" cy="496967"/>
          </a:xfrm>
          <a:prstGeom prst="rect">
            <a:avLst/>
          </a:prstGeom>
        </p:spPr>
        <p:txBody>
          <a:bodyPr vert="horz" lIns="91363" tIns="45678" rIns="91363" bIns="45678"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55840" y="9440655"/>
            <a:ext cx="2949786" cy="496967"/>
          </a:xfrm>
          <a:prstGeom prst="rect">
            <a:avLst/>
          </a:prstGeom>
        </p:spPr>
        <p:txBody>
          <a:bodyPr vert="horz" lIns="91363" tIns="45678" rIns="91363" bIns="45678" rtlCol="0" anchor="b"/>
          <a:lstStyle>
            <a:lvl1pPr algn="r">
              <a:defRPr sz="1200"/>
            </a:lvl1pPr>
          </a:lstStyle>
          <a:p>
            <a:fld id="{3DE4215B-6CEC-460A-A30B-120DEE8C6B8F}" type="slidenum">
              <a:rPr lang="zh-TW" altLang="en-US" smtClean="0"/>
              <a:pPr/>
              <a:t>‹#›</a:t>
            </a:fld>
            <a:endParaRPr lang="zh-TW" altLang="en-US"/>
          </a:p>
        </p:txBody>
      </p:sp>
    </p:spTree>
    <p:extLst>
      <p:ext uri="{BB962C8B-B14F-4D97-AF65-F5344CB8AC3E}">
        <p14:creationId xmlns:p14="http://schemas.microsoft.com/office/powerpoint/2010/main" val="337870512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body" idx="1"/>
          </p:nvPr>
        </p:nvSpPr>
        <p:spPr>
          <a:noFill/>
        </p:spPr>
        <p:txBody>
          <a:bodyPr/>
          <a:lstStyle/>
          <a:p>
            <a:endParaRPr lang="zh-TW" altLang="zh-TW" smtClean="0">
              <a:latin typeface="新細明體" pitchFamily="18" charset="-120"/>
              <a:ea typeface="新細明體" pitchFamily="18" charset="-120"/>
            </a:endParaRPr>
          </a:p>
        </p:txBody>
      </p:sp>
      <p:sp>
        <p:nvSpPr>
          <p:cNvPr id="5123" name="Rectangle 3"/>
          <p:cNvSpPr>
            <a:spLocks noGrp="1" noRot="1" noChangeAspect="1" noChangeArrowheads="1" noTextEdit="1"/>
          </p:cNvSpPr>
          <p:nvPr>
            <p:ph type="sldImg"/>
          </p:nvPr>
        </p:nvSpPr>
        <p:spPr>
          <a:xfrm>
            <a:off x="919163" y="746125"/>
            <a:ext cx="4968875" cy="3727450"/>
          </a:xfrm>
          <a:ln cap="flat"/>
        </p:spPr>
      </p:sp>
    </p:spTree>
    <p:extLst>
      <p:ext uri="{BB962C8B-B14F-4D97-AF65-F5344CB8AC3E}">
        <p14:creationId xmlns:p14="http://schemas.microsoft.com/office/powerpoint/2010/main" val="26748315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DE4215B-6CEC-460A-A30B-120DEE8C6B8F}" type="slidenum">
              <a:rPr lang="zh-TW" altLang="en-US" smtClean="0"/>
              <a:t>2</a:t>
            </a:fld>
            <a:endParaRPr lang="zh-TW" altLang="en-US"/>
          </a:p>
        </p:txBody>
      </p:sp>
    </p:spTree>
    <p:extLst>
      <p:ext uri="{BB962C8B-B14F-4D97-AF65-F5344CB8AC3E}">
        <p14:creationId xmlns:p14="http://schemas.microsoft.com/office/powerpoint/2010/main" val="3493608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body" idx="1"/>
          </p:nvPr>
        </p:nvSpPr>
        <p:spPr>
          <a:noFill/>
        </p:spPr>
        <p:txBody>
          <a:bodyPr/>
          <a:lstStyle/>
          <a:p>
            <a:endParaRPr lang="zh-TW" altLang="zh-TW" smtClean="0">
              <a:latin typeface="新細明體" pitchFamily="18" charset="-120"/>
              <a:ea typeface="新細明體" pitchFamily="18" charset="-120"/>
            </a:endParaRPr>
          </a:p>
        </p:txBody>
      </p:sp>
      <p:sp>
        <p:nvSpPr>
          <p:cNvPr id="5123" name="Rectangle 3"/>
          <p:cNvSpPr>
            <a:spLocks noGrp="1" noRot="1" noChangeAspect="1" noChangeArrowheads="1" noTextEdit="1"/>
          </p:cNvSpPr>
          <p:nvPr>
            <p:ph type="sldImg"/>
          </p:nvPr>
        </p:nvSpPr>
        <p:spPr>
          <a:xfrm>
            <a:off x="919163" y="746125"/>
            <a:ext cx="4968875" cy="3727450"/>
          </a:xfrm>
          <a:ln cap="flat"/>
        </p:spPr>
      </p:sp>
    </p:spTree>
    <p:extLst>
      <p:ext uri="{BB962C8B-B14F-4D97-AF65-F5344CB8AC3E}">
        <p14:creationId xmlns:p14="http://schemas.microsoft.com/office/powerpoint/2010/main" val="6003201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smtClean="0"/>
          </a:p>
        </p:txBody>
      </p:sp>
      <p:sp>
        <p:nvSpPr>
          <p:cNvPr id="4" name="投影片編號版面配置區 3"/>
          <p:cNvSpPr>
            <a:spLocks noGrp="1"/>
          </p:cNvSpPr>
          <p:nvPr>
            <p:ph type="sldNum" sz="quarter" idx="10"/>
          </p:nvPr>
        </p:nvSpPr>
        <p:spPr/>
        <p:txBody>
          <a:bodyPr/>
          <a:lstStyle/>
          <a:p>
            <a:fld id="{3DE4215B-6CEC-460A-A30B-120DEE8C6B8F}" type="slidenum">
              <a:rPr lang="zh-TW" altLang="en-US" smtClean="0"/>
              <a:pPr/>
              <a:t>4</a:t>
            </a:fld>
            <a:endParaRPr lang="zh-TW" altLang="en-US"/>
          </a:p>
        </p:txBody>
      </p:sp>
    </p:spTree>
    <p:extLst>
      <p:ext uri="{BB962C8B-B14F-4D97-AF65-F5344CB8AC3E}">
        <p14:creationId xmlns:p14="http://schemas.microsoft.com/office/powerpoint/2010/main" val="11987242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smtClean="0"/>
          </a:p>
        </p:txBody>
      </p:sp>
      <p:sp>
        <p:nvSpPr>
          <p:cNvPr id="4" name="投影片編號版面配置區 3"/>
          <p:cNvSpPr>
            <a:spLocks noGrp="1"/>
          </p:cNvSpPr>
          <p:nvPr>
            <p:ph type="sldNum" sz="quarter" idx="10"/>
          </p:nvPr>
        </p:nvSpPr>
        <p:spPr/>
        <p:txBody>
          <a:bodyPr/>
          <a:lstStyle/>
          <a:p>
            <a:fld id="{3DE4215B-6CEC-460A-A30B-120DEE8C6B8F}" type="slidenum">
              <a:rPr lang="zh-TW" altLang="en-US" smtClean="0"/>
              <a:pPr/>
              <a:t>5</a:t>
            </a:fld>
            <a:endParaRPr lang="zh-TW" altLang="en-US"/>
          </a:p>
        </p:txBody>
      </p:sp>
    </p:spTree>
    <p:extLst>
      <p:ext uri="{BB962C8B-B14F-4D97-AF65-F5344CB8AC3E}">
        <p14:creationId xmlns:p14="http://schemas.microsoft.com/office/powerpoint/2010/main" val="38671993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body" idx="1"/>
          </p:nvPr>
        </p:nvSpPr>
        <p:spPr>
          <a:noFill/>
        </p:spPr>
        <p:txBody>
          <a:bodyPr/>
          <a:lstStyle/>
          <a:p>
            <a:endParaRPr lang="zh-TW" altLang="zh-TW" smtClean="0">
              <a:latin typeface="新細明體" pitchFamily="18" charset="-120"/>
              <a:ea typeface="新細明體" pitchFamily="18" charset="-120"/>
            </a:endParaRPr>
          </a:p>
        </p:txBody>
      </p:sp>
      <p:sp>
        <p:nvSpPr>
          <p:cNvPr id="5123" name="Rectangle 3"/>
          <p:cNvSpPr>
            <a:spLocks noGrp="1" noRot="1" noChangeAspect="1" noChangeArrowheads="1" noTextEdit="1"/>
          </p:cNvSpPr>
          <p:nvPr>
            <p:ph type="sldImg"/>
          </p:nvPr>
        </p:nvSpPr>
        <p:spPr>
          <a:xfrm>
            <a:off x="919163" y="746125"/>
            <a:ext cx="4968875" cy="3727450"/>
          </a:xfrm>
          <a:ln cap="flat"/>
        </p:spPr>
      </p:sp>
    </p:spTree>
    <p:extLst>
      <p:ext uri="{BB962C8B-B14F-4D97-AF65-F5344CB8AC3E}">
        <p14:creationId xmlns:p14="http://schemas.microsoft.com/office/powerpoint/2010/main" val="35782060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DE4215B-6CEC-460A-A30B-120DEE8C6B8F}" type="slidenum">
              <a:rPr lang="zh-TW" altLang="en-US" smtClean="0"/>
              <a:pPr/>
              <a:t>7</a:t>
            </a:fld>
            <a:endParaRPr lang="zh-TW" altLang="en-US"/>
          </a:p>
        </p:txBody>
      </p:sp>
    </p:spTree>
    <p:extLst>
      <p:ext uri="{BB962C8B-B14F-4D97-AF65-F5344CB8AC3E}">
        <p14:creationId xmlns:p14="http://schemas.microsoft.com/office/powerpoint/2010/main" val="26768790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DE4215B-6CEC-460A-A30B-120DEE8C6B8F}" type="slidenum">
              <a:rPr lang="zh-TW" altLang="en-US" smtClean="0"/>
              <a:pPr/>
              <a:t>10</a:t>
            </a:fld>
            <a:endParaRPr lang="zh-TW" altLang="en-US"/>
          </a:p>
        </p:txBody>
      </p:sp>
    </p:spTree>
    <p:extLst>
      <p:ext uri="{BB962C8B-B14F-4D97-AF65-F5344CB8AC3E}">
        <p14:creationId xmlns:p14="http://schemas.microsoft.com/office/powerpoint/2010/main" val="16061158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DE4215B-6CEC-460A-A30B-120DEE8C6B8F}" type="slidenum">
              <a:rPr lang="zh-TW" altLang="en-US" smtClean="0"/>
              <a:pPr/>
              <a:t>11</a:t>
            </a:fld>
            <a:endParaRPr lang="zh-TW" altLang="en-US"/>
          </a:p>
        </p:txBody>
      </p:sp>
    </p:spTree>
    <p:extLst>
      <p:ext uri="{BB962C8B-B14F-4D97-AF65-F5344CB8AC3E}">
        <p14:creationId xmlns:p14="http://schemas.microsoft.com/office/powerpoint/2010/main" val="41533347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DE4215B-6CEC-460A-A30B-120DEE8C6B8F}" type="slidenum">
              <a:rPr lang="zh-TW" altLang="en-US" smtClean="0"/>
              <a:pPr/>
              <a:t>12</a:t>
            </a:fld>
            <a:endParaRPr lang="zh-TW" altLang="en-US"/>
          </a:p>
        </p:txBody>
      </p:sp>
    </p:spTree>
    <p:extLst>
      <p:ext uri="{BB962C8B-B14F-4D97-AF65-F5344CB8AC3E}">
        <p14:creationId xmlns:p14="http://schemas.microsoft.com/office/powerpoint/2010/main" val="36437077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DE4215B-6CEC-460A-A30B-120DEE8C6B8F}" type="slidenum">
              <a:rPr lang="zh-TW" altLang="en-US" smtClean="0"/>
              <a:pPr/>
              <a:t>13</a:t>
            </a:fld>
            <a:endParaRPr lang="zh-TW" altLang="en-US"/>
          </a:p>
        </p:txBody>
      </p:sp>
    </p:spTree>
    <p:extLst>
      <p:ext uri="{BB962C8B-B14F-4D97-AF65-F5344CB8AC3E}">
        <p14:creationId xmlns:p14="http://schemas.microsoft.com/office/powerpoint/2010/main" val="17000900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DE4215B-6CEC-460A-A30B-120DEE8C6B8F}" type="slidenum">
              <a:rPr lang="zh-TW" altLang="en-US" smtClean="0"/>
              <a:pPr/>
              <a:t>14</a:t>
            </a:fld>
            <a:endParaRPr lang="zh-TW" altLang="en-US"/>
          </a:p>
        </p:txBody>
      </p:sp>
    </p:spTree>
    <p:extLst>
      <p:ext uri="{BB962C8B-B14F-4D97-AF65-F5344CB8AC3E}">
        <p14:creationId xmlns:p14="http://schemas.microsoft.com/office/powerpoint/2010/main" val="32651386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body" idx="1"/>
          </p:nvPr>
        </p:nvSpPr>
        <p:spPr>
          <a:noFill/>
        </p:spPr>
        <p:txBody>
          <a:bodyPr/>
          <a:lstStyle/>
          <a:p>
            <a:endParaRPr lang="zh-TW" altLang="zh-TW" smtClean="0">
              <a:latin typeface="新細明體" pitchFamily="18" charset="-120"/>
              <a:ea typeface="新細明體" pitchFamily="18" charset="-120"/>
            </a:endParaRPr>
          </a:p>
        </p:txBody>
      </p:sp>
      <p:sp>
        <p:nvSpPr>
          <p:cNvPr id="5123" name="Rectangle 3"/>
          <p:cNvSpPr>
            <a:spLocks noGrp="1" noRot="1" noChangeAspect="1" noChangeArrowheads="1" noTextEdit="1"/>
          </p:cNvSpPr>
          <p:nvPr>
            <p:ph type="sldImg"/>
          </p:nvPr>
        </p:nvSpPr>
        <p:spPr>
          <a:xfrm>
            <a:off x="919163" y="746125"/>
            <a:ext cx="4968875" cy="3727450"/>
          </a:xfrm>
          <a:ln cap="flat"/>
        </p:spPr>
      </p:sp>
    </p:spTree>
    <p:extLst>
      <p:ext uri="{BB962C8B-B14F-4D97-AF65-F5344CB8AC3E}">
        <p14:creationId xmlns:p14="http://schemas.microsoft.com/office/powerpoint/2010/main" val="24359634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defTabSz="914165">
              <a:defRPr/>
            </a:pPr>
            <a:r>
              <a:rPr lang="zh-TW" altLang="en-US" dirty="0">
                <a:latin typeface="標楷體" panose="03000509000000000000" pitchFamily="65" charset="-120"/>
                <a:ea typeface="標楷體" panose="03000509000000000000" pitchFamily="65" charset="-120"/>
                <a:cs typeface="Tahoma" panose="020B0604030504040204" pitchFamily="34" charset="0"/>
              </a:rPr>
              <a:t>本會截至目前為止已開放</a:t>
            </a:r>
            <a:r>
              <a:rPr lang="en-US" altLang="zh-TW" dirty="0">
                <a:solidFill>
                  <a:srgbClr val="8D06D8"/>
                </a:solidFill>
                <a:latin typeface="標楷體" panose="03000509000000000000" pitchFamily="65" charset="-120"/>
                <a:ea typeface="標楷體" panose="03000509000000000000" pitchFamily="65" charset="-120"/>
                <a:cs typeface="Tahoma" panose="020B0604030504040204" pitchFamily="34" charset="0"/>
              </a:rPr>
              <a:t>512</a:t>
            </a:r>
            <a:r>
              <a:rPr lang="zh-TW" altLang="en-US" dirty="0">
                <a:latin typeface="標楷體" panose="03000509000000000000" pitchFamily="65" charset="-120"/>
                <a:ea typeface="標楷體" panose="03000509000000000000" pitchFamily="65" charset="-120"/>
                <a:cs typeface="Tahoma" panose="020B0604030504040204" pitchFamily="34" charset="0"/>
              </a:rPr>
              <a:t>項，</a:t>
            </a:r>
            <a:r>
              <a:rPr lang="en-US" altLang="zh-TW" kern="100" dirty="0">
                <a:latin typeface="標楷體" panose="03000509000000000000" pitchFamily="65" charset="-120"/>
                <a:ea typeface="標楷體" panose="03000509000000000000" pitchFamily="65" charset="-120"/>
              </a:rPr>
              <a:t>107</a:t>
            </a:r>
            <a:r>
              <a:rPr lang="zh-TW" altLang="en-US" kern="100" dirty="0">
                <a:latin typeface="標楷體" panose="03000509000000000000" pitchFamily="65" charset="-120"/>
                <a:ea typeface="標楷體" panose="03000509000000000000" pitchFamily="65" charset="-120"/>
              </a:rPr>
              <a:t>年第</a:t>
            </a:r>
            <a:r>
              <a:rPr lang="en-US" altLang="zh-TW" kern="100" dirty="0">
                <a:latin typeface="標楷體" panose="03000509000000000000" pitchFamily="65" charset="-120"/>
                <a:ea typeface="標楷體" panose="03000509000000000000" pitchFamily="65" charset="-120"/>
              </a:rPr>
              <a:t>1</a:t>
            </a:r>
            <a:r>
              <a:rPr lang="zh-TW" altLang="en-US" kern="100" dirty="0">
                <a:latin typeface="標楷體" panose="03000509000000000000" pitchFamily="65" charset="-120"/>
                <a:ea typeface="標楷體" panose="03000509000000000000" pitchFamily="65" charset="-120"/>
              </a:rPr>
              <a:t>季盤點擬新增開放項目</a:t>
            </a:r>
            <a:r>
              <a:rPr lang="en-US" altLang="zh-TW" b="1" kern="100" dirty="0">
                <a:solidFill>
                  <a:schemeClr val="accent1">
                    <a:lumMod val="50000"/>
                  </a:schemeClr>
                </a:solidFill>
                <a:latin typeface="標楷體" panose="03000509000000000000" pitchFamily="65" charset="-120"/>
                <a:ea typeface="標楷體" panose="03000509000000000000" pitchFamily="65" charset="-120"/>
              </a:rPr>
              <a:t>34</a:t>
            </a:r>
            <a:r>
              <a:rPr lang="zh-TW" altLang="en-US" kern="100" dirty="0">
                <a:latin typeface="標楷體" panose="03000509000000000000" pitchFamily="65" charset="-120"/>
                <a:ea typeface="標楷體" panose="03000509000000000000" pitchFamily="65" charset="-120"/>
              </a:rPr>
              <a:t>項，倘經本次會議審議通過，累計開放數將達</a:t>
            </a:r>
            <a:r>
              <a:rPr lang="en-US" altLang="zh-TW" b="1" kern="100" dirty="0">
                <a:solidFill>
                  <a:schemeClr val="accent1">
                    <a:lumMod val="50000"/>
                  </a:schemeClr>
                </a:solidFill>
                <a:latin typeface="標楷體" panose="03000509000000000000" pitchFamily="65" charset="-120"/>
                <a:ea typeface="標楷體" panose="03000509000000000000" pitchFamily="65" charset="-120"/>
              </a:rPr>
              <a:t>546</a:t>
            </a:r>
            <a:r>
              <a:rPr lang="zh-TW" altLang="en-US" kern="100" dirty="0">
                <a:latin typeface="標楷體" panose="03000509000000000000" pitchFamily="65" charset="-120"/>
                <a:ea typeface="標楷體" panose="03000509000000000000" pitchFamily="65" charset="-120"/>
              </a:rPr>
              <a:t>項。</a:t>
            </a:r>
            <a:endParaRPr lang="en-US" altLang="zh-TW" kern="100" dirty="0">
              <a:latin typeface="標楷體" panose="03000509000000000000" pitchFamily="65" charset="-120"/>
              <a:ea typeface="標楷體" panose="03000509000000000000" pitchFamily="65" charset="-120"/>
            </a:endParaRPr>
          </a:p>
        </p:txBody>
      </p:sp>
      <p:sp>
        <p:nvSpPr>
          <p:cNvPr id="4" name="投影片編號版面配置區 3"/>
          <p:cNvSpPr>
            <a:spLocks noGrp="1"/>
          </p:cNvSpPr>
          <p:nvPr>
            <p:ph type="sldNum" sz="quarter" idx="10"/>
          </p:nvPr>
        </p:nvSpPr>
        <p:spPr/>
        <p:txBody>
          <a:bodyPr/>
          <a:lstStyle/>
          <a:p>
            <a:fld id="{3DE4215B-6CEC-460A-A30B-120DEE8C6B8F}" type="slidenum">
              <a:rPr lang="zh-TW" altLang="en-US" smtClean="0"/>
              <a:pPr/>
              <a:t>16</a:t>
            </a:fld>
            <a:endParaRPr lang="zh-TW" altLang="en-US"/>
          </a:p>
        </p:txBody>
      </p:sp>
    </p:spTree>
    <p:extLst>
      <p:ext uri="{BB962C8B-B14F-4D97-AF65-F5344CB8AC3E}">
        <p14:creationId xmlns:p14="http://schemas.microsoft.com/office/powerpoint/2010/main" val="4869532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body" idx="1"/>
          </p:nvPr>
        </p:nvSpPr>
        <p:spPr>
          <a:noFill/>
        </p:spPr>
        <p:txBody>
          <a:bodyPr/>
          <a:lstStyle/>
          <a:p>
            <a:endParaRPr lang="zh-TW" altLang="zh-TW" smtClean="0">
              <a:latin typeface="新細明體" pitchFamily="18" charset="-120"/>
              <a:ea typeface="新細明體" pitchFamily="18" charset="-120"/>
            </a:endParaRPr>
          </a:p>
        </p:txBody>
      </p:sp>
      <p:sp>
        <p:nvSpPr>
          <p:cNvPr id="5123" name="Rectangle 3"/>
          <p:cNvSpPr>
            <a:spLocks noGrp="1" noRot="1" noChangeAspect="1" noChangeArrowheads="1" noTextEdit="1"/>
          </p:cNvSpPr>
          <p:nvPr>
            <p:ph type="sldImg"/>
          </p:nvPr>
        </p:nvSpPr>
        <p:spPr>
          <a:xfrm>
            <a:off x="919163" y="746125"/>
            <a:ext cx="4968875" cy="3727450"/>
          </a:xfrm>
          <a:ln cap="flat"/>
        </p:spPr>
      </p:sp>
    </p:spTree>
    <p:extLst>
      <p:ext uri="{BB962C8B-B14F-4D97-AF65-F5344CB8AC3E}">
        <p14:creationId xmlns:p14="http://schemas.microsoft.com/office/powerpoint/2010/main" val="2322181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body" idx="1"/>
          </p:nvPr>
        </p:nvSpPr>
        <p:spPr>
          <a:noFill/>
        </p:spPr>
        <p:txBody>
          <a:bodyPr/>
          <a:lstStyle/>
          <a:p>
            <a:endParaRPr lang="zh-TW" altLang="zh-TW" smtClean="0">
              <a:latin typeface="新細明體" pitchFamily="18" charset="-120"/>
              <a:ea typeface="新細明體" pitchFamily="18" charset="-120"/>
            </a:endParaRPr>
          </a:p>
        </p:txBody>
      </p:sp>
      <p:sp>
        <p:nvSpPr>
          <p:cNvPr id="5123" name="Rectangle 3"/>
          <p:cNvSpPr>
            <a:spLocks noGrp="1" noRot="1" noChangeAspect="1" noChangeArrowheads="1" noTextEdit="1"/>
          </p:cNvSpPr>
          <p:nvPr>
            <p:ph type="sldImg"/>
          </p:nvPr>
        </p:nvSpPr>
        <p:spPr>
          <a:xfrm>
            <a:off x="919163" y="746125"/>
            <a:ext cx="4968875" cy="3727450"/>
          </a:xfrm>
          <a:ln cap="flat"/>
        </p:spPr>
      </p:sp>
    </p:spTree>
    <p:extLst>
      <p:ext uri="{BB962C8B-B14F-4D97-AF65-F5344CB8AC3E}">
        <p14:creationId xmlns:p14="http://schemas.microsoft.com/office/powerpoint/2010/main" val="3577054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DE4215B-6CEC-460A-A30B-120DEE8C6B8F}" type="slidenum">
              <a:rPr lang="zh-TW" altLang="en-US" smtClean="0"/>
              <a:pPr/>
              <a:t>20</a:t>
            </a:fld>
            <a:endParaRPr lang="zh-TW" altLang="en-US"/>
          </a:p>
        </p:txBody>
      </p:sp>
    </p:spTree>
    <p:extLst>
      <p:ext uri="{BB962C8B-B14F-4D97-AF65-F5344CB8AC3E}">
        <p14:creationId xmlns:p14="http://schemas.microsoft.com/office/powerpoint/2010/main" val="9339437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DE4215B-6CEC-460A-A30B-120DEE8C6B8F}" type="slidenum">
              <a:rPr lang="zh-TW" altLang="en-US" smtClean="0"/>
              <a:pPr/>
              <a:t>21</a:t>
            </a:fld>
            <a:endParaRPr lang="zh-TW" altLang="en-US"/>
          </a:p>
        </p:txBody>
      </p:sp>
    </p:spTree>
    <p:extLst>
      <p:ext uri="{BB962C8B-B14F-4D97-AF65-F5344CB8AC3E}">
        <p14:creationId xmlns:p14="http://schemas.microsoft.com/office/powerpoint/2010/main" val="7587204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DE4215B-6CEC-460A-A30B-120DEE8C6B8F}" type="slidenum">
              <a:rPr lang="zh-TW" altLang="en-US" smtClean="0"/>
              <a:pPr/>
              <a:t>22</a:t>
            </a:fld>
            <a:endParaRPr lang="zh-TW" altLang="en-US"/>
          </a:p>
        </p:txBody>
      </p:sp>
    </p:spTree>
    <p:extLst>
      <p:ext uri="{BB962C8B-B14F-4D97-AF65-F5344CB8AC3E}">
        <p14:creationId xmlns:p14="http://schemas.microsoft.com/office/powerpoint/2010/main" val="39992997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DE4215B-6CEC-460A-A30B-120DEE8C6B8F}" type="slidenum">
              <a:rPr lang="zh-TW" altLang="en-US" smtClean="0"/>
              <a:pPr/>
              <a:t>23</a:t>
            </a:fld>
            <a:endParaRPr lang="zh-TW" altLang="en-US"/>
          </a:p>
        </p:txBody>
      </p:sp>
    </p:spTree>
    <p:extLst>
      <p:ext uri="{BB962C8B-B14F-4D97-AF65-F5344CB8AC3E}">
        <p14:creationId xmlns:p14="http://schemas.microsoft.com/office/powerpoint/2010/main" val="41624818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3DE4215B-6CEC-460A-A30B-120DEE8C6B8F}" type="slidenum">
              <a:rPr lang="zh-TW" altLang="en-US" smtClean="0"/>
              <a:pPr/>
              <a:t>24</a:t>
            </a:fld>
            <a:endParaRPr lang="zh-TW" altLang="en-US"/>
          </a:p>
        </p:txBody>
      </p:sp>
    </p:spTree>
    <p:extLst>
      <p:ext uri="{BB962C8B-B14F-4D97-AF65-F5344CB8AC3E}">
        <p14:creationId xmlns:p14="http://schemas.microsoft.com/office/powerpoint/2010/main" val="22777258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defTabSz="914165">
              <a:defRPr/>
            </a:pPr>
            <a:r>
              <a:rPr lang="zh-TW" altLang="zh-TW" dirty="0"/>
              <a:t>正確性部分：不符合項目以資料未依更新頻率即時更新者為眾，其次為</a:t>
            </a:r>
            <a:r>
              <a:rPr kumimoji="1" lang="zh-TW" altLang="en-US" dirty="0">
                <a:latin typeface="標楷體" panose="03000509000000000000" pitchFamily="65" charset="-120"/>
                <a:ea typeface="標楷體" panose="03000509000000000000" pitchFamily="65" charset="-120"/>
              </a:rPr>
              <a:t>聯絡人異動未更新。</a:t>
            </a:r>
            <a:endParaRPr kumimoji="1" lang="en-US" altLang="zh-TW" dirty="0">
              <a:latin typeface="標楷體" panose="03000509000000000000" pitchFamily="65" charset="-120"/>
              <a:ea typeface="標楷體" panose="03000509000000000000" pitchFamily="65" charset="-120"/>
            </a:endParaRPr>
          </a:p>
          <a:p>
            <a:pPr defTabSz="914165">
              <a:defRPr/>
            </a:pPr>
            <a:r>
              <a:rPr kumimoji="1" lang="zh-TW" altLang="en-US" dirty="0">
                <a:latin typeface="標楷體" panose="03000509000000000000" pitchFamily="65" charset="-120"/>
                <a:ea typeface="標楷體" panose="03000509000000000000" pitchFamily="65" charset="-120"/>
              </a:rPr>
              <a:t>上述不符情形已於</a:t>
            </a:r>
            <a:r>
              <a:rPr kumimoji="1" lang="en-US" altLang="zh-TW" dirty="0">
                <a:latin typeface="標楷體" panose="03000509000000000000" pitchFamily="65" charset="-120"/>
                <a:ea typeface="標楷體" panose="03000509000000000000" pitchFamily="65" charset="-120"/>
              </a:rPr>
              <a:t>107</a:t>
            </a:r>
            <a:r>
              <a:rPr kumimoji="1" lang="zh-TW" altLang="en-US" dirty="0">
                <a:latin typeface="標楷體" panose="03000509000000000000" pitchFamily="65" charset="-120"/>
                <a:ea typeface="標楷體" panose="03000509000000000000" pitchFamily="65" charset="-120"/>
              </a:rPr>
              <a:t>年</a:t>
            </a:r>
            <a:r>
              <a:rPr kumimoji="1" lang="en-US" altLang="zh-TW" dirty="0">
                <a:latin typeface="標楷體" panose="03000509000000000000" pitchFamily="65" charset="-120"/>
                <a:ea typeface="標楷體" panose="03000509000000000000" pitchFamily="65" charset="-120"/>
              </a:rPr>
              <a:t>1</a:t>
            </a:r>
            <a:r>
              <a:rPr kumimoji="1" lang="zh-TW" altLang="en-US" dirty="0">
                <a:latin typeface="標楷體" panose="03000509000000000000" pitchFamily="65" charset="-120"/>
                <a:ea typeface="標楷體" panose="03000509000000000000" pitchFamily="65" charset="-120"/>
              </a:rPr>
              <a:t>月</a:t>
            </a:r>
            <a:r>
              <a:rPr kumimoji="1" lang="en-US" altLang="zh-TW" dirty="0">
                <a:latin typeface="標楷體" panose="03000509000000000000" pitchFamily="65" charset="-120"/>
                <a:ea typeface="標楷體" panose="03000509000000000000" pitchFamily="65" charset="-120"/>
              </a:rPr>
              <a:t>25</a:t>
            </a:r>
            <a:r>
              <a:rPr kumimoji="1" lang="zh-TW" altLang="en-US" dirty="0">
                <a:latin typeface="標楷體" panose="03000509000000000000" pitchFamily="65" charset="-120"/>
                <a:ea typeface="標楷體" panose="03000509000000000000" pitchFamily="65" charset="-120"/>
              </a:rPr>
              <a:t>日工作會議轉知各單位改善。</a:t>
            </a:r>
            <a:endParaRPr kumimoji="1" lang="en-US" altLang="zh-TW" dirty="0">
              <a:latin typeface="標楷體" panose="03000509000000000000" pitchFamily="65" charset="-120"/>
              <a:ea typeface="標楷體" panose="03000509000000000000" pitchFamily="65" charset="-120"/>
            </a:endParaRPr>
          </a:p>
          <a:p>
            <a:pPr defTabSz="914165">
              <a:defRPr/>
            </a:pPr>
            <a:endParaRPr lang="zh-TW" altLang="en-US" dirty="0" smtClean="0"/>
          </a:p>
          <a:p>
            <a:endParaRPr lang="zh-TW" altLang="en-US" dirty="0"/>
          </a:p>
        </p:txBody>
      </p:sp>
      <p:sp>
        <p:nvSpPr>
          <p:cNvPr id="4" name="投影片編號版面配置區 3"/>
          <p:cNvSpPr>
            <a:spLocks noGrp="1"/>
          </p:cNvSpPr>
          <p:nvPr>
            <p:ph type="sldNum" sz="quarter" idx="10"/>
          </p:nvPr>
        </p:nvSpPr>
        <p:spPr/>
        <p:txBody>
          <a:bodyPr/>
          <a:lstStyle/>
          <a:p>
            <a:fld id="{3DE4215B-6CEC-460A-A30B-120DEE8C6B8F}" type="slidenum">
              <a:rPr lang="zh-TW" altLang="en-US" smtClean="0"/>
              <a:pPr/>
              <a:t>25</a:t>
            </a:fld>
            <a:endParaRPr lang="zh-TW" altLang="en-US"/>
          </a:p>
        </p:txBody>
      </p:sp>
    </p:spTree>
    <p:extLst>
      <p:ext uri="{BB962C8B-B14F-4D97-AF65-F5344CB8AC3E}">
        <p14:creationId xmlns:p14="http://schemas.microsoft.com/office/powerpoint/2010/main" val="789942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defTabSz="914165">
              <a:defRPr/>
            </a:pPr>
            <a:r>
              <a:rPr lang="zh-TW" altLang="zh-TW" dirty="0"/>
              <a:t>正確性部分：不符合項目以資料未依更新頻率即時更新者為眾，其次為</a:t>
            </a:r>
            <a:r>
              <a:rPr kumimoji="1" lang="zh-TW" altLang="en-US" dirty="0">
                <a:latin typeface="標楷體" panose="03000509000000000000" pitchFamily="65" charset="-120"/>
                <a:ea typeface="標楷體" panose="03000509000000000000" pitchFamily="65" charset="-120"/>
              </a:rPr>
              <a:t>聯絡人異動未更新。</a:t>
            </a:r>
            <a:endParaRPr kumimoji="1" lang="en-US" altLang="zh-TW" dirty="0">
              <a:latin typeface="標楷體" panose="03000509000000000000" pitchFamily="65" charset="-120"/>
              <a:ea typeface="標楷體" panose="03000509000000000000" pitchFamily="65" charset="-120"/>
            </a:endParaRPr>
          </a:p>
          <a:p>
            <a:pPr defTabSz="914165">
              <a:defRPr/>
            </a:pPr>
            <a:r>
              <a:rPr kumimoji="1" lang="zh-TW" altLang="en-US" dirty="0">
                <a:latin typeface="標楷體" panose="03000509000000000000" pitchFamily="65" charset="-120"/>
                <a:ea typeface="標楷體" panose="03000509000000000000" pitchFamily="65" charset="-120"/>
              </a:rPr>
              <a:t>上述不符情形已於</a:t>
            </a:r>
            <a:r>
              <a:rPr kumimoji="1" lang="en-US" altLang="zh-TW" dirty="0">
                <a:latin typeface="標楷體" panose="03000509000000000000" pitchFamily="65" charset="-120"/>
                <a:ea typeface="標楷體" panose="03000509000000000000" pitchFamily="65" charset="-120"/>
              </a:rPr>
              <a:t>107</a:t>
            </a:r>
            <a:r>
              <a:rPr kumimoji="1" lang="zh-TW" altLang="en-US" dirty="0">
                <a:latin typeface="標楷體" panose="03000509000000000000" pitchFamily="65" charset="-120"/>
                <a:ea typeface="標楷體" panose="03000509000000000000" pitchFamily="65" charset="-120"/>
              </a:rPr>
              <a:t>年</a:t>
            </a:r>
            <a:r>
              <a:rPr kumimoji="1" lang="en-US" altLang="zh-TW" dirty="0">
                <a:latin typeface="標楷體" panose="03000509000000000000" pitchFamily="65" charset="-120"/>
                <a:ea typeface="標楷體" panose="03000509000000000000" pitchFamily="65" charset="-120"/>
              </a:rPr>
              <a:t>1</a:t>
            </a:r>
            <a:r>
              <a:rPr kumimoji="1" lang="zh-TW" altLang="en-US" dirty="0">
                <a:latin typeface="標楷體" panose="03000509000000000000" pitchFamily="65" charset="-120"/>
                <a:ea typeface="標楷體" panose="03000509000000000000" pitchFamily="65" charset="-120"/>
              </a:rPr>
              <a:t>月</a:t>
            </a:r>
            <a:r>
              <a:rPr kumimoji="1" lang="en-US" altLang="zh-TW" dirty="0">
                <a:latin typeface="標楷體" panose="03000509000000000000" pitchFamily="65" charset="-120"/>
                <a:ea typeface="標楷體" panose="03000509000000000000" pitchFamily="65" charset="-120"/>
              </a:rPr>
              <a:t>25</a:t>
            </a:r>
            <a:r>
              <a:rPr kumimoji="1" lang="zh-TW" altLang="en-US" dirty="0">
                <a:latin typeface="標楷體" panose="03000509000000000000" pitchFamily="65" charset="-120"/>
                <a:ea typeface="標楷體" panose="03000509000000000000" pitchFamily="65" charset="-120"/>
              </a:rPr>
              <a:t>日工作會議轉知各單位改善。</a:t>
            </a:r>
            <a:endParaRPr kumimoji="1" lang="en-US" altLang="zh-TW" dirty="0">
              <a:latin typeface="標楷體" panose="03000509000000000000" pitchFamily="65" charset="-120"/>
              <a:ea typeface="標楷體" panose="03000509000000000000" pitchFamily="65" charset="-120"/>
            </a:endParaRPr>
          </a:p>
          <a:p>
            <a:pPr defTabSz="914165">
              <a:defRPr/>
            </a:pPr>
            <a:endParaRPr lang="zh-TW" altLang="en-US" dirty="0" smtClean="0"/>
          </a:p>
          <a:p>
            <a:endParaRPr lang="zh-TW" altLang="en-US" dirty="0"/>
          </a:p>
        </p:txBody>
      </p:sp>
      <p:sp>
        <p:nvSpPr>
          <p:cNvPr id="4" name="投影片編號版面配置區 3"/>
          <p:cNvSpPr>
            <a:spLocks noGrp="1"/>
          </p:cNvSpPr>
          <p:nvPr>
            <p:ph type="sldNum" sz="quarter" idx="10"/>
          </p:nvPr>
        </p:nvSpPr>
        <p:spPr/>
        <p:txBody>
          <a:bodyPr/>
          <a:lstStyle/>
          <a:p>
            <a:fld id="{3DE4215B-6CEC-460A-A30B-120DEE8C6B8F}" type="slidenum">
              <a:rPr lang="zh-TW" altLang="en-US" smtClean="0"/>
              <a:pPr/>
              <a:t>26</a:t>
            </a:fld>
            <a:endParaRPr lang="zh-TW" altLang="en-US"/>
          </a:p>
        </p:txBody>
      </p:sp>
    </p:spTree>
    <p:extLst>
      <p:ext uri="{BB962C8B-B14F-4D97-AF65-F5344CB8AC3E}">
        <p14:creationId xmlns:p14="http://schemas.microsoft.com/office/powerpoint/2010/main" val="38140373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defTabSz="914165">
              <a:defRPr/>
            </a:pPr>
            <a:r>
              <a:rPr lang="zh-TW" altLang="zh-TW" dirty="0"/>
              <a:t>正確性部分：不符合項目以資料未依更新頻率即時更新者為眾，其次為</a:t>
            </a:r>
            <a:r>
              <a:rPr kumimoji="1" lang="zh-TW" altLang="en-US" dirty="0">
                <a:latin typeface="標楷體" panose="03000509000000000000" pitchFamily="65" charset="-120"/>
                <a:ea typeface="標楷體" panose="03000509000000000000" pitchFamily="65" charset="-120"/>
              </a:rPr>
              <a:t>聯絡人異動未更新。</a:t>
            </a:r>
            <a:endParaRPr kumimoji="1" lang="en-US" altLang="zh-TW" dirty="0">
              <a:latin typeface="標楷體" panose="03000509000000000000" pitchFamily="65" charset="-120"/>
              <a:ea typeface="標楷體" panose="03000509000000000000" pitchFamily="65" charset="-120"/>
            </a:endParaRPr>
          </a:p>
          <a:p>
            <a:pPr defTabSz="914165">
              <a:defRPr/>
            </a:pPr>
            <a:r>
              <a:rPr kumimoji="1" lang="zh-TW" altLang="en-US" dirty="0">
                <a:latin typeface="標楷體" panose="03000509000000000000" pitchFamily="65" charset="-120"/>
                <a:ea typeface="標楷體" panose="03000509000000000000" pitchFamily="65" charset="-120"/>
              </a:rPr>
              <a:t>上述不符情形已於</a:t>
            </a:r>
            <a:r>
              <a:rPr kumimoji="1" lang="en-US" altLang="zh-TW" dirty="0">
                <a:latin typeface="標楷體" panose="03000509000000000000" pitchFamily="65" charset="-120"/>
                <a:ea typeface="標楷體" panose="03000509000000000000" pitchFamily="65" charset="-120"/>
              </a:rPr>
              <a:t>107</a:t>
            </a:r>
            <a:r>
              <a:rPr kumimoji="1" lang="zh-TW" altLang="en-US" dirty="0">
                <a:latin typeface="標楷體" panose="03000509000000000000" pitchFamily="65" charset="-120"/>
                <a:ea typeface="標楷體" panose="03000509000000000000" pitchFamily="65" charset="-120"/>
              </a:rPr>
              <a:t>年</a:t>
            </a:r>
            <a:r>
              <a:rPr kumimoji="1" lang="en-US" altLang="zh-TW" dirty="0">
                <a:latin typeface="標楷體" panose="03000509000000000000" pitchFamily="65" charset="-120"/>
                <a:ea typeface="標楷體" panose="03000509000000000000" pitchFamily="65" charset="-120"/>
              </a:rPr>
              <a:t>1</a:t>
            </a:r>
            <a:r>
              <a:rPr kumimoji="1" lang="zh-TW" altLang="en-US" dirty="0">
                <a:latin typeface="標楷體" panose="03000509000000000000" pitchFamily="65" charset="-120"/>
                <a:ea typeface="標楷體" panose="03000509000000000000" pitchFamily="65" charset="-120"/>
              </a:rPr>
              <a:t>月</a:t>
            </a:r>
            <a:r>
              <a:rPr kumimoji="1" lang="en-US" altLang="zh-TW" dirty="0">
                <a:latin typeface="標楷體" panose="03000509000000000000" pitchFamily="65" charset="-120"/>
                <a:ea typeface="標楷體" panose="03000509000000000000" pitchFamily="65" charset="-120"/>
              </a:rPr>
              <a:t>25</a:t>
            </a:r>
            <a:r>
              <a:rPr kumimoji="1" lang="zh-TW" altLang="en-US" dirty="0">
                <a:latin typeface="標楷體" panose="03000509000000000000" pitchFamily="65" charset="-120"/>
                <a:ea typeface="標楷體" panose="03000509000000000000" pitchFamily="65" charset="-120"/>
              </a:rPr>
              <a:t>日工作會議轉知各單位改善。</a:t>
            </a:r>
            <a:endParaRPr kumimoji="1" lang="en-US" altLang="zh-TW" dirty="0">
              <a:latin typeface="標楷體" panose="03000509000000000000" pitchFamily="65" charset="-120"/>
              <a:ea typeface="標楷體" panose="03000509000000000000" pitchFamily="65" charset="-120"/>
            </a:endParaRPr>
          </a:p>
          <a:p>
            <a:pPr defTabSz="914165">
              <a:defRPr/>
            </a:pPr>
            <a:endParaRPr lang="zh-TW" altLang="en-US" dirty="0" smtClean="0"/>
          </a:p>
          <a:p>
            <a:endParaRPr lang="zh-TW" altLang="en-US" dirty="0"/>
          </a:p>
        </p:txBody>
      </p:sp>
      <p:sp>
        <p:nvSpPr>
          <p:cNvPr id="4" name="投影片編號版面配置區 3"/>
          <p:cNvSpPr>
            <a:spLocks noGrp="1"/>
          </p:cNvSpPr>
          <p:nvPr>
            <p:ph type="sldNum" sz="quarter" idx="10"/>
          </p:nvPr>
        </p:nvSpPr>
        <p:spPr/>
        <p:txBody>
          <a:bodyPr/>
          <a:lstStyle/>
          <a:p>
            <a:fld id="{3DE4215B-6CEC-460A-A30B-120DEE8C6B8F}" type="slidenum">
              <a:rPr lang="zh-TW" altLang="en-US" smtClean="0"/>
              <a:pPr/>
              <a:t>27</a:t>
            </a:fld>
            <a:endParaRPr lang="zh-TW" altLang="en-US"/>
          </a:p>
        </p:txBody>
      </p:sp>
    </p:spTree>
    <p:extLst>
      <p:ext uri="{BB962C8B-B14F-4D97-AF65-F5344CB8AC3E}">
        <p14:creationId xmlns:p14="http://schemas.microsoft.com/office/powerpoint/2010/main" val="7317554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p>
        </p:txBody>
      </p:sp>
      <p:sp>
        <p:nvSpPr>
          <p:cNvPr id="4" name="灯片编号占位符 3"/>
          <p:cNvSpPr>
            <a:spLocks noGrp="1"/>
          </p:cNvSpPr>
          <p:nvPr>
            <p:ph type="sldNum" sz="quarter" idx="10"/>
          </p:nvPr>
        </p:nvSpPr>
        <p:spPr/>
        <p:txBody>
          <a:bodyPr/>
          <a:lstStyle/>
          <a:p>
            <a:fld id="{4AE1D939-3E60-4063-B05E-56844F97CE60}" type="slidenum">
              <a:rPr lang="zh-CN" altLang="en-US" smtClean="0"/>
              <a:t>28</a:t>
            </a:fld>
            <a:endParaRPr lang="zh-CN" altLang="en-US" dirty="0"/>
          </a:p>
        </p:txBody>
      </p:sp>
    </p:spTree>
    <p:extLst>
      <p:ext uri="{BB962C8B-B14F-4D97-AF65-F5344CB8AC3E}">
        <p14:creationId xmlns:p14="http://schemas.microsoft.com/office/powerpoint/2010/main" val="21368502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3DE4215B-6CEC-460A-A30B-120DEE8C6B8F}" type="slidenum">
              <a:rPr lang="zh-TW" altLang="en-US" smtClean="0"/>
              <a:pPr/>
              <a:t>30</a:t>
            </a:fld>
            <a:endParaRPr lang="zh-TW" altLang="en-US"/>
          </a:p>
        </p:txBody>
      </p:sp>
    </p:spTree>
    <p:extLst>
      <p:ext uri="{BB962C8B-B14F-4D97-AF65-F5344CB8AC3E}">
        <p14:creationId xmlns:p14="http://schemas.microsoft.com/office/powerpoint/2010/main" val="7074122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灯片编号占位符 3"/>
          <p:cNvSpPr>
            <a:spLocks noGrp="1"/>
          </p:cNvSpPr>
          <p:nvPr>
            <p:ph type="sldNum" sz="quarter" idx="10"/>
          </p:nvPr>
        </p:nvSpPr>
        <p:spPr/>
        <p:txBody>
          <a:bodyPr/>
          <a:lstStyle/>
          <a:p>
            <a:fld id="{4AE1D939-3E60-4063-B05E-56844F97CE60}" type="slidenum">
              <a:rPr lang="zh-CN" altLang="en-US" smtClean="0"/>
              <a:t>31</a:t>
            </a:fld>
            <a:endParaRPr lang="zh-CN" altLang="en-US" dirty="0"/>
          </a:p>
        </p:txBody>
      </p:sp>
    </p:spTree>
    <p:extLst>
      <p:ext uri="{BB962C8B-B14F-4D97-AF65-F5344CB8AC3E}">
        <p14:creationId xmlns:p14="http://schemas.microsoft.com/office/powerpoint/2010/main" val="26875700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3DE4215B-6CEC-460A-A30B-120DEE8C6B8F}" type="slidenum">
              <a:rPr lang="zh-TW" altLang="en-US" smtClean="0"/>
              <a:pPr/>
              <a:t>33</a:t>
            </a:fld>
            <a:endParaRPr lang="zh-TW" altLang="en-US"/>
          </a:p>
        </p:txBody>
      </p:sp>
    </p:spTree>
    <p:extLst>
      <p:ext uri="{BB962C8B-B14F-4D97-AF65-F5344CB8AC3E}">
        <p14:creationId xmlns:p14="http://schemas.microsoft.com/office/powerpoint/2010/main" val="18422006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3DE4215B-6CEC-460A-A30B-120DEE8C6B8F}" type="slidenum">
              <a:rPr lang="zh-TW" altLang="en-US" smtClean="0"/>
              <a:pPr/>
              <a:t>34</a:t>
            </a:fld>
            <a:endParaRPr lang="zh-TW" altLang="en-US"/>
          </a:p>
        </p:txBody>
      </p:sp>
    </p:spTree>
    <p:extLst>
      <p:ext uri="{BB962C8B-B14F-4D97-AF65-F5344CB8AC3E}">
        <p14:creationId xmlns:p14="http://schemas.microsoft.com/office/powerpoint/2010/main" val="53000081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3DE4215B-6CEC-460A-A30B-120DEE8C6B8F}" type="slidenum">
              <a:rPr lang="zh-TW" altLang="en-US" smtClean="0"/>
              <a:pPr/>
              <a:t>37</a:t>
            </a:fld>
            <a:endParaRPr lang="zh-TW" altLang="en-US"/>
          </a:p>
        </p:txBody>
      </p:sp>
    </p:spTree>
    <p:extLst>
      <p:ext uri="{BB962C8B-B14F-4D97-AF65-F5344CB8AC3E}">
        <p14:creationId xmlns:p14="http://schemas.microsoft.com/office/powerpoint/2010/main" val="20161284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6"/>
            <a:ext cx="7772400" cy="1470025"/>
          </a:xfrm>
          <a:prstGeom prst="rect">
            <a:avLst/>
          </a:prstGeom>
        </p:spPr>
        <p:txBody>
          <a:bodyPr/>
          <a:lstStyle/>
          <a:p>
            <a:r>
              <a:rPr lang="zh-TW" altLang="en-US" dirty="0" smtClean="0"/>
              <a:t>按一下以編輯母片標題樣式</a:t>
            </a:r>
            <a:endParaRPr lang="zh-TW" altLang="en-US" dirty="0"/>
          </a:p>
        </p:txBody>
      </p:sp>
      <p:sp>
        <p:nvSpPr>
          <p:cNvPr id="3" name="副標題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TW" altLang="en-US" smtClean="0"/>
              <a:t>按一下以編輯母片副標題樣式</a:t>
            </a:r>
            <a:endParaRPr lang="zh-TW" altLang="en-US"/>
          </a:p>
        </p:txBody>
      </p:sp>
      <p:sp>
        <p:nvSpPr>
          <p:cNvPr id="4" name="Rectangle 16"/>
          <p:cNvSpPr>
            <a:spLocks noGrp="1" noChangeArrowheads="1"/>
          </p:cNvSpPr>
          <p:nvPr>
            <p:ph type="sldNum" sz="quarter" idx="10"/>
          </p:nvPr>
        </p:nvSpPr>
        <p:spPr>
          <a:ln/>
        </p:spPr>
        <p:txBody>
          <a:bodyPr/>
          <a:lstStyle>
            <a:lvl1pPr>
              <a:defRPr/>
            </a:lvl1pPr>
          </a:lstStyle>
          <a:p>
            <a:fld id="{7D2482D3-2F6B-4BC9-8197-F5C0F2E18EF8}"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128551392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lvl1pPr>
              <a:defRPr sz="4000" b="1">
                <a:solidFill>
                  <a:srgbClr val="002060"/>
                </a:solidFill>
                <a:latin typeface="微軟正黑體" pitchFamily="34" charset="-120"/>
                <a:ea typeface="微軟正黑體" pitchFamily="34" charset="-120"/>
              </a:defRPr>
            </a:lvl1pPr>
          </a:lstStyle>
          <a:p>
            <a:r>
              <a:rPr lang="zh-TW" altLang="en-US" dirty="0" smtClean="0"/>
              <a:t>按一下以編輯母片標題樣式</a:t>
            </a:r>
            <a:endParaRPr lang="zh-TW" altLang="en-US" dirty="0"/>
          </a:p>
        </p:txBody>
      </p:sp>
      <p:sp>
        <p:nvSpPr>
          <p:cNvPr id="3" name="內容版面配置區 2"/>
          <p:cNvSpPr>
            <a:spLocks noGrp="1"/>
          </p:cNvSpPr>
          <p:nvPr>
            <p:ph idx="1"/>
          </p:nvPr>
        </p:nvSpPr>
        <p:spPr>
          <a:xfrm>
            <a:off x="457200" y="1600201"/>
            <a:ext cx="8229600" cy="4525963"/>
          </a:xfrm>
          <a:prstGeom prst="rect">
            <a:avLst/>
          </a:prstGeom>
        </p:spPr>
        <p:txBody>
          <a:bodyPr/>
          <a:lstStyle>
            <a:lvl1pPr marL="0" indent="0">
              <a:buNone/>
              <a:defRPr sz="2800">
                <a:solidFill>
                  <a:srgbClr val="002060"/>
                </a:solidFill>
                <a:latin typeface="微軟正黑體" pitchFamily="34" charset="-120"/>
                <a:ea typeface="微軟正黑體" pitchFamily="34" charset="-120"/>
              </a:defRPr>
            </a:lvl1pPr>
            <a:lvl2pPr>
              <a:defRPr>
                <a:solidFill>
                  <a:srgbClr val="002060"/>
                </a:solidFill>
                <a:latin typeface="微軟正黑體" pitchFamily="34" charset="-120"/>
                <a:ea typeface="微軟正黑體" pitchFamily="34" charset="-120"/>
              </a:defRPr>
            </a:lvl2pPr>
          </a:lstStyle>
          <a:p>
            <a:pPr lvl="0"/>
            <a:r>
              <a:rPr lang="zh-TW" altLang="en-US" dirty="0" smtClean="0"/>
              <a:t>按一下以編輯母片文字樣式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sp>
        <p:nvSpPr>
          <p:cNvPr id="4" name="Rectangle 16"/>
          <p:cNvSpPr>
            <a:spLocks noGrp="1" noChangeArrowheads="1"/>
          </p:cNvSpPr>
          <p:nvPr>
            <p:ph type="sldNum" sz="quarter" idx="10"/>
          </p:nvPr>
        </p:nvSpPr>
        <p:spPr>
          <a:ln/>
        </p:spPr>
        <p:txBody>
          <a:bodyPr/>
          <a:lstStyle>
            <a:lvl1pPr>
              <a:defRPr/>
            </a:lvl1pPr>
          </a:lstStyle>
          <a:p>
            <a:fld id="{3AE53AB2-F19A-4BD0-B915-C2175D5F5FF6}" type="slidenum">
              <a:rPr lang="en-US" altLang="zh-TW">
                <a:solidFill>
                  <a:srgbClr val="000000"/>
                </a:solidFill>
              </a:rPr>
              <a:pPr/>
              <a:t>‹#›</a:t>
            </a:fld>
            <a:endParaRPr lang="en-US" altLang="zh-TW" dirty="0">
              <a:solidFill>
                <a:srgbClr val="000000"/>
              </a:solidFill>
            </a:endParaRPr>
          </a:p>
        </p:txBody>
      </p:sp>
    </p:spTree>
    <p:extLst>
      <p:ext uri="{BB962C8B-B14F-4D97-AF65-F5344CB8AC3E}">
        <p14:creationId xmlns:p14="http://schemas.microsoft.com/office/powerpoint/2010/main" val="1640414171"/>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435" y="4406901"/>
            <a:ext cx="7772400" cy="1362075"/>
          </a:xfrm>
          <a:prstGeom prst="rect">
            <a:avLst/>
          </a:prstGeo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435"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smtClean="0"/>
              <a:t>按一下以編輯母片文字樣式</a:t>
            </a:r>
          </a:p>
        </p:txBody>
      </p:sp>
      <p:sp>
        <p:nvSpPr>
          <p:cNvPr id="4" name="Rectangle 16"/>
          <p:cNvSpPr>
            <a:spLocks noGrp="1" noChangeArrowheads="1"/>
          </p:cNvSpPr>
          <p:nvPr>
            <p:ph type="sldNum" sz="quarter" idx="10"/>
          </p:nvPr>
        </p:nvSpPr>
        <p:spPr>
          <a:ln/>
        </p:spPr>
        <p:txBody>
          <a:bodyPr/>
          <a:lstStyle>
            <a:lvl1pPr>
              <a:defRPr/>
            </a:lvl1pPr>
          </a:lstStyle>
          <a:p>
            <a:fld id="{7AC87AFA-6B91-449A-9B4E-A196BD6F067A}"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195905759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1"/>
            <a:ext cx="4044462"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2338" y="1600201"/>
            <a:ext cx="4044462"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Rectangle 16"/>
          <p:cNvSpPr>
            <a:spLocks noGrp="1" noChangeArrowheads="1"/>
          </p:cNvSpPr>
          <p:nvPr>
            <p:ph type="sldNum" sz="quarter" idx="10"/>
          </p:nvPr>
        </p:nvSpPr>
        <p:spPr>
          <a:ln/>
        </p:spPr>
        <p:txBody>
          <a:bodyPr/>
          <a:lstStyle>
            <a:lvl1pPr>
              <a:defRPr/>
            </a:lvl1pPr>
          </a:lstStyle>
          <a:p>
            <a:fld id="{1F90CB24-FF25-4AC2-AF8E-483740F6A265}"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18988417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066"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066"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270" y="1535113"/>
            <a:ext cx="4041531"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270" y="2174875"/>
            <a:ext cx="4041531"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Rectangle 16"/>
          <p:cNvSpPr>
            <a:spLocks noGrp="1" noChangeArrowheads="1"/>
          </p:cNvSpPr>
          <p:nvPr>
            <p:ph type="sldNum" sz="quarter" idx="10"/>
          </p:nvPr>
        </p:nvSpPr>
        <p:spPr>
          <a:ln/>
        </p:spPr>
        <p:txBody>
          <a:bodyPr/>
          <a:lstStyle>
            <a:lvl1pPr>
              <a:defRPr/>
            </a:lvl1pPr>
          </a:lstStyle>
          <a:p>
            <a:fld id="{71AF9AD5-31CC-4AFA-8CFE-06A1D1044809}"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4290878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zh-TW" altLang="en-US" smtClean="0"/>
              <a:t>按一下以編輯母片標題樣式</a:t>
            </a:r>
            <a:endParaRPr lang="zh-TW" altLang="en-US"/>
          </a:p>
        </p:txBody>
      </p:sp>
      <p:sp>
        <p:nvSpPr>
          <p:cNvPr id="3" name="Rectangle 16"/>
          <p:cNvSpPr>
            <a:spLocks noGrp="1" noChangeArrowheads="1"/>
          </p:cNvSpPr>
          <p:nvPr>
            <p:ph type="sldNum" sz="quarter" idx="10"/>
          </p:nvPr>
        </p:nvSpPr>
        <p:spPr>
          <a:ln/>
        </p:spPr>
        <p:txBody>
          <a:bodyPr/>
          <a:lstStyle>
            <a:lvl1pPr>
              <a:defRPr/>
            </a:lvl1pPr>
          </a:lstStyle>
          <a:p>
            <a:fld id="{4C7599A9-473F-48A8-B158-E2E1AE2FD7AD}"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33619116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6"/>
          <p:cNvSpPr>
            <a:spLocks noGrp="1" noChangeArrowheads="1"/>
          </p:cNvSpPr>
          <p:nvPr>
            <p:ph type="sldNum" sz="quarter" idx="10"/>
          </p:nvPr>
        </p:nvSpPr>
        <p:spPr>
          <a:ln/>
        </p:spPr>
        <p:txBody>
          <a:bodyPr/>
          <a:lstStyle>
            <a:lvl1pPr>
              <a:defRPr/>
            </a:lvl1pPr>
          </a:lstStyle>
          <a:p>
            <a:fld id="{922DD0A9-EAB2-4341-9A61-1EA7C423C8E3}" type="slidenum">
              <a:rPr lang="en-US" altLang="zh-TW">
                <a:solidFill>
                  <a:srgbClr val="000000"/>
                </a:solidFill>
              </a:rPr>
              <a:pPr/>
              <a:t>‹#›</a:t>
            </a:fld>
            <a:endParaRPr lang="en-US" altLang="zh-TW" dirty="0">
              <a:solidFill>
                <a:srgbClr val="000000"/>
              </a:solidFill>
            </a:endParaRPr>
          </a:p>
        </p:txBody>
      </p:sp>
    </p:spTree>
    <p:extLst>
      <p:ext uri="{BB962C8B-B14F-4D97-AF65-F5344CB8AC3E}">
        <p14:creationId xmlns:p14="http://schemas.microsoft.com/office/powerpoint/2010/main" val="29701229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435" cy="1162050"/>
          </a:xfrm>
          <a:prstGeom prst="rect">
            <a:avLst/>
          </a:prstGeo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538" y="273051"/>
            <a:ext cx="5111262"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1"/>
            <a:ext cx="3008435"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Rectangle 16"/>
          <p:cNvSpPr>
            <a:spLocks noGrp="1" noChangeArrowheads="1"/>
          </p:cNvSpPr>
          <p:nvPr>
            <p:ph type="sldNum" sz="quarter" idx="10"/>
          </p:nvPr>
        </p:nvSpPr>
        <p:spPr>
          <a:ln/>
        </p:spPr>
        <p:txBody>
          <a:bodyPr/>
          <a:lstStyle>
            <a:lvl1pPr>
              <a:defRPr/>
            </a:lvl1pPr>
          </a:lstStyle>
          <a:p>
            <a:fld id="{27DBEB2C-7EEB-4CC2-8E2A-2C18AD773829}"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36955482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166" y="4800600"/>
            <a:ext cx="5486400" cy="566738"/>
          </a:xfrm>
          <a:prstGeom prst="rect">
            <a:avLst/>
          </a:prstGeo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166"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smtClean="0"/>
          </a:p>
        </p:txBody>
      </p:sp>
      <p:sp>
        <p:nvSpPr>
          <p:cNvPr id="4" name="文字版面配置區 3"/>
          <p:cNvSpPr>
            <a:spLocks noGrp="1"/>
          </p:cNvSpPr>
          <p:nvPr>
            <p:ph type="body" sz="half" idx="2"/>
          </p:nvPr>
        </p:nvSpPr>
        <p:spPr>
          <a:xfrm>
            <a:off x="1792166"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Rectangle 16"/>
          <p:cNvSpPr>
            <a:spLocks noGrp="1" noChangeArrowheads="1"/>
          </p:cNvSpPr>
          <p:nvPr>
            <p:ph type="sldNum" sz="quarter" idx="10"/>
          </p:nvPr>
        </p:nvSpPr>
        <p:spPr>
          <a:ln/>
        </p:spPr>
        <p:txBody>
          <a:bodyPr/>
          <a:lstStyle>
            <a:lvl1pPr>
              <a:defRPr/>
            </a:lvl1pPr>
          </a:lstStyle>
          <a:p>
            <a:fld id="{EF09DE2F-70C3-4A65-AF80-6048E6DC2B7E}"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36148400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1600201"/>
            <a:ext cx="8229600" cy="4525963"/>
          </a:xfrm>
          <a:prstGeom prst="rect">
            <a:avLst/>
          </a:prstGeo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16"/>
          <p:cNvSpPr>
            <a:spLocks noGrp="1" noChangeArrowheads="1"/>
          </p:cNvSpPr>
          <p:nvPr>
            <p:ph type="sldNum" sz="quarter" idx="10"/>
          </p:nvPr>
        </p:nvSpPr>
        <p:spPr>
          <a:ln/>
        </p:spPr>
        <p:txBody>
          <a:bodyPr/>
          <a:lstStyle>
            <a:lvl1pPr>
              <a:defRPr/>
            </a:lvl1pPr>
          </a:lstStyle>
          <a:p>
            <a:fld id="{9FF739AB-61FC-42EB-B9AF-5295352F2301}"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15196159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9"/>
            <a:ext cx="2057400" cy="5851525"/>
          </a:xfrm>
          <a:prstGeom prst="rect">
            <a:avLst/>
          </a:prstGeo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9"/>
            <a:ext cx="6031523" cy="5851525"/>
          </a:xfrm>
          <a:prstGeom prst="rect">
            <a:avLst/>
          </a:prstGeo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16"/>
          <p:cNvSpPr>
            <a:spLocks noGrp="1" noChangeArrowheads="1"/>
          </p:cNvSpPr>
          <p:nvPr>
            <p:ph type="sldNum" sz="quarter" idx="10"/>
          </p:nvPr>
        </p:nvSpPr>
        <p:spPr>
          <a:ln/>
        </p:spPr>
        <p:txBody>
          <a:bodyPr/>
          <a:lstStyle>
            <a:lvl1pPr>
              <a:defRPr/>
            </a:lvl1pPr>
          </a:lstStyle>
          <a:p>
            <a:fld id="{7E7643F5-CA76-47B8-951E-8B87CA102668}"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34891871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標題及表格">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zh-TW" altLang="en-US" smtClean="0"/>
              <a:t>按一下以編輯母片標題樣式</a:t>
            </a:r>
            <a:endParaRPr lang="zh-TW" altLang="en-US"/>
          </a:p>
        </p:txBody>
      </p:sp>
      <p:sp>
        <p:nvSpPr>
          <p:cNvPr id="3" name="表格版面配置區 2"/>
          <p:cNvSpPr>
            <a:spLocks noGrp="1"/>
          </p:cNvSpPr>
          <p:nvPr>
            <p:ph type="tbl" idx="1"/>
          </p:nvPr>
        </p:nvSpPr>
        <p:spPr>
          <a:xfrm>
            <a:off x="457200" y="1600201"/>
            <a:ext cx="8229600" cy="4525963"/>
          </a:xfrm>
          <a:prstGeom prst="rect">
            <a:avLst/>
          </a:prstGeom>
        </p:spPr>
        <p:txBody>
          <a:bodyPr/>
          <a:lstStyle/>
          <a:p>
            <a:pPr lvl="0"/>
            <a:endParaRPr lang="zh-TW" altLang="en-US" noProof="0" smtClean="0"/>
          </a:p>
        </p:txBody>
      </p:sp>
      <p:sp>
        <p:nvSpPr>
          <p:cNvPr id="4" name="Rectangle 16"/>
          <p:cNvSpPr>
            <a:spLocks noGrp="1" noChangeArrowheads="1"/>
          </p:cNvSpPr>
          <p:nvPr>
            <p:ph type="sldNum" sz="quarter" idx="10"/>
          </p:nvPr>
        </p:nvSpPr>
        <p:spPr>
          <a:ln/>
        </p:spPr>
        <p:txBody>
          <a:bodyPr/>
          <a:lstStyle>
            <a:lvl1pPr>
              <a:defRPr/>
            </a:lvl1pPr>
          </a:lstStyle>
          <a:p>
            <a:fld id="{A050E469-B885-48E5-BCC5-BB51021387E2}"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13267645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457200" y="274639"/>
            <a:ext cx="8229600" cy="5851525"/>
          </a:xfrm>
          <a:prstGeom prst="rect">
            <a:avLst/>
          </a:prstGeo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3" name="Rectangle 16"/>
          <p:cNvSpPr>
            <a:spLocks noGrp="1" noChangeArrowheads="1"/>
          </p:cNvSpPr>
          <p:nvPr>
            <p:ph type="sldNum" sz="quarter" idx="10"/>
          </p:nvPr>
        </p:nvSpPr>
        <p:spPr>
          <a:ln/>
        </p:spPr>
        <p:txBody>
          <a:bodyPr/>
          <a:lstStyle>
            <a:lvl1pPr>
              <a:defRPr/>
            </a:lvl1pPr>
          </a:lstStyle>
          <a:p>
            <a:fld id="{C11140AF-6940-4A4F-9AB3-03C23FB6802C}"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14063337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6"/>
            <a:ext cx="7772400" cy="1470025"/>
          </a:xfrm>
          <a:prstGeom prst="rect">
            <a:avLst/>
          </a:prstGeom>
        </p:spPr>
        <p:txBody>
          <a:bodyPr/>
          <a:lstStyle/>
          <a:p>
            <a:r>
              <a:rPr lang="zh-TW" altLang="en-US" dirty="0" smtClean="0"/>
              <a:t>按一下以編輯母片標題樣式</a:t>
            </a:r>
            <a:endParaRPr lang="zh-TW" altLang="en-US" dirty="0"/>
          </a:p>
        </p:txBody>
      </p:sp>
      <p:sp>
        <p:nvSpPr>
          <p:cNvPr id="3" name="副標題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TW" altLang="en-US" smtClean="0"/>
              <a:t>按一下以編輯母片副標題樣式</a:t>
            </a:r>
            <a:endParaRPr lang="zh-TW" altLang="en-US"/>
          </a:p>
        </p:txBody>
      </p:sp>
      <p:sp>
        <p:nvSpPr>
          <p:cNvPr id="4" name="Rectangle 16"/>
          <p:cNvSpPr>
            <a:spLocks noGrp="1" noChangeArrowheads="1"/>
          </p:cNvSpPr>
          <p:nvPr>
            <p:ph type="sldNum" sz="quarter" idx="10"/>
          </p:nvPr>
        </p:nvSpPr>
        <p:spPr>
          <a:ln/>
        </p:spPr>
        <p:txBody>
          <a:bodyPr/>
          <a:lstStyle>
            <a:lvl1pPr>
              <a:defRPr/>
            </a:lvl1pPr>
          </a:lstStyle>
          <a:p>
            <a:fld id="{7D2482D3-2F6B-4BC9-8197-F5C0F2E18EF8}"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193226858"/>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lvl1pPr>
              <a:defRPr sz="4000" b="1">
                <a:solidFill>
                  <a:srgbClr val="002060"/>
                </a:solidFill>
                <a:latin typeface="微軟正黑體" pitchFamily="34" charset="-120"/>
                <a:ea typeface="微軟正黑體" pitchFamily="34" charset="-120"/>
              </a:defRPr>
            </a:lvl1pPr>
          </a:lstStyle>
          <a:p>
            <a:r>
              <a:rPr lang="zh-TW" altLang="en-US" dirty="0" smtClean="0"/>
              <a:t>按一下以編輯母片標題樣式</a:t>
            </a:r>
            <a:endParaRPr lang="zh-TW" altLang="en-US" dirty="0"/>
          </a:p>
        </p:txBody>
      </p:sp>
      <p:sp>
        <p:nvSpPr>
          <p:cNvPr id="3" name="內容版面配置區 2"/>
          <p:cNvSpPr>
            <a:spLocks noGrp="1"/>
          </p:cNvSpPr>
          <p:nvPr>
            <p:ph idx="1"/>
          </p:nvPr>
        </p:nvSpPr>
        <p:spPr>
          <a:xfrm>
            <a:off x="457200" y="1600201"/>
            <a:ext cx="8229600" cy="4525963"/>
          </a:xfrm>
          <a:prstGeom prst="rect">
            <a:avLst/>
          </a:prstGeom>
        </p:spPr>
        <p:txBody>
          <a:bodyPr/>
          <a:lstStyle>
            <a:lvl1pPr marL="0" indent="0">
              <a:buNone/>
              <a:defRPr sz="2800">
                <a:solidFill>
                  <a:srgbClr val="002060"/>
                </a:solidFill>
                <a:latin typeface="微軟正黑體" pitchFamily="34" charset="-120"/>
                <a:ea typeface="微軟正黑體" pitchFamily="34" charset="-120"/>
              </a:defRPr>
            </a:lvl1pPr>
            <a:lvl2pPr>
              <a:defRPr>
                <a:solidFill>
                  <a:srgbClr val="002060"/>
                </a:solidFill>
                <a:latin typeface="微軟正黑體" pitchFamily="34" charset="-120"/>
                <a:ea typeface="微軟正黑體" pitchFamily="34" charset="-120"/>
              </a:defRPr>
            </a:lvl2pPr>
          </a:lstStyle>
          <a:p>
            <a:pPr lvl="0"/>
            <a:r>
              <a:rPr lang="zh-TW" altLang="en-US" dirty="0" smtClean="0"/>
              <a:t>按一下以編輯母片文字樣式</a:t>
            </a:r>
          </a:p>
          <a:p>
            <a:pPr lvl="1"/>
            <a:r>
              <a:rPr lang="zh-TW" altLang="en-US" dirty="0" smtClean="0"/>
              <a:t>第二層</a:t>
            </a:r>
          </a:p>
          <a:p>
            <a:pPr lvl="2"/>
            <a:r>
              <a:rPr lang="zh-TW" altLang="en-US" dirty="0" smtClean="0"/>
              <a:t>第三層</a:t>
            </a:r>
          </a:p>
          <a:p>
            <a:pPr lvl="3"/>
            <a:r>
              <a:rPr lang="zh-TW" altLang="en-US" dirty="0" smtClean="0"/>
              <a:t>第四層</a:t>
            </a:r>
          </a:p>
          <a:p>
            <a:pPr lvl="4"/>
            <a:r>
              <a:rPr lang="zh-TW" altLang="en-US" dirty="0" smtClean="0"/>
              <a:t>第五層</a:t>
            </a:r>
            <a:endParaRPr lang="zh-TW" altLang="en-US" dirty="0"/>
          </a:p>
        </p:txBody>
      </p:sp>
      <p:sp>
        <p:nvSpPr>
          <p:cNvPr id="4" name="Rectangle 16"/>
          <p:cNvSpPr>
            <a:spLocks noGrp="1" noChangeArrowheads="1"/>
          </p:cNvSpPr>
          <p:nvPr>
            <p:ph type="sldNum" sz="quarter" idx="10"/>
          </p:nvPr>
        </p:nvSpPr>
        <p:spPr>
          <a:ln/>
        </p:spPr>
        <p:txBody>
          <a:bodyPr/>
          <a:lstStyle>
            <a:lvl1pPr>
              <a:defRPr/>
            </a:lvl1pPr>
          </a:lstStyle>
          <a:p>
            <a:fld id="{3AE53AB2-F19A-4BD0-B915-C2175D5F5FF6}" type="slidenum">
              <a:rPr lang="en-US" altLang="zh-TW">
                <a:solidFill>
                  <a:srgbClr val="000000"/>
                </a:solidFill>
              </a:rPr>
              <a:pPr/>
              <a:t>‹#›</a:t>
            </a:fld>
            <a:endParaRPr lang="en-US" altLang="zh-TW" dirty="0">
              <a:solidFill>
                <a:srgbClr val="000000"/>
              </a:solidFill>
            </a:endParaRPr>
          </a:p>
        </p:txBody>
      </p:sp>
    </p:spTree>
    <p:extLst>
      <p:ext uri="{BB962C8B-B14F-4D97-AF65-F5344CB8AC3E}">
        <p14:creationId xmlns:p14="http://schemas.microsoft.com/office/powerpoint/2010/main" val="97177150"/>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435" y="4406901"/>
            <a:ext cx="7772400" cy="1362075"/>
          </a:xfrm>
          <a:prstGeom prst="rect">
            <a:avLst/>
          </a:prstGeo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435"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smtClean="0"/>
              <a:t>按一下以編輯母片文字樣式</a:t>
            </a:r>
          </a:p>
        </p:txBody>
      </p:sp>
      <p:sp>
        <p:nvSpPr>
          <p:cNvPr id="4" name="Rectangle 16"/>
          <p:cNvSpPr>
            <a:spLocks noGrp="1" noChangeArrowheads="1"/>
          </p:cNvSpPr>
          <p:nvPr>
            <p:ph type="sldNum" sz="quarter" idx="10"/>
          </p:nvPr>
        </p:nvSpPr>
        <p:spPr>
          <a:ln/>
        </p:spPr>
        <p:txBody>
          <a:bodyPr/>
          <a:lstStyle>
            <a:lvl1pPr>
              <a:defRPr/>
            </a:lvl1pPr>
          </a:lstStyle>
          <a:p>
            <a:fld id="{7AC87AFA-6B91-449A-9B4E-A196BD6F067A}"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3440156530"/>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1"/>
            <a:ext cx="4044462"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2338" y="1600201"/>
            <a:ext cx="4044462"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Rectangle 16"/>
          <p:cNvSpPr>
            <a:spLocks noGrp="1" noChangeArrowheads="1"/>
          </p:cNvSpPr>
          <p:nvPr>
            <p:ph type="sldNum" sz="quarter" idx="10"/>
          </p:nvPr>
        </p:nvSpPr>
        <p:spPr>
          <a:ln/>
        </p:spPr>
        <p:txBody>
          <a:bodyPr/>
          <a:lstStyle>
            <a:lvl1pPr>
              <a:defRPr/>
            </a:lvl1pPr>
          </a:lstStyle>
          <a:p>
            <a:fld id="{1F90CB24-FF25-4AC2-AF8E-483740F6A265}"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14470566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066"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066"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270" y="1535113"/>
            <a:ext cx="4041531"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270" y="2174875"/>
            <a:ext cx="4041531"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Rectangle 16"/>
          <p:cNvSpPr>
            <a:spLocks noGrp="1" noChangeArrowheads="1"/>
          </p:cNvSpPr>
          <p:nvPr>
            <p:ph type="sldNum" sz="quarter" idx="10"/>
          </p:nvPr>
        </p:nvSpPr>
        <p:spPr>
          <a:ln/>
        </p:spPr>
        <p:txBody>
          <a:bodyPr/>
          <a:lstStyle>
            <a:lvl1pPr>
              <a:defRPr/>
            </a:lvl1pPr>
          </a:lstStyle>
          <a:p>
            <a:fld id="{71AF9AD5-31CC-4AFA-8CFE-06A1D1044809}"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1596479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zh-TW" altLang="en-US" smtClean="0"/>
              <a:t>按一下以編輯母片標題樣式</a:t>
            </a:r>
            <a:endParaRPr lang="zh-TW" altLang="en-US"/>
          </a:p>
        </p:txBody>
      </p:sp>
      <p:sp>
        <p:nvSpPr>
          <p:cNvPr id="3" name="Rectangle 16"/>
          <p:cNvSpPr>
            <a:spLocks noGrp="1" noChangeArrowheads="1"/>
          </p:cNvSpPr>
          <p:nvPr>
            <p:ph type="sldNum" sz="quarter" idx="10"/>
          </p:nvPr>
        </p:nvSpPr>
        <p:spPr>
          <a:ln/>
        </p:spPr>
        <p:txBody>
          <a:bodyPr/>
          <a:lstStyle>
            <a:lvl1pPr>
              <a:defRPr/>
            </a:lvl1pPr>
          </a:lstStyle>
          <a:p>
            <a:fld id="{4C7599A9-473F-48A8-B158-E2E1AE2FD7AD}"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12456179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6"/>
          <p:cNvSpPr>
            <a:spLocks noGrp="1" noChangeArrowheads="1"/>
          </p:cNvSpPr>
          <p:nvPr>
            <p:ph type="sldNum" sz="quarter" idx="10"/>
          </p:nvPr>
        </p:nvSpPr>
        <p:spPr>
          <a:ln/>
        </p:spPr>
        <p:txBody>
          <a:bodyPr/>
          <a:lstStyle>
            <a:lvl1pPr>
              <a:defRPr/>
            </a:lvl1pPr>
          </a:lstStyle>
          <a:p>
            <a:fld id="{922DD0A9-EAB2-4341-9A61-1EA7C423C8E3}"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13137464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435" cy="1162050"/>
          </a:xfrm>
          <a:prstGeom prst="rect">
            <a:avLst/>
          </a:prstGeo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538" y="273051"/>
            <a:ext cx="5111262"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1"/>
            <a:ext cx="3008435"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Rectangle 16"/>
          <p:cNvSpPr>
            <a:spLocks noGrp="1" noChangeArrowheads="1"/>
          </p:cNvSpPr>
          <p:nvPr>
            <p:ph type="sldNum" sz="quarter" idx="10"/>
          </p:nvPr>
        </p:nvSpPr>
        <p:spPr>
          <a:ln/>
        </p:spPr>
        <p:txBody>
          <a:bodyPr/>
          <a:lstStyle>
            <a:lvl1pPr>
              <a:defRPr/>
            </a:lvl1pPr>
          </a:lstStyle>
          <a:p>
            <a:fld id="{27DBEB2C-7EEB-4CC2-8E2A-2C18AD773829}"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32520457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166" y="4800600"/>
            <a:ext cx="5486400" cy="566738"/>
          </a:xfrm>
          <a:prstGeom prst="rect">
            <a:avLst/>
          </a:prstGeo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166"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smtClean="0"/>
          </a:p>
        </p:txBody>
      </p:sp>
      <p:sp>
        <p:nvSpPr>
          <p:cNvPr id="4" name="文字版面配置區 3"/>
          <p:cNvSpPr>
            <a:spLocks noGrp="1"/>
          </p:cNvSpPr>
          <p:nvPr>
            <p:ph type="body" sz="half" idx="2"/>
          </p:nvPr>
        </p:nvSpPr>
        <p:spPr>
          <a:xfrm>
            <a:off x="1792166"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Rectangle 16"/>
          <p:cNvSpPr>
            <a:spLocks noGrp="1" noChangeArrowheads="1"/>
          </p:cNvSpPr>
          <p:nvPr>
            <p:ph type="sldNum" sz="quarter" idx="10"/>
          </p:nvPr>
        </p:nvSpPr>
        <p:spPr>
          <a:ln/>
        </p:spPr>
        <p:txBody>
          <a:bodyPr/>
          <a:lstStyle>
            <a:lvl1pPr>
              <a:defRPr/>
            </a:lvl1pPr>
          </a:lstStyle>
          <a:p>
            <a:fld id="{EF09DE2F-70C3-4A65-AF80-6048E6DC2B7E}"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303347061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1600201"/>
            <a:ext cx="8229600" cy="4525963"/>
          </a:xfrm>
          <a:prstGeom prst="rect">
            <a:avLst/>
          </a:prstGeo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16"/>
          <p:cNvSpPr>
            <a:spLocks noGrp="1" noChangeArrowheads="1"/>
          </p:cNvSpPr>
          <p:nvPr>
            <p:ph type="sldNum" sz="quarter" idx="10"/>
          </p:nvPr>
        </p:nvSpPr>
        <p:spPr>
          <a:ln/>
        </p:spPr>
        <p:txBody>
          <a:bodyPr/>
          <a:lstStyle>
            <a:lvl1pPr>
              <a:defRPr/>
            </a:lvl1pPr>
          </a:lstStyle>
          <a:p>
            <a:fld id="{9FF739AB-61FC-42EB-B9AF-5295352F2301}"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27811913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9"/>
            <a:ext cx="2057400" cy="5851525"/>
          </a:xfrm>
          <a:prstGeom prst="rect">
            <a:avLst/>
          </a:prstGeo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9"/>
            <a:ext cx="6031523" cy="5851525"/>
          </a:xfrm>
          <a:prstGeom prst="rect">
            <a:avLst/>
          </a:prstGeo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16"/>
          <p:cNvSpPr>
            <a:spLocks noGrp="1" noChangeArrowheads="1"/>
          </p:cNvSpPr>
          <p:nvPr>
            <p:ph type="sldNum" sz="quarter" idx="10"/>
          </p:nvPr>
        </p:nvSpPr>
        <p:spPr>
          <a:ln/>
        </p:spPr>
        <p:txBody>
          <a:bodyPr/>
          <a:lstStyle>
            <a:lvl1pPr>
              <a:defRPr/>
            </a:lvl1pPr>
          </a:lstStyle>
          <a:p>
            <a:fld id="{7E7643F5-CA76-47B8-951E-8B87CA102668}"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405527961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bl" preserve="1">
  <p:cSld name="標題及表格">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zh-TW" altLang="en-US" smtClean="0"/>
              <a:t>按一下以編輯母片標題樣式</a:t>
            </a:r>
            <a:endParaRPr lang="zh-TW" altLang="en-US"/>
          </a:p>
        </p:txBody>
      </p:sp>
      <p:sp>
        <p:nvSpPr>
          <p:cNvPr id="3" name="表格版面配置區 2"/>
          <p:cNvSpPr>
            <a:spLocks noGrp="1"/>
          </p:cNvSpPr>
          <p:nvPr>
            <p:ph type="tbl" idx="1"/>
          </p:nvPr>
        </p:nvSpPr>
        <p:spPr>
          <a:xfrm>
            <a:off x="457200" y="1600201"/>
            <a:ext cx="8229600" cy="4525963"/>
          </a:xfrm>
          <a:prstGeom prst="rect">
            <a:avLst/>
          </a:prstGeom>
        </p:spPr>
        <p:txBody>
          <a:bodyPr/>
          <a:lstStyle/>
          <a:p>
            <a:pPr lvl="0"/>
            <a:endParaRPr lang="zh-TW" altLang="en-US" noProof="0" smtClean="0"/>
          </a:p>
        </p:txBody>
      </p:sp>
      <p:sp>
        <p:nvSpPr>
          <p:cNvPr id="4" name="Rectangle 16"/>
          <p:cNvSpPr>
            <a:spLocks noGrp="1" noChangeArrowheads="1"/>
          </p:cNvSpPr>
          <p:nvPr>
            <p:ph type="sldNum" sz="quarter" idx="10"/>
          </p:nvPr>
        </p:nvSpPr>
        <p:spPr>
          <a:ln/>
        </p:spPr>
        <p:txBody>
          <a:bodyPr/>
          <a:lstStyle>
            <a:lvl1pPr>
              <a:defRPr/>
            </a:lvl1pPr>
          </a:lstStyle>
          <a:p>
            <a:fld id="{A050E469-B885-48E5-BCC5-BB51021387E2}"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247445113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457200" y="274639"/>
            <a:ext cx="8229600" cy="5851525"/>
          </a:xfrm>
          <a:prstGeom prst="rect">
            <a:avLst/>
          </a:prstGeo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3" name="Rectangle 16"/>
          <p:cNvSpPr>
            <a:spLocks noGrp="1" noChangeArrowheads="1"/>
          </p:cNvSpPr>
          <p:nvPr>
            <p:ph type="sldNum" sz="quarter" idx="10"/>
          </p:nvPr>
        </p:nvSpPr>
        <p:spPr>
          <a:ln/>
        </p:spPr>
        <p:txBody>
          <a:bodyPr/>
          <a:lstStyle>
            <a:lvl1pPr>
              <a:defRPr/>
            </a:lvl1pPr>
          </a:lstStyle>
          <a:p>
            <a:fld id="{C11140AF-6940-4A4F-9AB3-03C23FB6802C}" type="slidenum">
              <a:rPr lang="en-US" altLang="zh-TW">
                <a:solidFill>
                  <a:srgbClr val="000000"/>
                </a:solidFill>
              </a:rPr>
              <a:pPr/>
              <a:t>‹#›</a:t>
            </a:fld>
            <a:endParaRPr lang="en-US" altLang="zh-TW">
              <a:solidFill>
                <a:srgbClr val="000000"/>
              </a:solidFill>
            </a:endParaRPr>
          </a:p>
        </p:txBody>
      </p:sp>
    </p:spTree>
    <p:extLst>
      <p:ext uri="{BB962C8B-B14F-4D97-AF65-F5344CB8AC3E}">
        <p14:creationId xmlns:p14="http://schemas.microsoft.com/office/powerpoint/2010/main" val="11861183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image" Target="../media/image1.jpeg"/><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1"/>
          <p:cNvSpPr>
            <a:spLocks noChangeArrowheads="1"/>
          </p:cNvSpPr>
          <p:nvPr userDrawn="1"/>
        </p:nvSpPr>
        <p:spPr bwMode="auto">
          <a:xfrm>
            <a:off x="562708" y="6351588"/>
            <a:ext cx="7526215" cy="74612"/>
          </a:xfrm>
          <a:prstGeom prst="rect">
            <a:avLst/>
          </a:prstGeom>
          <a:gradFill rotWithShape="0">
            <a:gsLst>
              <a:gs pos="0">
                <a:schemeClr val="bg1"/>
              </a:gs>
              <a:gs pos="100000">
                <a:srgbClr val="0000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kumimoji="1" sz="4400" b="1">
                <a:solidFill>
                  <a:srgbClr val="000099"/>
                </a:solidFill>
                <a:latin typeface="標楷體" panose="03000509000000000000" pitchFamily="65" charset="-120"/>
                <a:ea typeface="標楷體" panose="03000509000000000000" pitchFamily="65" charset="-120"/>
              </a:defRPr>
            </a:lvl1pPr>
            <a:lvl2pPr marL="742950" indent="-285750" algn="ctr">
              <a:defRPr kumimoji="1" sz="4400" b="1">
                <a:solidFill>
                  <a:srgbClr val="000099"/>
                </a:solidFill>
                <a:latin typeface="標楷體" panose="03000509000000000000" pitchFamily="65" charset="-120"/>
                <a:ea typeface="標楷體" panose="03000509000000000000" pitchFamily="65" charset="-120"/>
              </a:defRPr>
            </a:lvl2pPr>
            <a:lvl3pPr marL="1143000" indent="-228600" algn="ctr">
              <a:defRPr kumimoji="1" sz="4400" b="1">
                <a:solidFill>
                  <a:srgbClr val="000099"/>
                </a:solidFill>
                <a:latin typeface="標楷體" panose="03000509000000000000" pitchFamily="65" charset="-120"/>
                <a:ea typeface="標楷體" panose="03000509000000000000" pitchFamily="65" charset="-120"/>
              </a:defRPr>
            </a:lvl3pPr>
            <a:lvl4pPr marL="1600200" indent="-228600" algn="ctr">
              <a:defRPr kumimoji="1" sz="4400" b="1">
                <a:solidFill>
                  <a:srgbClr val="000099"/>
                </a:solidFill>
                <a:latin typeface="標楷體" panose="03000509000000000000" pitchFamily="65" charset="-120"/>
                <a:ea typeface="標楷體" panose="03000509000000000000" pitchFamily="65" charset="-120"/>
              </a:defRPr>
            </a:lvl4pPr>
            <a:lvl5pPr marL="2057400" indent="-228600" algn="ctr">
              <a:defRPr kumimoji="1" sz="4400" b="1">
                <a:solidFill>
                  <a:srgbClr val="000099"/>
                </a:solidFill>
                <a:latin typeface="標楷體" panose="03000509000000000000" pitchFamily="65" charset="-120"/>
                <a:ea typeface="標楷體" panose="03000509000000000000" pitchFamily="65" charset="-120"/>
              </a:defRPr>
            </a:lvl5pPr>
            <a:lvl6pPr marL="2514600" indent="-228600" algn="ctr" eaLnBrk="0" fontAlgn="base" hangingPunct="0">
              <a:spcBef>
                <a:spcPct val="0"/>
              </a:spcBef>
              <a:spcAft>
                <a:spcPct val="0"/>
              </a:spcAft>
              <a:defRPr kumimoji="1" sz="4400" b="1">
                <a:solidFill>
                  <a:srgbClr val="000099"/>
                </a:solidFill>
                <a:latin typeface="標楷體" panose="03000509000000000000" pitchFamily="65" charset="-120"/>
                <a:ea typeface="標楷體" panose="03000509000000000000" pitchFamily="65" charset="-120"/>
              </a:defRPr>
            </a:lvl6pPr>
            <a:lvl7pPr marL="2971800" indent="-228600" algn="ctr" eaLnBrk="0" fontAlgn="base" hangingPunct="0">
              <a:spcBef>
                <a:spcPct val="0"/>
              </a:spcBef>
              <a:spcAft>
                <a:spcPct val="0"/>
              </a:spcAft>
              <a:defRPr kumimoji="1" sz="4400" b="1">
                <a:solidFill>
                  <a:srgbClr val="000099"/>
                </a:solidFill>
                <a:latin typeface="標楷體" panose="03000509000000000000" pitchFamily="65" charset="-120"/>
                <a:ea typeface="標楷體" panose="03000509000000000000" pitchFamily="65" charset="-120"/>
              </a:defRPr>
            </a:lvl7pPr>
            <a:lvl8pPr marL="3429000" indent="-228600" algn="ctr" eaLnBrk="0" fontAlgn="base" hangingPunct="0">
              <a:spcBef>
                <a:spcPct val="0"/>
              </a:spcBef>
              <a:spcAft>
                <a:spcPct val="0"/>
              </a:spcAft>
              <a:defRPr kumimoji="1" sz="4400" b="1">
                <a:solidFill>
                  <a:srgbClr val="000099"/>
                </a:solidFill>
                <a:latin typeface="標楷體" panose="03000509000000000000" pitchFamily="65" charset="-120"/>
                <a:ea typeface="標楷體" panose="03000509000000000000" pitchFamily="65" charset="-120"/>
              </a:defRPr>
            </a:lvl8pPr>
            <a:lvl9pPr marL="3886200" indent="-228600" algn="ctr" eaLnBrk="0" fontAlgn="base" hangingPunct="0">
              <a:spcBef>
                <a:spcPct val="0"/>
              </a:spcBef>
              <a:spcAft>
                <a:spcPct val="0"/>
              </a:spcAft>
              <a:defRPr kumimoji="1" sz="4400" b="1">
                <a:solidFill>
                  <a:srgbClr val="000099"/>
                </a:solidFill>
                <a:latin typeface="標楷體" panose="03000509000000000000" pitchFamily="65" charset="-120"/>
                <a:ea typeface="標楷體" panose="03000509000000000000" pitchFamily="65" charset="-120"/>
              </a:defRPr>
            </a:lvl9pPr>
          </a:lstStyle>
          <a:p>
            <a:pPr fontAlgn="base">
              <a:spcBef>
                <a:spcPct val="0"/>
              </a:spcBef>
              <a:spcAft>
                <a:spcPct val="0"/>
              </a:spcAft>
              <a:defRPr/>
            </a:pPr>
            <a:endParaRPr lang="zh-TW" altLang="en-US" sz="4000" smtClean="0">
              <a:solidFill>
                <a:srgbClr val="3333CC"/>
              </a:solidFill>
            </a:endParaRPr>
          </a:p>
        </p:txBody>
      </p:sp>
      <p:sp>
        <p:nvSpPr>
          <p:cNvPr id="1027" name="Rectangle 13"/>
          <p:cNvSpPr>
            <a:spLocks noChangeArrowheads="1"/>
          </p:cNvSpPr>
          <p:nvPr userDrawn="1"/>
        </p:nvSpPr>
        <p:spPr bwMode="auto">
          <a:xfrm>
            <a:off x="1100504" y="1161130"/>
            <a:ext cx="6963508" cy="53975"/>
          </a:xfrm>
          <a:prstGeom prst="rect">
            <a:avLst/>
          </a:prstGeom>
          <a:gradFill rotWithShape="0">
            <a:gsLst>
              <a:gs pos="0">
                <a:srgbClr val="0000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kumimoji="1" sz="4400" b="1">
                <a:solidFill>
                  <a:srgbClr val="000099"/>
                </a:solidFill>
                <a:latin typeface="標楷體" panose="03000509000000000000" pitchFamily="65" charset="-120"/>
                <a:ea typeface="標楷體" panose="03000509000000000000" pitchFamily="65" charset="-120"/>
              </a:defRPr>
            </a:lvl1pPr>
            <a:lvl2pPr marL="742950" indent="-285750" algn="ctr">
              <a:defRPr kumimoji="1" sz="4400" b="1">
                <a:solidFill>
                  <a:srgbClr val="000099"/>
                </a:solidFill>
                <a:latin typeface="標楷體" panose="03000509000000000000" pitchFamily="65" charset="-120"/>
                <a:ea typeface="標楷體" panose="03000509000000000000" pitchFamily="65" charset="-120"/>
              </a:defRPr>
            </a:lvl2pPr>
            <a:lvl3pPr marL="1143000" indent="-228600" algn="ctr">
              <a:defRPr kumimoji="1" sz="4400" b="1">
                <a:solidFill>
                  <a:srgbClr val="000099"/>
                </a:solidFill>
                <a:latin typeface="標楷體" panose="03000509000000000000" pitchFamily="65" charset="-120"/>
                <a:ea typeface="標楷體" panose="03000509000000000000" pitchFamily="65" charset="-120"/>
              </a:defRPr>
            </a:lvl3pPr>
            <a:lvl4pPr marL="1600200" indent="-228600" algn="ctr">
              <a:defRPr kumimoji="1" sz="4400" b="1">
                <a:solidFill>
                  <a:srgbClr val="000099"/>
                </a:solidFill>
                <a:latin typeface="標楷體" panose="03000509000000000000" pitchFamily="65" charset="-120"/>
                <a:ea typeface="標楷體" panose="03000509000000000000" pitchFamily="65" charset="-120"/>
              </a:defRPr>
            </a:lvl4pPr>
            <a:lvl5pPr marL="2057400" indent="-228600" algn="ctr">
              <a:defRPr kumimoji="1" sz="4400" b="1">
                <a:solidFill>
                  <a:srgbClr val="000099"/>
                </a:solidFill>
                <a:latin typeface="標楷體" panose="03000509000000000000" pitchFamily="65" charset="-120"/>
                <a:ea typeface="標楷體" panose="03000509000000000000" pitchFamily="65" charset="-120"/>
              </a:defRPr>
            </a:lvl5pPr>
            <a:lvl6pPr marL="2514600" indent="-228600" algn="ctr" eaLnBrk="0" fontAlgn="base" hangingPunct="0">
              <a:spcBef>
                <a:spcPct val="0"/>
              </a:spcBef>
              <a:spcAft>
                <a:spcPct val="0"/>
              </a:spcAft>
              <a:defRPr kumimoji="1" sz="4400" b="1">
                <a:solidFill>
                  <a:srgbClr val="000099"/>
                </a:solidFill>
                <a:latin typeface="標楷體" panose="03000509000000000000" pitchFamily="65" charset="-120"/>
                <a:ea typeface="標楷體" panose="03000509000000000000" pitchFamily="65" charset="-120"/>
              </a:defRPr>
            </a:lvl6pPr>
            <a:lvl7pPr marL="2971800" indent="-228600" algn="ctr" eaLnBrk="0" fontAlgn="base" hangingPunct="0">
              <a:spcBef>
                <a:spcPct val="0"/>
              </a:spcBef>
              <a:spcAft>
                <a:spcPct val="0"/>
              </a:spcAft>
              <a:defRPr kumimoji="1" sz="4400" b="1">
                <a:solidFill>
                  <a:srgbClr val="000099"/>
                </a:solidFill>
                <a:latin typeface="標楷體" panose="03000509000000000000" pitchFamily="65" charset="-120"/>
                <a:ea typeface="標楷體" panose="03000509000000000000" pitchFamily="65" charset="-120"/>
              </a:defRPr>
            </a:lvl7pPr>
            <a:lvl8pPr marL="3429000" indent="-228600" algn="ctr" eaLnBrk="0" fontAlgn="base" hangingPunct="0">
              <a:spcBef>
                <a:spcPct val="0"/>
              </a:spcBef>
              <a:spcAft>
                <a:spcPct val="0"/>
              </a:spcAft>
              <a:defRPr kumimoji="1" sz="4400" b="1">
                <a:solidFill>
                  <a:srgbClr val="000099"/>
                </a:solidFill>
                <a:latin typeface="標楷體" panose="03000509000000000000" pitchFamily="65" charset="-120"/>
                <a:ea typeface="標楷體" panose="03000509000000000000" pitchFamily="65" charset="-120"/>
              </a:defRPr>
            </a:lvl8pPr>
            <a:lvl9pPr marL="3886200" indent="-228600" algn="ctr" eaLnBrk="0" fontAlgn="base" hangingPunct="0">
              <a:spcBef>
                <a:spcPct val="0"/>
              </a:spcBef>
              <a:spcAft>
                <a:spcPct val="0"/>
              </a:spcAft>
              <a:defRPr kumimoji="1" sz="4400" b="1">
                <a:solidFill>
                  <a:srgbClr val="000099"/>
                </a:solidFill>
                <a:latin typeface="標楷體" panose="03000509000000000000" pitchFamily="65" charset="-120"/>
                <a:ea typeface="標楷體" panose="03000509000000000000" pitchFamily="65" charset="-120"/>
              </a:defRPr>
            </a:lvl9pPr>
          </a:lstStyle>
          <a:p>
            <a:pPr fontAlgn="base">
              <a:spcBef>
                <a:spcPct val="0"/>
              </a:spcBef>
              <a:spcAft>
                <a:spcPct val="0"/>
              </a:spcAft>
              <a:defRPr/>
            </a:pPr>
            <a:endParaRPr lang="zh-TW" altLang="en-US" sz="4000" smtClean="0">
              <a:solidFill>
                <a:srgbClr val="3333CC"/>
              </a:solidFill>
            </a:endParaRPr>
          </a:p>
        </p:txBody>
      </p:sp>
      <p:sp>
        <p:nvSpPr>
          <p:cNvPr id="1040" name="Rectangle 16"/>
          <p:cNvSpPr>
            <a:spLocks noGrp="1" noChangeArrowheads="1"/>
          </p:cNvSpPr>
          <p:nvPr>
            <p:ph type="sldNum" sz="quarter" idx="4"/>
          </p:nvPr>
        </p:nvSpPr>
        <p:spPr bwMode="auto">
          <a:xfrm>
            <a:off x="8343901" y="6483350"/>
            <a:ext cx="706315" cy="2174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b="0">
                <a:solidFill>
                  <a:schemeClr val="tx1"/>
                </a:solidFill>
                <a:latin typeface="Times New Roman" pitchFamily="18" charset="0"/>
                <a:ea typeface="新細明體" pitchFamily="18" charset="-120"/>
              </a:defRPr>
            </a:lvl1pPr>
          </a:lstStyle>
          <a:p>
            <a:pPr fontAlgn="base">
              <a:spcBef>
                <a:spcPct val="0"/>
              </a:spcBef>
              <a:spcAft>
                <a:spcPct val="0"/>
              </a:spcAft>
            </a:pPr>
            <a:fld id="{F0234810-ED99-44CB-A220-C3DB99C325B5}" type="slidenum">
              <a:rPr kumimoji="1" lang="en-US" altLang="zh-TW">
                <a:solidFill>
                  <a:srgbClr val="000000"/>
                </a:solidFill>
              </a:rPr>
              <a:pPr fontAlgn="base">
                <a:spcBef>
                  <a:spcPct val="0"/>
                </a:spcBef>
                <a:spcAft>
                  <a:spcPct val="0"/>
                </a:spcAft>
              </a:pPr>
              <a:t>‹#›</a:t>
            </a:fld>
            <a:endParaRPr kumimoji="1" lang="en-US" altLang="zh-TW">
              <a:solidFill>
                <a:srgbClr val="000000"/>
              </a:solidFill>
            </a:endParaRPr>
          </a:p>
        </p:txBody>
      </p:sp>
      <p:pic>
        <p:nvPicPr>
          <p:cNvPr id="1029" name="圖片 5"/>
          <p:cNvPicPr>
            <a:picLocks noChangeAspect="1"/>
          </p:cNvPicPr>
          <p:nvPr userDrawn="1"/>
        </p:nvPicPr>
        <p:blipFill>
          <a:blip r:embed="rId15" cstate="print"/>
          <a:srcRect/>
          <a:stretch>
            <a:fillRect/>
          </a:stretch>
        </p:blipFill>
        <p:spPr bwMode="auto">
          <a:xfrm>
            <a:off x="2250831" y="6457951"/>
            <a:ext cx="4780085" cy="320675"/>
          </a:xfrm>
          <a:prstGeom prst="rect">
            <a:avLst/>
          </a:prstGeom>
          <a:noFill/>
          <a:ln w="9525">
            <a:noFill/>
            <a:miter lim="800000"/>
            <a:headEnd/>
            <a:tailEnd/>
          </a:ln>
        </p:spPr>
      </p:pic>
    </p:spTree>
    <p:extLst>
      <p:ext uri="{BB962C8B-B14F-4D97-AF65-F5344CB8AC3E}">
        <p14:creationId xmlns:p14="http://schemas.microsoft.com/office/powerpoint/2010/main" val="1104715942"/>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Lst>
  <p:timing>
    <p:tnLst>
      <p:par>
        <p:cTn id="1" dur="indefinite" restart="never" nodeType="tmRoot"/>
      </p:par>
    </p:tnLst>
  </p:timing>
  <p:hf hdr="0" ftr="0" dt="0"/>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p:titleStyle>
    <p:bodyStyle>
      <a:lvl1pPr marL="342900" indent="-342900" algn="l" rtl="0" eaLnBrk="0" fontAlgn="base" hangingPunct="0">
        <a:spcBef>
          <a:spcPct val="20000"/>
        </a:spcBef>
        <a:spcAft>
          <a:spcPct val="0"/>
        </a:spcAft>
        <a:buSzPct val="100000"/>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SzPct val="100000"/>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100000"/>
        <a:buChar char="•"/>
        <a:defRPr kumimoji="1" sz="2400">
          <a:solidFill>
            <a:schemeClr val="tx1"/>
          </a:solidFill>
          <a:latin typeface="+mn-lt"/>
          <a:ea typeface="+mn-ea"/>
        </a:defRPr>
      </a:lvl3pPr>
      <a:lvl4pPr marL="1600200" indent="-228600" algn="l" rtl="0" eaLnBrk="0" fontAlgn="base" hangingPunct="0">
        <a:spcBef>
          <a:spcPct val="20000"/>
        </a:spcBef>
        <a:spcAft>
          <a:spcPct val="0"/>
        </a:spcAft>
        <a:buSzPct val="100000"/>
        <a:buChar char="–"/>
        <a:defRPr kumimoji="1" sz="2000">
          <a:solidFill>
            <a:schemeClr val="tx1"/>
          </a:solidFill>
          <a:latin typeface="+mn-lt"/>
          <a:ea typeface="+mn-ea"/>
        </a:defRPr>
      </a:lvl4pPr>
      <a:lvl5pPr marL="2057400" indent="-228600" algn="l" rtl="0" eaLnBrk="0" fontAlgn="base" hangingPunct="0">
        <a:spcBef>
          <a:spcPct val="20000"/>
        </a:spcBef>
        <a:spcAft>
          <a:spcPct val="0"/>
        </a:spcAft>
        <a:buSzPct val="100000"/>
        <a:buChar char="•"/>
        <a:defRPr kumimoji="1" sz="2000">
          <a:solidFill>
            <a:schemeClr val="tx1"/>
          </a:solidFill>
          <a:latin typeface="+mn-lt"/>
          <a:ea typeface="+mn-ea"/>
        </a:defRPr>
      </a:lvl5pPr>
      <a:lvl6pPr marL="2514600" indent="-228600" algn="l" rtl="0" fontAlgn="base">
        <a:spcBef>
          <a:spcPct val="20000"/>
        </a:spcBef>
        <a:spcAft>
          <a:spcPct val="0"/>
        </a:spcAft>
        <a:buSzPct val="100000"/>
        <a:buChar char="•"/>
        <a:defRPr kumimoji="1" sz="2000">
          <a:solidFill>
            <a:schemeClr val="tx1"/>
          </a:solidFill>
          <a:latin typeface="+mn-lt"/>
          <a:ea typeface="+mn-ea"/>
        </a:defRPr>
      </a:lvl6pPr>
      <a:lvl7pPr marL="2971800" indent="-228600" algn="l" rtl="0" fontAlgn="base">
        <a:spcBef>
          <a:spcPct val="20000"/>
        </a:spcBef>
        <a:spcAft>
          <a:spcPct val="0"/>
        </a:spcAft>
        <a:buSzPct val="100000"/>
        <a:buChar char="•"/>
        <a:defRPr kumimoji="1" sz="2000">
          <a:solidFill>
            <a:schemeClr val="tx1"/>
          </a:solidFill>
          <a:latin typeface="+mn-lt"/>
          <a:ea typeface="+mn-ea"/>
        </a:defRPr>
      </a:lvl7pPr>
      <a:lvl8pPr marL="3429000" indent="-228600" algn="l" rtl="0" fontAlgn="base">
        <a:spcBef>
          <a:spcPct val="20000"/>
        </a:spcBef>
        <a:spcAft>
          <a:spcPct val="0"/>
        </a:spcAft>
        <a:buSzPct val="100000"/>
        <a:buChar char="•"/>
        <a:defRPr kumimoji="1" sz="2000">
          <a:solidFill>
            <a:schemeClr val="tx1"/>
          </a:solidFill>
          <a:latin typeface="+mn-lt"/>
          <a:ea typeface="+mn-ea"/>
        </a:defRPr>
      </a:lvl8pPr>
      <a:lvl9pPr marL="3886200" indent="-228600" algn="l" rtl="0" fontAlgn="base">
        <a:spcBef>
          <a:spcPct val="20000"/>
        </a:spcBef>
        <a:spcAft>
          <a:spcPct val="0"/>
        </a:spcAft>
        <a:buSzPct val="100000"/>
        <a:buChar char="•"/>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1"/>
          <p:cNvSpPr>
            <a:spLocks noChangeArrowheads="1"/>
          </p:cNvSpPr>
          <p:nvPr userDrawn="1"/>
        </p:nvSpPr>
        <p:spPr bwMode="auto">
          <a:xfrm>
            <a:off x="562708" y="6351588"/>
            <a:ext cx="7526215" cy="74612"/>
          </a:xfrm>
          <a:prstGeom prst="rect">
            <a:avLst/>
          </a:prstGeom>
          <a:gradFill rotWithShape="0">
            <a:gsLst>
              <a:gs pos="0">
                <a:schemeClr val="bg1"/>
              </a:gs>
              <a:gs pos="100000">
                <a:srgbClr val="0000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kumimoji="1" sz="4400" b="1">
                <a:solidFill>
                  <a:srgbClr val="000099"/>
                </a:solidFill>
                <a:latin typeface="標楷體" panose="03000509000000000000" pitchFamily="65" charset="-120"/>
                <a:ea typeface="標楷體" panose="03000509000000000000" pitchFamily="65" charset="-120"/>
              </a:defRPr>
            </a:lvl1pPr>
            <a:lvl2pPr marL="742950" indent="-285750" algn="ctr">
              <a:defRPr kumimoji="1" sz="4400" b="1">
                <a:solidFill>
                  <a:srgbClr val="000099"/>
                </a:solidFill>
                <a:latin typeface="標楷體" panose="03000509000000000000" pitchFamily="65" charset="-120"/>
                <a:ea typeface="標楷體" panose="03000509000000000000" pitchFamily="65" charset="-120"/>
              </a:defRPr>
            </a:lvl2pPr>
            <a:lvl3pPr marL="1143000" indent="-228600" algn="ctr">
              <a:defRPr kumimoji="1" sz="4400" b="1">
                <a:solidFill>
                  <a:srgbClr val="000099"/>
                </a:solidFill>
                <a:latin typeface="標楷體" panose="03000509000000000000" pitchFamily="65" charset="-120"/>
                <a:ea typeface="標楷體" panose="03000509000000000000" pitchFamily="65" charset="-120"/>
              </a:defRPr>
            </a:lvl3pPr>
            <a:lvl4pPr marL="1600200" indent="-228600" algn="ctr">
              <a:defRPr kumimoji="1" sz="4400" b="1">
                <a:solidFill>
                  <a:srgbClr val="000099"/>
                </a:solidFill>
                <a:latin typeface="標楷體" panose="03000509000000000000" pitchFamily="65" charset="-120"/>
                <a:ea typeface="標楷體" panose="03000509000000000000" pitchFamily="65" charset="-120"/>
              </a:defRPr>
            </a:lvl4pPr>
            <a:lvl5pPr marL="2057400" indent="-228600" algn="ctr">
              <a:defRPr kumimoji="1" sz="4400" b="1">
                <a:solidFill>
                  <a:srgbClr val="000099"/>
                </a:solidFill>
                <a:latin typeface="標楷體" panose="03000509000000000000" pitchFamily="65" charset="-120"/>
                <a:ea typeface="標楷體" panose="03000509000000000000" pitchFamily="65" charset="-120"/>
              </a:defRPr>
            </a:lvl5pPr>
            <a:lvl6pPr marL="2514600" indent="-228600" algn="ctr" eaLnBrk="0" fontAlgn="base" hangingPunct="0">
              <a:spcBef>
                <a:spcPct val="0"/>
              </a:spcBef>
              <a:spcAft>
                <a:spcPct val="0"/>
              </a:spcAft>
              <a:defRPr kumimoji="1" sz="4400" b="1">
                <a:solidFill>
                  <a:srgbClr val="000099"/>
                </a:solidFill>
                <a:latin typeface="標楷體" panose="03000509000000000000" pitchFamily="65" charset="-120"/>
                <a:ea typeface="標楷體" panose="03000509000000000000" pitchFamily="65" charset="-120"/>
              </a:defRPr>
            </a:lvl6pPr>
            <a:lvl7pPr marL="2971800" indent="-228600" algn="ctr" eaLnBrk="0" fontAlgn="base" hangingPunct="0">
              <a:spcBef>
                <a:spcPct val="0"/>
              </a:spcBef>
              <a:spcAft>
                <a:spcPct val="0"/>
              </a:spcAft>
              <a:defRPr kumimoji="1" sz="4400" b="1">
                <a:solidFill>
                  <a:srgbClr val="000099"/>
                </a:solidFill>
                <a:latin typeface="標楷體" panose="03000509000000000000" pitchFamily="65" charset="-120"/>
                <a:ea typeface="標楷體" panose="03000509000000000000" pitchFamily="65" charset="-120"/>
              </a:defRPr>
            </a:lvl7pPr>
            <a:lvl8pPr marL="3429000" indent="-228600" algn="ctr" eaLnBrk="0" fontAlgn="base" hangingPunct="0">
              <a:spcBef>
                <a:spcPct val="0"/>
              </a:spcBef>
              <a:spcAft>
                <a:spcPct val="0"/>
              </a:spcAft>
              <a:defRPr kumimoji="1" sz="4400" b="1">
                <a:solidFill>
                  <a:srgbClr val="000099"/>
                </a:solidFill>
                <a:latin typeface="標楷體" panose="03000509000000000000" pitchFamily="65" charset="-120"/>
                <a:ea typeface="標楷體" panose="03000509000000000000" pitchFamily="65" charset="-120"/>
              </a:defRPr>
            </a:lvl8pPr>
            <a:lvl9pPr marL="3886200" indent="-228600" algn="ctr" eaLnBrk="0" fontAlgn="base" hangingPunct="0">
              <a:spcBef>
                <a:spcPct val="0"/>
              </a:spcBef>
              <a:spcAft>
                <a:spcPct val="0"/>
              </a:spcAft>
              <a:defRPr kumimoji="1" sz="4400" b="1">
                <a:solidFill>
                  <a:srgbClr val="000099"/>
                </a:solidFill>
                <a:latin typeface="標楷體" panose="03000509000000000000" pitchFamily="65" charset="-120"/>
                <a:ea typeface="標楷體" panose="03000509000000000000" pitchFamily="65" charset="-120"/>
              </a:defRPr>
            </a:lvl9pPr>
          </a:lstStyle>
          <a:p>
            <a:pPr fontAlgn="base">
              <a:spcBef>
                <a:spcPct val="0"/>
              </a:spcBef>
              <a:spcAft>
                <a:spcPct val="0"/>
              </a:spcAft>
              <a:defRPr/>
            </a:pPr>
            <a:endParaRPr lang="zh-TW" altLang="en-US" sz="4000" smtClean="0">
              <a:solidFill>
                <a:srgbClr val="3333CC"/>
              </a:solidFill>
            </a:endParaRPr>
          </a:p>
        </p:txBody>
      </p:sp>
      <p:sp>
        <p:nvSpPr>
          <p:cNvPr id="1027" name="Rectangle 13"/>
          <p:cNvSpPr>
            <a:spLocks noChangeArrowheads="1"/>
          </p:cNvSpPr>
          <p:nvPr userDrawn="1"/>
        </p:nvSpPr>
        <p:spPr bwMode="auto">
          <a:xfrm>
            <a:off x="1100504" y="1161130"/>
            <a:ext cx="6963508" cy="53975"/>
          </a:xfrm>
          <a:prstGeom prst="rect">
            <a:avLst/>
          </a:prstGeom>
          <a:gradFill rotWithShape="0">
            <a:gsLst>
              <a:gs pos="0">
                <a:srgbClr val="0000FF"/>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kumimoji="1" sz="4400" b="1">
                <a:solidFill>
                  <a:srgbClr val="000099"/>
                </a:solidFill>
                <a:latin typeface="標楷體" panose="03000509000000000000" pitchFamily="65" charset="-120"/>
                <a:ea typeface="標楷體" panose="03000509000000000000" pitchFamily="65" charset="-120"/>
              </a:defRPr>
            </a:lvl1pPr>
            <a:lvl2pPr marL="742950" indent="-285750" algn="ctr">
              <a:defRPr kumimoji="1" sz="4400" b="1">
                <a:solidFill>
                  <a:srgbClr val="000099"/>
                </a:solidFill>
                <a:latin typeface="標楷體" panose="03000509000000000000" pitchFamily="65" charset="-120"/>
                <a:ea typeface="標楷體" panose="03000509000000000000" pitchFamily="65" charset="-120"/>
              </a:defRPr>
            </a:lvl2pPr>
            <a:lvl3pPr marL="1143000" indent="-228600" algn="ctr">
              <a:defRPr kumimoji="1" sz="4400" b="1">
                <a:solidFill>
                  <a:srgbClr val="000099"/>
                </a:solidFill>
                <a:latin typeface="標楷體" panose="03000509000000000000" pitchFamily="65" charset="-120"/>
                <a:ea typeface="標楷體" panose="03000509000000000000" pitchFamily="65" charset="-120"/>
              </a:defRPr>
            </a:lvl3pPr>
            <a:lvl4pPr marL="1600200" indent="-228600" algn="ctr">
              <a:defRPr kumimoji="1" sz="4400" b="1">
                <a:solidFill>
                  <a:srgbClr val="000099"/>
                </a:solidFill>
                <a:latin typeface="標楷體" panose="03000509000000000000" pitchFamily="65" charset="-120"/>
                <a:ea typeface="標楷體" panose="03000509000000000000" pitchFamily="65" charset="-120"/>
              </a:defRPr>
            </a:lvl4pPr>
            <a:lvl5pPr marL="2057400" indent="-228600" algn="ctr">
              <a:defRPr kumimoji="1" sz="4400" b="1">
                <a:solidFill>
                  <a:srgbClr val="000099"/>
                </a:solidFill>
                <a:latin typeface="標楷體" panose="03000509000000000000" pitchFamily="65" charset="-120"/>
                <a:ea typeface="標楷體" panose="03000509000000000000" pitchFamily="65" charset="-120"/>
              </a:defRPr>
            </a:lvl5pPr>
            <a:lvl6pPr marL="2514600" indent="-228600" algn="ctr" eaLnBrk="0" fontAlgn="base" hangingPunct="0">
              <a:spcBef>
                <a:spcPct val="0"/>
              </a:spcBef>
              <a:spcAft>
                <a:spcPct val="0"/>
              </a:spcAft>
              <a:defRPr kumimoji="1" sz="4400" b="1">
                <a:solidFill>
                  <a:srgbClr val="000099"/>
                </a:solidFill>
                <a:latin typeface="標楷體" panose="03000509000000000000" pitchFamily="65" charset="-120"/>
                <a:ea typeface="標楷體" panose="03000509000000000000" pitchFamily="65" charset="-120"/>
              </a:defRPr>
            </a:lvl6pPr>
            <a:lvl7pPr marL="2971800" indent="-228600" algn="ctr" eaLnBrk="0" fontAlgn="base" hangingPunct="0">
              <a:spcBef>
                <a:spcPct val="0"/>
              </a:spcBef>
              <a:spcAft>
                <a:spcPct val="0"/>
              </a:spcAft>
              <a:defRPr kumimoji="1" sz="4400" b="1">
                <a:solidFill>
                  <a:srgbClr val="000099"/>
                </a:solidFill>
                <a:latin typeface="標楷體" panose="03000509000000000000" pitchFamily="65" charset="-120"/>
                <a:ea typeface="標楷體" panose="03000509000000000000" pitchFamily="65" charset="-120"/>
              </a:defRPr>
            </a:lvl7pPr>
            <a:lvl8pPr marL="3429000" indent="-228600" algn="ctr" eaLnBrk="0" fontAlgn="base" hangingPunct="0">
              <a:spcBef>
                <a:spcPct val="0"/>
              </a:spcBef>
              <a:spcAft>
                <a:spcPct val="0"/>
              </a:spcAft>
              <a:defRPr kumimoji="1" sz="4400" b="1">
                <a:solidFill>
                  <a:srgbClr val="000099"/>
                </a:solidFill>
                <a:latin typeface="標楷體" panose="03000509000000000000" pitchFamily="65" charset="-120"/>
                <a:ea typeface="標楷體" panose="03000509000000000000" pitchFamily="65" charset="-120"/>
              </a:defRPr>
            </a:lvl8pPr>
            <a:lvl9pPr marL="3886200" indent="-228600" algn="ctr" eaLnBrk="0" fontAlgn="base" hangingPunct="0">
              <a:spcBef>
                <a:spcPct val="0"/>
              </a:spcBef>
              <a:spcAft>
                <a:spcPct val="0"/>
              </a:spcAft>
              <a:defRPr kumimoji="1" sz="4400" b="1">
                <a:solidFill>
                  <a:srgbClr val="000099"/>
                </a:solidFill>
                <a:latin typeface="標楷體" panose="03000509000000000000" pitchFamily="65" charset="-120"/>
                <a:ea typeface="標楷體" panose="03000509000000000000" pitchFamily="65" charset="-120"/>
              </a:defRPr>
            </a:lvl9pPr>
          </a:lstStyle>
          <a:p>
            <a:pPr fontAlgn="base">
              <a:spcBef>
                <a:spcPct val="0"/>
              </a:spcBef>
              <a:spcAft>
                <a:spcPct val="0"/>
              </a:spcAft>
              <a:defRPr/>
            </a:pPr>
            <a:endParaRPr lang="zh-TW" altLang="en-US" sz="4000" smtClean="0">
              <a:solidFill>
                <a:srgbClr val="3333CC"/>
              </a:solidFill>
            </a:endParaRPr>
          </a:p>
        </p:txBody>
      </p:sp>
      <p:sp>
        <p:nvSpPr>
          <p:cNvPr id="1040" name="Rectangle 16"/>
          <p:cNvSpPr>
            <a:spLocks noGrp="1" noChangeArrowheads="1"/>
          </p:cNvSpPr>
          <p:nvPr>
            <p:ph type="sldNum" sz="quarter" idx="4"/>
          </p:nvPr>
        </p:nvSpPr>
        <p:spPr bwMode="auto">
          <a:xfrm>
            <a:off x="8343901" y="6483350"/>
            <a:ext cx="706315" cy="2174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b="0">
                <a:solidFill>
                  <a:schemeClr val="tx1"/>
                </a:solidFill>
                <a:latin typeface="Times New Roman" pitchFamily="18" charset="0"/>
                <a:ea typeface="新細明體" pitchFamily="18" charset="-120"/>
              </a:defRPr>
            </a:lvl1pPr>
          </a:lstStyle>
          <a:p>
            <a:pPr fontAlgn="base">
              <a:spcBef>
                <a:spcPct val="0"/>
              </a:spcBef>
              <a:spcAft>
                <a:spcPct val="0"/>
              </a:spcAft>
            </a:pPr>
            <a:fld id="{F0234810-ED99-44CB-A220-C3DB99C325B5}" type="slidenum">
              <a:rPr kumimoji="1" lang="en-US" altLang="zh-TW">
                <a:solidFill>
                  <a:srgbClr val="000000"/>
                </a:solidFill>
              </a:rPr>
              <a:pPr fontAlgn="base">
                <a:spcBef>
                  <a:spcPct val="0"/>
                </a:spcBef>
                <a:spcAft>
                  <a:spcPct val="0"/>
                </a:spcAft>
              </a:pPr>
              <a:t>‹#›</a:t>
            </a:fld>
            <a:endParaRPr kumimoji="1" lang="en-US" altLang="zh-TW">
              <a:solidFill>
                <a:srgbClr val="000000"/>
              </a:solidFill>
            </a:endParaRPr>
          </a:p>
        </p:txBody>
      </p:sp>
      <p:pic>
        <p:nvPicPr>
          <p:cNvPr id="1029" name="圖片 5"/>
          <p:cNvPicPr>
            <a:picLocks noChangeAspect="1"/>
          </p:cNvPicPr>
          <p:nvPr userDrawn="1"/>
        </p:nvPicPr>
        <p:blipFill>
          <a:blip r:embed="rId15" cstate="print"/>
          <a:srcRect/>
          <a:stretch>
            <a:fillRect/>
          </a:stretch>
        </p:blipFill>
        <p:spPr bwMode="auto">
          <a:xfrm>
            <a:off x="2250831" y="6457951"/>
            <a:ext cx="4780085" cy="320675"/>
          </a:xfrm>
          <a:prstGeom prst="rect">
            <a:avLst/>
          </a:prstGeom>
          <a:noFill/>
          <a:ln w="9525">
            <a:noFill/>
            <a:miter lim="800000"/>
            <a:headEnd/>
            <a:tailEnd/>
          </a:ln>
        </p:spPr>
      </p:pic>
    </p:spTree>
    <p:extLst>
      <p:ext uri="{BB962C8B-B14F-4D97-AF65-F5344CB8AC3E}">
        <p14:creationId xmlns:p14="http://schemas.microsoft.com/office/powerpoint/2010/main" val="167458834"/>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Lst>
  <p:timing>
    <p:tnLst>
      <p:par>
        <p:cTn id="1" dur="indefinite" restart="never" nodeType="tmRoot"/>
      </p:par>
    </p:tnLst>
  </p:timing>
  <p:hf hdr="0" ftr="0" dt="0"/>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p:titleStyle>
    <p:bodyStyle>
      <a:lvl1pPr marL="342900" indent="-342900" algn="l" rtl="0" eaLnBrk="0" fontAlgn="base" hangingPunct="0">
        <a:spcBef>
          <a:spcPct val="20000"/>
        </a:spcBef>
        <a:spcAft>
          <a:spcPct val="0"/>
        </a:spcAft>
        <a:buSzPct val="100000"/>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SzPct val="100000"/>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100000"/>
        <a:buChar char="•"/>
        <a:defRPr kumimoji="1" sz="2400">
          <a:solidFill>
            <a:schemeClr val="tx1"/>
          </a:solidFill>
          <a:latin typeface="+mn-lt"/>
          <a:ea typeface="+mn-ea"/>
        </a:defRPr>
      </a:lvl3pPr>
      <a:lvl4pPr marL="1600200" indent="-228600" algn="l" rtl="0" eaLnBrk="0" fontAlgn="base" hangingPunct="0">
        <a:spcBef>
          <a:spcPct val="20000"/>
        </a:spcBef>
        <a:spcAft>
          <a:spcPct val="0"/>
        </a:spcAft>
        <a:buSzPct val="100000"/>
        <a:buChar char="–"/>
        <a:defRPr kumimoji="1" sz="2000">
          <a:solidFill>
            <a:schemeClr val="tx1"/>
          </a:solidFill>
          <a:latin typeface="+mn-lt"/>
          <a:ea typeface="+mn-ea"/>
        </a:defRPr>
      </a:lvl4pPr>
      <a:lvl5pPr marL="2057400" indent="-228600" algn="l" rtl="0" eaLnBrk="0" fontAlgn="base" hangingPunct="0">
        <a:spcBef>
          <a:spcPct val="20000"/>
        </a:spcBef>
        <a:spcAft>
          <a:spcPct val="0"/>
        </a:spcAft>
        <a:buSzPct val="100000"/>
        <a:buChar char="•"/>
        <a:defRPr kumimoji="1" sz="2000">
          <a:solidFill>
            <a:schemeClr val="tx1"/>
          </a:solidFill>
          <a:latin typeface="+mn-lt"/>
          <a:ea typeface="+mn-ea"/>
        </a:defRPr>
      </a:lvl5pPr>
      <a:lvl6pPr marL="2514600" indent="-228600" algn="l" rtl="0" fontAlgn="base">
        <a:spcBef>
          <a:spcPct val="20000"/>
        </a:spcBef>
        <a:spcAft>
          <a:spcPct val="0"/>
        </a:spcAft>
        <a:buSzPct val="100000"/>
        <a:buChar char="•"/>
        <a:defRPr kumimoji="1" sz="2000">
          <a:solidFill>
            <a:schemeClr val="tx1"/>
          </a:solidFill>
          <a:latin typeface="+mn-lt"/>
          <a:ea typeface="+mn-ea"/>
        </a:defRPr>
      </a:lvl6pPr>
      <a:lvl7pPr marL="2971800" indent="-228600" algn="l" rtl="0" fontAlgn="base">
        <a:spcBef>
          <a:spcPct val="20000"/>
        </a:spcBef>
        <a:spcAft>
          <a:spcPct val="0"/>
        </a:spcAft>
        <a:buSzPct val="100000"/>
        <a:buChar char="•"/>
        <a:defRPr kumimoji="1" sz="2000">
          <a:solidFill>
            <a:schemeClr val="tx1"/>
          </a:solidFill>
          <a:latin typeface="+mn-lt"/>
          <a:ea typeface="+mn-ea"/>
        </a:defRPr>
      </a:lvl7pPr>
      <a:lvl8pPr marL="3429000" indent="-228600" algn="l" rtl="0" fontAlgn="base">
        <a:spcBef>
          <a:spcPct val="20000"/>
        </a:spcBef>
        <a:spcAft>
          <a:spcPct val="0"/>
        </a:spcAft>
        <a:buSzPct val="100000"/>
        <a:buChar char="•"/>
        <a:defRPr kumimoji="1" sz="2000">
          <a:solidFill>
            <a:schemeClr val="tx1"/>
          </a:solidFill>
          <a:latin typeface="+mn-lt"/>
          <a:ea typeface="+mn-ea"/>
        </a:defRPr>
      </a:lvl8pPr>
      <a:lvl9pPr marL="3886200" indent="-228600" algn="l" rtl="0" fontAlgn="base">
        <a:spcBef>
          <a:spcPct val="20000"/>
        </a:spcBef>
        <a:spcAft>
          <a:spcPct val="0"/>
        </a:spcAft>
        <a:buSzPct val="100000"/>
        <a:buChar char="•"/>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80.png"/></Relationships>
</file>

<file path=ppt/slides/_rels/slide7.xml.rels><?xml version="1.0" encoding="UTF-8" standalone="yes"?>
<Relationships xmlns="http://schemas.openxmlformats.org/package/2006/relationships"><Relationship Id="rId3" Type="http://schemas.openxmlformats.org/officeDocument/2006/relationships/hyperlink" Target="https://data.gov.tw/status/agency"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8.xml.rels><?xml version="1.0" encoding="UTF-8" standalone="yes"?>
<Relationships xmlns="http://schemas.openxmlformats.org/package/2006/relationships"><Relationship Id="rId2" Type="http://schemas.openxmlformats.org/officeDocument/2006/relationships/hyperlink" Target="https://data.gov.tw/statistics/datasets?page=0&amp;sort=desc&amp;order=%E7%80%8F%E8%A6%BD%E6%AC%A1%E6%95%B8"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data.gov.tw/statistics/datasets?page=0&amp;sort=desc&amp;order=%E4%B8%8B%E8%BC%89%E6%AC%A1%E6%95%B8"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hyperlink" Target="https://data.gov.tw/suggests" TargetMode="External"/><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 Id="rId9" Type="http://schemas.openxmlformats.org/officeDocument/2006/relationships/hyperlink" Target="https://data.gov.tw/comments"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90.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png"/><Relationship Id="rId7"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8" Type="http://schemas.openxmlformats.org/officeDocument/2006/relationships/hyperlink" Target="https://pop-proj.ndc.gov.tw/index.aspx" TargetMode="External"/><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50.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60.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1.jpe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圖片 1"/>
          <p:cNvPicPr>
            <a:picLocks noChangeAspect="1"/>
          </p:cNvPicPr>
          <p:nvPr/>
        </p:nvPicPr>
        <p:blipFill>
          <a:blip r:embed="rId3">
            <a:lum bright="70000" contrast="-70000"/>
          </a:blip>
          <a:stretch>
            <a:fillRect/>
          </a:stretch>
        </p:blipFill>
        <p:spPr>
          <a:xfrm>
            <a:off x="0" y="112469"/>
            <a:ext cx="5316745" cy="5275045"/>
          </a:xfrm>
          <a:prstGeom prst="rect">
            <a:avLst/>
          </a:prstGeom>
        </p:spPr>
      </p:pic>
      <p:sp>
        <p:nvSpPr>
          <p:cNvPr id="4099" name="Rectangle 3"/>
          <p:cNvSpPr>
            <a:spLocks noGrp="1" noChangeArrowheads="1"/>
          </p:cNvSpPr>
          <p:nvPr>
            <p:ph type="subTitle" idx="1"/>
          </p:nvPr>
        </p:nvSpPr>
        <p:spPr bwMode="auto">
          <a:xfrm>
            <a:off x="1547664" y="4293096"/>
            <a:ext cx="6169269" cy="1714500"/>
          </a:xfrm>
          <a:noFill/>
          <a:ln w="12700">
            <a:miter lim="800000"/>
            <a:headEnd/>
            <a:tailEnd/>
          </a:ln>
        </p:spPr>
        <p:txBody>
          <a:bodyPr vert="horz" wrap="square" lIns="90488" tIns="44450" rIns="90488" bIns="44450" numCol="1" anchor="t" anchorCtr="0" compatLnSpc="1">
            <a:prstTxWarp prst="textNoShape">
              <a:avLst/>
            </a:prstTxWarp>
          </a:bodyPr>
          <a:lstStyle/>
          <a:p>
            <a:pPr marL="342900" indent="-342900" eaLnBrk="1" hangingPunct="1"/>
            <a:r>
              <a:rPr lang="zh-TW" altLang="en-US" sz="2800" b="1" dirty="0" smtClean="0">
                <a:solidFill>
                  <a:srgbClr val="000099"/>
                </a:solidFill>
                <a:latin typeface="微軟正黑體" panose="020B0604030504040204" pitchFamily="34" charset="-120"/>
                <a:ea typeface="微軟正黑體" panose="020B0604030504040204" pitchFamily="34" charset="-120"/>
                <a:cs typeface="Times" pitchFamily="18" charset="0"/>
              </a:rPr>
              <a:t>資訊管理處</a:t>
            </a:r>
            <a:endParaRPr lang="en-US" altLang="zh-TW" sz="2800" b="1" dirty="0" smtClean="0">
              <a:solidFill>
                <a:srgbClr val="000099"/>
              </a:solidFill>
              <a:latin typeface="微軟正黑體" panose="020B0604030504040204" pitchFamily="34" charset="-120"/>
              <a:ea typeface="微軟正黑體" panose="020B0604030504040204" pitchFamily="34" charset="-120"/>
              <a:cs typeface="Times" pitchFamily="18" charset="0"/>
            </a:endParaRPr>
          </a:p>
          <a:p>
            <a:pPr marL="342900" indent="-342900" eaLnBrk="1" hangingPunct="1"/>
            <a:r>
              <a:rPr lang="en-US" altLang="zh-TW" sz="2800" b="1" dirty="0" smtClean="0">
                <a:solidFill>
                  <a:srgbClr val="000099"/>
                </a:solidFill>
                <a:latin typeface="微軟正黑體" panose="020B0604030504040204" pitchFamily="34" charset="-120"/>
                <a:ea typeface="微軟正黑體" panose="020B0604030504040204" pitchFamily="34" charset="-120"/>
                <a:cs typeface="Times" pitchFamily="18" charset="0"/>
              </a:rPr>
              <a:t>108</a:t>
            </a:r>
            <a:r>
              <a:rPr lang="zh-TW" altLang="en-US" sz="2800" b="1" dirty="0" smtClean="0">
                <a:solidFill>
                  <a:srgbClr val="000099"/>
                </a:solidFill>
                <a:latin typeface="微軟正黑體" panose="020B0604030504040204" pitchFamily="34" charset="-120"/>
                <a:ea typeface="微軟正黑體" panose="020B0604030504040204" pitchFamily="34" charset="-120"/>
                <a:cs typeface="Times" pitchFamily="18" charset="0"/>
              </a:rPr>
              <a:t>年</a:t>
            </a:r>
            <a:r>
              <a:rPr lang="en-US" altLang="zh-TW" sz="2800" b="1" dirty="0" smtClean="0">
                <a:solidFill>
                  <a:srgbClr val="000099"/>
                </a:solidFill>
                <a:latin typeface="微軟正黑體" panose="020B0604030504040204" pitchFamily="34" charset="-120"/>
                <a:ea typeface="微軟正黑體" panose="020B0604030504040204" pitchFamily="34" charset="-120"/>
                <a:cs typeface="Times" pitchFamily="18" charset="0"/>
              </a:rPr>
              <a:t>5</a:t>
            </a:r>
            <a:r>
              <a:rPr lang="zh-TW" altLang="en-US" sz="2800" b="1" dirty="0" smtClean="0">
                <a:solidFill>
                  <a:srgbClr val="000099"/>
                </a:solidFill>
                <a:latin typeface="微軟正黑體" panose="020B0604030504040204" pitchFamily="34" charset="-120"/>
                <a:ea typeface="微軟正黑體" panose="020B0604030504040204" pitchFamily="34" charset="-120"/>
                <a:cs typeface="Times" pitchFamily="18" charset="0"/>
              </a:rPr>
              <a:t>月</a:t>
            </a:r>
            <a:r>
              <a:rPr lang="en-US" altLang="zh-TW" sz="2800" b="1" dirty="0" smtClean="0">
                <a:solidFill>
                  <a:srgbClr val="000099"/>
                </a:solidFill>
                <a:latin typeface="微軟正黑體" panose="020B0604030504040204" pitchFamily="34" charset="-120"/>
                <a:ea typeface="微軟正黑體" panose="020B0604030504040204" pitchFamily="34" charset="-120"/>
                <a:cs typeface="Times" pitchFamily="18" charset="0"/>
              </a:rPr>
              <a:t>27</a:t>
            </a:r>
            <a:r>
              <a:rPr lang="zh-TW" altLang="en-US" sz="2800" b="1" dirty="0" smtClean="0">
                <a:solidFill>
                  <a:srgbClr val="000099"/>
                </a:solidFill>
                <a:latin typeface="微軟正黑體" panose="020B0604030504040204" pitchFamily="34" charset="-120"/>
                <a:ea typeface="微軟正黑體" panose="020B0604030504040204" pitchFamily="34" charset="-120"/>
                <a:cs typeface="Times" pitchFamily="18" charset="0"/>
              </a:rPr>
              <a:t>日</a:t>
            </a:r>
          </a:p>
        </p:txBody>
      </p:sp>
      <p:sp>
        <p:nvSpPr>
          <p:cNvPr id="5" name="文字方塊 5"/>
          <p:cNvSpPr txBox="1">
            <a:spLocks noChangeArrowheads="1"/>
          </p:cNvSpPr>
          <p:nvPr/>
        </p:nvSpPr>
        <p:spPr bwMode="auto">
          <a:xfrm>
            <a:off x="483179" y="2088273"/>
            <a:ext cx="8164807" cy="1323439"/>
          </a:xfrm>
          <a:prstGeom prst="rect">
            <a:avLst/>
          </a:prstGeom>
          <a:noFill/>
          <a:ln w="9525">
            <a:noFill/>
            <a:miter lim="800000"/>
            <a:headEnd/>
            <a:tailEnd/>
          </a:ln>
        </p:spPr>
        <p:txBody>
          <a:bodyPr wrap="square">
            <a:spAutoFit/>
          </a:bodyPr>
          <a:lstStyle/>
          <a:p>
            <a:pPr algn="ctr" eaLnBrk="0" fontAlgn="base" hangingPunct="0">
              <a:spcBef>
                <a:spcPct val="0"/>
              </a:spcBef>
              <a:spcAft>
                <a:spcPct val="0"/>
              </a:spcAft>
            </a:pPr>
            <a:r>
              <a:rPr kumimoji="1" lang="zh-TW" altLang="en-US" sz="4000" b="1" dirty="0" smtClean="0">
                <a:solidFill>
                  <a:srgbClr val="000099"/>
                </a:solidFill>
                <a:latin typeface="微軟正黑體" panose="020B0604030504040204" pitchFamily="34" charset="-120"/>
                <a:ea typeface="微軟正黑體" panose="020B0604030504040204" pitchFamily="34" charset="-120"/>
                <a:cs typeface="Times" panose="02020603050405020304" pitchFamily="18" charset="0"/>
              </a:rPr>
              <a:t>國家發展委員會資料</a:t>
            </a:r>
            <a:r>
              <a:rPr kumimoji="1" lang="zh-TW" altLang="en-US" sz="4000" b="1" dirty="0">
                <a:solidFill>
                  <a:srgbClr val="000099"/>
                </a:solidFill>
                <a:latin typeface="微軟正黑體" panose="020B0604030504040204" pitchFamily="34" charset="-120"/>
                <a:ea typeface="微軟正黑體" panose="020B0604030504040204" pitchFamily="34" charset="-120"/>
                <a:cs typeface="Times" panose="02020603050405020304" pitchFamily="18" charset="0"/>
              </a:rPr>
              <a:t>開放諮詢</a:t>
            </a:r>
            <a:r>
              <a:rPr kumimoji="1" lang="zh-TW" altLang="en-US" sz="4000" b="1" dirty="0" smtClean="0">
                <a:solidFill>
                  <a:srgbClr val="000099"/>
                </a:solidFill>
                <a:latin typeface="微軟正黑體" panose="020B0604030504040204" pitchFamily="34" charset="-120"/>
                <a:ea typeface="微軟正黑體" panose="020B0604030504040204" pitchFamily="34" charset="-120"/>
                <a:cs typeface="Times" panose="02020603050405020304" pitchFamily="18" charset="0"/>
              </a:rPr>
              <a:t>小組</a:t>
            </a:r>
            <a:r>
              <a:rPr kumimoji="1" lang="en-US" altLang="zh-TW" sz="4000" b="1" dirty="0" smtClean="0">
                <a:solidFill>
                  <a:srgbClr val="000099"/>
                </a:solidFill>
                <a:latin typeface="微軟正黑體" panose="020B0604030504040204" pitchFamily="34" charset="-120"/>
                <a:ea typeface="微軟正黑體" panose="020B0604030504040204" pitchFamily="34" charset="-120"/>
                <a:cs typeface="Times" panose="02020603050405020304" pitchFamily="18" charset="0"/>
              </a:rPr>
              <a:t>108</a:t>
            </a:r>
            <a:r>
              <a:rPr kumimoji="1" lang="zh-TW" altLang="en-US" sz="4000" b="1" dirty="0" smtClean="0">
                <a:solidFill>
                  <a:srgbClr val="000099"/>
                </a:solidFill>
                <a:latin typeface="微軟正黑體" panose="020B0604030504040204" pitchFamily="34" charset="-120"/>
                <a:ea typeface="微軟正黑體" panose="020B0604030504040204" pitchFamily="34" charset="-120"/>
                <a:cs typeface="Times" panose="02020603050405020304" pitchFamily="18" charset="0"/>
              </a:rPr>
              <a:t>年度第</a:t>
            </a:r>
            <a:r>
              <a:rPr kumimoji="1" lang="en-US" altLang="zh-TW" sz="4000" b="1" dirty="0" smtClean="0">
                <a:solidFill>
                  <a:srgbClr val="000099"/>
                </a:solidFill>
                <a:latin typeface="微軟正黑體" panose="020B0604030504040204" pitchFamily="34" charset="-120"/>
                <a:ea typeface="微軟正黑體" panose="020B0604030504040204" pitchFamily="34" charset="-120"/>
                <a:cs typeface="Times" panose="02020603050405020304" pitchFamily="18" charset="0"/>
              </a:rPr>
              <a:t>1</a:t>
            </a:r>
            <a:r>
              <a:rPr kumimoji="1" lang="zh-TW" altLang="en-US" sz="4000" b="1" dirty="0" smtClean="0">
                <a:solidFill>
                  <a:srgbClr val="000099"/>
                </a:solidFill>
                <a:latin typeface="微軟正黑體" panose="020B0604030504040204" pitchFamily="34" charset="-120"/>
                <a:ea typeface="微軟正黑體" panose="020B0604030504040204" pitchFamily="34" charset="-120"/>
                <a:cs typeface="Times" panose="02020603050405020304" pitchFamily="18" charset="0"/>
              </a:rPr>
              <a:t>次會議</a:t>
            </a:r>
            <a:endParaRPr kumimoji="1" lang="en-US" altLang="zh-TW" sz="4000" b="1" dirty="0" smtClean="0">
              <a:solidFill>
                <a:srgbClr val="000099"/>
              </a:solidFill>
              <a:latin typeface="微軟正黑體" panose="020B0604030504040204" pitchFamily="34" charset="-120"/>
              <a:ea typeface="微軟正黑體" panose="020B0604030504040204" pitchFamily="34" charset="-120"/>
              <a:cs typeface="Times" panose="02020603050405020304" pitchFamily="18" charset="0"/>
            </a:endParaRPr>
          </a:p>
        </p:txBody>
      </p:sp>
      <p:sp>
        <p:nvSpPr>
          <p:cNvPr id="3" name="投影片編號版面配置區 2"/>
          <p:cNvSpPr>
            <a:spLocks noGrp="1"/>
          </p:cNvSpPr>
          <p:nvPr>
            <p:ph type="sldNum" sz="quarter" idx="10"/>
          </p:nvPr>
        </p:nvSpPr>
        <p:spPr/>
        <p:txBody>
          <a:bodyPr/>
          <a:lstStyle/>
          <a:p>
            <a:fld id="{7D2482D3-2F6B-4BC9-8197-F5C0F2E18EF8}" type="slidenum">
              <a:rPr lang="en-US" altLang="zh-TW" smtClean="0">
                <a:solidFill>
                  <a:srgbClr val="000000"/>
                </a:solidFill>
              </a:rPr>
              <a:pPr/>
              <a:t>1</a:t>
            </a:fld>
            <a:endParaRPr lang="en-US" altLang="zh-TW">
              <a:solidFill>
                <a:srgbClr val="000000"/>
              </a:solidFill>
            </a:endParaRPr>
          </a:p>
        </p:txBody>
      </p:sp>
      <p:pic>
        <p:nvPicPr>
          <p:cNvPr id="7" name="圖片 6"/>
          <p:cNvPicPr>
            <a:picLocks noChangeAspect="1"/>
          </p:cNvPicPr>
          <p:nvPr/>
        </p:nvPicPr>
        <p:blipFill>
          <a:blip r:embed="rId4"/>
          <a:stretch>
            <a:fillRect/>
          </a:stretch>
        </p:blipFill>
        <p:spPr>
          <a:xfrm>
            <a:off x="899592" y="6200775"/>
            <a:ext cx="7581900" cy="657225"/>
          </a:xfrm>
          <a:prstGeom prst="rect">
            <a:avLst/>
          </a:prstGeom>
        </p:spPr>
      </p:pic>
    </p:spTree>
    <p:extLst>
      <p:ext uri="{BB962C8B-B14F-4D97-AF65-F5344CB8AC3E}">
        <p14:creationId xmlns:p14="http://schemas.microsoft.com/office/powerpoint/2010/main" val="93321773"/>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922114"/>
          </a:xfrm>
        </p:spPr>
        <p:txBody>
          <a:bodyPr/>
          <a:lstStyle/>
          <a:p>
            <a:r>
              <a:rPr lang="zh-TW" altLang="en-US" dirty="0" smtClean="0"/>
              <a:t>議  程</a:t>
            </a:r>
            <a:endParaRPr lang="zh-TW" altLang="en-US" dirty="0"/>
          </a:p>
        </p:txBody>
      </p:sp>
      <p:sp>
        <p:nvSpPr>
          <p:cNvPr id="4" name="投影片編號版面配置區 3"/>
          <p:cNvSpPr>
            <a:spLocks noGrp="1"/>
          </p:cNvSpPr>
          <p:nvPr>
            <p:ph type="sldNum" sz="quarter" idx="10"/>
          </p:nvPr>
        </p:nvSpPr>
        <p:spPr/>
        <p:txBody>
          <a:bodyPr/>
          <a:lstStyle/>
          <a:p>
            <a:fld id="{3AE53AB2-F19A-4BD0-B915-C2175D5F5FF6}" type="slidenum">
              <a:rPr lang="en-US" altLang="zh-TW" smtClean="0">
                <a:solidFill>
                  <a:srgbClr val="000000"/>
                </a:solidFill>
              </a:rPr>
              <a:pPr/>
              <a:t>2</a:t>
            </a:fld>
            <a:endParaRPr lang="en-US" altLang="zh-TW" dirty="0">
              <a:solidFill>
                <a:srgbClr val="000000"/>
              </a:solidFill>
            </a:endParaRPr>
          </a:p>
        </p:txBody>
      </p:sp>
      <p:graphicFrame>
        <p:nvGraphicFramePr>
          <p:cNvPr id="5" name="內容版面配置區 4"/>
          <p:cNvGraphicFramePr>
            <a:graphicFrameLocks noGrp="1"/>
          </p:cNvGraphicFramePr>
          <p:nvPr>
            <p:ph idx="1"/>
            <p:extLst>
              <p:ext uri="{D42A27DB-BD31-4B8C-83A1-F6EECF244321}">
                <p14:modId xmlns:p14="http://schemas.microsoft.com/office/powerpoint/2010/main" val="2500600430"/>
              </p:ext>
            </p:extLst>
          </p:nvPr>
        </p:nvGraphicFramePr>
        <p:xfrm>
          <a:off x="971600" y="1179901"/>
          <a:ext cx="7643192" cy="549060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5253718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3">
            <a:lum bright="70000" contrast="-70000"/>
          </a:blip>
          <a:stretch>
            <a:fillRect/>
          </a:stretch>
        </p:blipFill>
        <p:spPr>
          <a:xfrm>
            <a:off x="35496" y="1"/>
            <a:ext cx="2657757" cy="2636912"/>
          </a:xfrm>
          <a:prstGeom prst="rect">
            <a:avLst/>
          </a:prstGeom>
        </p:spPr>
      </p:pic>
      <p:sp>
        <p:nvSpPr>
          <p:cNvPr id="3" name="投影片編號版面配置區 2"/>
          <p:cNvSpPr>
            <a:spLocks noGrp="1"/>
          </p:cNvSpPr>
          <p:nvPr>
            <p:ph type="sldNum" sz="quarter" idx="10"/>
          </p:nvPr>
        </p:nvSpPr>
        <p:spPr/>
        <p:txBody>
          <a:bodyPr/>
          <a:lstStyle/>
          <a:p>
            <a:fld id="{7D2482D3-2F6B-4BC9-8197-F5C0F2E18EF8}" type="slidenum">
              <a:rPr lang="en-US" altLang="zh-TW" smtClean="0">
                <a:solidFill>
                  <a:srgbClr val="000000"/>
                </a:solidFill>
              </a:rPr>
              <a:pPr/>
              <a:t>3</a:t>
            </a:fld>
            <a:endParaRPr lang="en-US" altLang="zh-TW">
              <a:solidFill>
                <a:srgbClr val="000000"/>
              </a:solidFill>
            </a:endParaRPr>
          </a:p>
        </p:txBody>
      </p:sp>
      <p:sp>
        <p:nvSpPr>
          <p:cNvPr id="10" name="標題 1"/>
          <p:cNvSpPr txBox="1">
            <a:spLocks/>
          </p:cNvSpPr>
          <p:nvPr/>
        </p:nvSpPr>
        <p:spPr>
          <a:xfrm>
            <a:off x="1129336" y="2682054"/>
            <a:ext cx="7920880" cy="720080"/>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zh-TW" altLang="en-US" kern="0" dirty="0" smtClean="0"/>
              <a:t>貮、</a:t>
            </a:r>
            <a:r>
              <a:rPr lang="zh-TW" altLang="en-US" kern="0" dirty="0"/>
              <a:t>歷次會議決議</a:t>
            </a:r>
            <a:r>
              <a:rPr lang="zh-TW" altLang="en-US" kern="0" dirty="0" smtClean="0"/>
              <a:t>事項辦理</a:t>
            </a:r>
            <a:r>
              <a:rPr lang="zh-TW" altLang="en-US" kern="0" dirty="0"/>
              <a:t>情形</a:t>
            </a:r>
          </a:p>
        </p:txBody>
      </p:sp>
    </p:spTree>
    <p:extLst>
      <p:ext uri="{BB962C8B-B14F-4D97-AF65-F5344CB8AC3E}">
        <p14:creationId xmlns:p14="http://schemas.microsoft.com/office/powerpoint/2010/main" val="2513137460"/>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內容版面配置區 4"/>
          <p:cNvGraphicFramePr>
            <a:graphicFrameLocks noGrp="1"/>
          </p:cNvGraphicFramePr>
          <p:nvPr>
            <p:ph idx="1"/>
            <p:extLst>
              <p:ext uri="{D42A27DB-BD31-4B8C-83A1-F6EECF244321}">
                <p14:modId xmlns:p14="http://schemas.microsoft.com/office/powerpoint/2010/main" val="3414814079"/>
              </p:ext>
            </p:extLst>
          </p:nvPr>
        </p:nvGraphicFramePr>
        <p:xfrm>
          <a:off x="205696" y="803636"/>
          <a:ext cx="8712968" cy="5616682"/>
        </p:xfrm>
        <a:graphic>
          <a:graphicData uri="http://schemas.openxmlformats.org/drawingml/2006/table">
            <a:tbl>
              <a:tblPr firstRow="1" bandRow="1">
                <a:tableStyleId>{93296810-A885-4BE3-A3E7-6D5BEEA58F35}</a:tableStyleId>
              </a:tblPr>
              <a:tblGrid>
                <a:gridCol w="4006264"/>
                <a:gridCol w="4706704"/>
              </a:tblGrid>
              <a:tr h="540108">
                <a:tc>
                  <a:txBody>
                    <a:bodyPr/>
                    <a:lstStyle/>
                    <a:p>
                      <a:pPr algn="ctr"/>
                      <a:r>
                        <a:rPr lang="zh-TW" altLang="en-US" sz="2400" b="1" kern="1200" dirty="0" smtClean="0">
                          <a:solidFill>
                            <a:schemeClr val="lt1"/>
                          </a:solidFill>
                          <a:effectLst/>
                          <a:latin typeface="標楷體" panose="03000509000000000000" pitchFamily="65" charset="-120"/>
                          <a:ea typeface="標楷體" panose="03000509000000000000" pitchFamily="65" charset="-120"/>
                          <a:cs typeface="+mn-cs"/>
                        </a:rPr>
                        <a:t>前次</a:t>
                      </a:r>
                      <a:r>
                        <a:rPr lang="zh-TW" altLang="zh-TW" sz="2400" b="1" kern="1200" dirty="0" smtClean="0">
                          <a:solidFill>
                            <a:schemeClr val="lt1"/>
                          </a:solidFill>
                          <a:effectLst/>
                          <a:latin typeface="標楷體" panose="03000509000000000000" pitchFamily="65" charset="-120"/>
                          <a:ea typeface="標楷體" panose="03000509000000000000" pitchFamily="65" charset="-120"/>
                          <a:cs typeface="+mn-cs"/>
                        </a:rPr>
                        <a:t>會議決議</a:t>
                      </a:r>
                      <a:r>
                        <a:rPr lang="zh-TW" altLang="en-US" sz="2400" b="1" kern="1200" dirty="0" smtClean="0">
                          <a:solidFill>
                            <a:schemeClr val="lt1"/>
                          </a:solidFill>
                          <a:effectLst/>
                          <a:latin typeface="標楷體" panose="03000509000000000000" pitchFamily="65" charset="-120"/>
                          <a:ea typeface="標楷體" panose="03000509000000000000" pitchFamily="65" charset="-120"/>
                          <a:cs typeface="+mn-cs"/>
                        </a:rPr>
                        <a:t>摘要</a:t>
                      </a:r>
                      <a:endParaRPr lang="zh-TW" altLang="en-US" sz="2400" dirty="0">
                        <a:latin typeface="標楷體" panose="03000509000000000000" pitchFamily="65" charset="-120"/>
                        <a:ea typeface="標楷體" panose="03000509000000000000" pitchFamily="65" charset="-120"/>
                      </a:endParaRPr>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zh-TW" altLang="zh-TW" sz="2400" b="1" kern="1200" dirty="0" smtClean="0">
                          <a:solidFill>
                            <a:schemeClr val="lt1"/>
                          </a:solidFill>
                          <a:effectLst/>
                          <a:latin typeface="標楷體" panose="03000509000000000000" pitchFamily="65" charset="-120"/>
                          <a:ea typeface="標楷體" panose="03000509000000000000" pitchFamily="65" charset="-120"/>
                          <a:cs typeface="+mn-cs"/>
                        </a:rPr>
                        <a:t>辦理情形說明</a:t>
                      </a:r>
                      <a:endParaRPr lang="zh-TW" altLang="en-US" sz="2400" dirty="0">
                        <a:latin typeface="標楷體" panose="03000509000000000000" pitchFamily="65" charset="-120"/>
                        <a:ea typeface="標楷體" panose="03000509000000000000" pitchFamily="65" charset="-120"/>
                      </a:endParaRPr>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r>
              <a:tr h="1418974">
                <a:tc>
                  <a:txBody>
                    <a:bodyPr/>
                    <a:lstStyle/>
                    <a:p>
                      <a:pPr marL="271463" indent="-271463">
                        <a:spcAft>
                          <a:spcPts val="0"/>
                        </a:spcAft>
                      </a:pPr>
                      <a:r>
                        <a:rPr lang="en-US" altLang="zh-TW" sz="2000" b="1" kern="100" dirty="0" smtClean="0">
                          <a:solidFill>
                            <a:srgbClr val="FF0000"/>
                          </a:solidFill>
                          <a:effectLst/>
                          <a:latin typeface="標楷體" panose="03000509000000000000" pitchFamily="65" charset="-120"/>
                          <a:ea typeface="標楷體" panose="03000509000000000000" pitchFamily="65" charset="-120"/>
                        </a:rPr>
                        <a:t>1)</a:t>
                      </a:r>
                      <a:r>
                        <a:rPr lang="zh-TW" altLang="en-US" sz="2000" kern="100" dirty="0" smtClean="0">
                          <a:effectLst/>
                          <a:latin typeface="標楷體" panose="03000509000000000000" pitchFamily="65" charset="-120"/>
                          <a:ea typeface="標楷體" panose="03000509000000000000" pitchFamily="65" charset="-120"/>
                        </a:rPr>
                        <a:t>請法協中心協助整理有關政府資訊公開法中涉及個人資料及去識別化等議題，於下次會議向委員說明，讓大家多一些瞭解。</a:t>
                      </a:r>
                      <a:endParaRPr lang="zh-TW" sz="2000" kern="100" dirty="0">
                        <a:effectLst/>
                        <a:latin typeface="標楷體" panose="03000509000000000000" pitchFamily="65" charset="-120"/>
                        <a:ea typeface="標楷體" panose="03000509000000000000" pitchFamily="65" charset="-120"/>
                      </a:endParaRPr>
                    </a:p>
                  </a:txBody>
                  <a:tcPr marL="68580" marR="68580" marT="0" marB="0">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noFill/>
                  </a:tcPr>
                </a:tc>
                <a:tc>
                  <a:txBody>
                    <a:bodyPr/>
                    <a:lstStyle/>
                    <a:p>
                      <a:pPr marL="0" indent="0"/>
                      <a:r>
                        <a:rPr lang="zh-TW" altLang="en-US" sz="2000" kern="1200" dirty="0" smtClean="0">
                          <a:solidFill>
                            <a:schemeClr val="dk1"/>
                          </a:solidFill>
                          <a:effectLst/>
                          <a:latin typeface="標楷體" panose="03000509000000000000" pitchFamily="65" charset="-120"/>
                          <a:ea typeface="標楷體" panose="03000509000000000000" pitchFamily="65" charset="-120"/>
                          <a:cs typeface="+mn-cs"/>
                        </a:rPr>
                        <a:t>有關政府資料開放與個人資料保護之處理，將於會中另提資料說明。</a:t>
                      </a:r>
                      <a:r>
                        <a:rPr lang="en-US" altLang="zh-TW" sz="2000" kern="1200" dirty="0" smtClean="0">
                          <a:solidFill>
                            <a:schemeClr val="dk1"/>
                          </a:solidFill>
                          <a:effectLst/>
                          <a:latin typeface="標楷體" panose="03000509000000000000" pitchFamily="65" charset="-120"/>
                          <a:ea typeface="標楷體" panose="03000509000000000000" pitchFamily="65" charset="-120"/>
                          <a:cs typeface="+mn-cs"/>
                        </a:rPr>
                        <a:t>(</a:t>
                      </a:r>
                      <a:r>
                        <a:rPr lang="zh-TW" altLang="en-US" sz="2000" kern="1200" dirty="0" smtClean="0">
                          <a:solidFill>
                            <a:schemeClr val="dk1"/>
                          </a:solidFill>
                          <a:effectLst/>
                          <a:latin typeface="標楷體" panose="03000509000000000000" pitchFamily="65" charset="-120"/>
                          <a:ea typeface="標楷體" panose="03000509000000000000" pitchFamily="65" charset="-120"/>
                          <a:cs typeface="+mn-cs"/>
                        </a:rPr>
                        <a:t>詳本議程第</a:t>
                      </a:r>
                      <a:r>
                        <a:rPr lang="en-US" altLang="zh-TW" sz="2000" kern="1200" dirty="0" smtClean="0">
                          <a:solidFill>
                            <a:schemeClr val="dk1"/>
                          </a:solidFill>
                          <a:effectLst/>
                          <a:latin typeface="標楷體" panose="03000509000000000000" pitchFamily="65" charset="-120"/>
                          <a:ea typeface="標楷體" panose="03000509000000000000" pitchFamily="65" charset="-120"/>
                          <a:cs typeface="+mn-cs"/>
                        </a:rPr>
                        <a:t>16</a:t>
                      </a:r>
                      <a:r>
                        <a:rPr lang="zh-TW" altLang="en-US" sz="2000" kern="1200" dirty="0" smtClean="0">
                          <a:solidFill>
                            <a:schemeClr val="dk1"/>
                          </a:solidFill>
                          <a:effectLst/>
                          <a:latin typeface="標楷體" panose="03000509000000000000" pitchFamily="65" charset="-120"/>
                          <a:ea typeface="標楷體" panose="03000509000000000000" pitchFamily="65" charset="-120"/>
                          <a:cs typeface="+mn-cs"/>
                        </a:rPr>
                        <a:t>頁</a:t>
                      </a:r>
                      <a:r>
                        <a:rPr lang="en-US" altLang="zh-TW" sz="2000" kern="1200" dirty="0" smtClean="0">
                          <a:solidFill>
                            <a:schemeClr val="dk1"/>
                          </a:solidFill>
                          <a:effectLst/>
                          <a:latin typeface="標楷體" panose="03000509000000000000" pitchFamily="65" charset="-120"/>
                          <a:ea typeface="標楷體" panose="03000509000000000000" pitchFamily="65" charset="-120"/>
                          <a:cs typeface="+mn-cs"/>
                        </a:rPr>
                        <a:t>)</a:t>
                      </a:r>
                      <a:r>
                        <a:rPr lang="zh-TW" altLang="zh-TW" sz="2000" kern="1200" dirty="0" smtClean="0">
                          <a:solidFill>
                            <a:schemeClr val="dk1"/>
                          </a:solidFill>
                          <a:effectLst/>
                          <a:latin typeface="標楷體" panose="03000509000000000000" pitchFamily="65" charset="-120"/>
                          <a:ea typeface="標楷體" panose="03000509000000000000" pitchFamily="65" charset="-120"/>
                          <a:cs typeface="+mn-cs"/>
                        </a:rPr>
                        <a:t>。</a:t>
                      </a:r>
                    </a:p>
                  </a:txBody>
                  <a:tcPr marL="68580" marR="68580" marT="0" marB="0">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noFill/>
                  </a:tcPr>
                </a:tc>
              </a:tr>
              <a:tr h="3480565">
                <a:tc>
                  <a:txBody>
                    <a:bodyPr/>
                    <a:lstStyle/>
                    <a:p>
                      <a:pPr marL="271463" indent="-271463">
                        <a:spcAft>
                          <a:spcPts val="0"/>
                        </a:spcAft>
                      </a:pPr>
                      <a:r>
                        <a:rPr lang="en-US" altLang="zh-TW" sz="2000" b="1" kern="100" dirty="0" smtClean="0">
                          <a:solidFill>
                            <a:srgbClr val="FF0000"/>
                          </a:solidFill>
                          <a:effectLst/>
                          <a:latin typeface="標楷體" panose="03000509000000000000" pitchFamily="65" charset="-120"/>
                          <a:ea typeface="標楷體" panose="03000509000000000000" pitchFamily="65" charset="-120"/>
                        </a:rPr>
                        <a:t>2)</a:t>
                      </a:r>
                      <a:r>
                        <a:rPr lang="zh-TW" altLang="en-US" sz="2000" kern="100" dirty="0" smtClean="0">
                          <a:effectLst/>
                          <a:latin typeface="標楷體" panose="03000509000000000000" pitchFamily="65" charset="-120"/>
                          <a:ea typeface="標楷體" panose="03000509000000000000" pitchFamily="65" charset="-120"/>
                        </a:rPr>
                        <a:t>下次會議請資管處說明以資訊公開法為基礎，最大化政府資料開放推動事宜。</a:t>
                      </a:r>
                      <a:endParaRPr lang="zh-TW" sz="2000" kern="100" dirty="0">
                        <a:effectLst/>
                        <a:latin typeface="標楷體" panose="03000509000000000000" pitchFamily="65" charset="-120"/>
                        <a:ea typeface="標楷體" panose="03000509000000000000" pitchFamily="65" charset="-120"/>
                      </a:endParaRPr>
                    </a:p>
                  </a:txBody>
                  <a:tcPr marL="68580" marR="68580" marT="0" marB="0">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noFill/>
                  </a:tcPr>
                </a:tc>
                <a:tc>
                  <a:txBody>
                    <a:bodyPr/>
                    <a:lstStyle/>
                    <a:p>
                      <a:pPr marL="0" indent="0"/>
                      <a:r>
                        <a:rPr lang="zh-TW" altLang="en-US" sz="2000" kern="1200" dirty="0" smtClean="0">
                          <a:solidFill>
                            <a:schemeClr val="dk1"/>
                          </a:solidFill>
                          <a:effectLst/>
                          <a:latin typeface="標楷體" panose="03000509000000000000" pitchFamily="65" charset="-120"/>
                          <a:ea typeface="標楷體" panose="03000509000000000000" pitchFamily="65" charset="-120"/>
                          <a:cs typeface="+mn-cs"/>
                        </a:rPr>
                        <a:t>為極大化我國資料開放，行政院於</a:t>
                      </a:r>
                      <a:r>
                        <a:rPr lang="en-US" altLang="zh-TW" sz="2000" kern="1200" dirty="0" smtClean="0">
                          <a:solidFill>
                            <a:schemeClr val="dk1"/>
                          </a:solidFill>
                          <a:effectLst/>
                          <a:latin typeface="標楷體" panose="03000509000000000000" pitchFamily="65" charset="-120"/>
                          <a:ea typeface="標楷體" panose="03000509000000000000" pitchFamily="65" charset="-120"/>
                          <a:cs typeface="+mn-cs"/>
                        </a:rPr>
                        <a:t>108</a:t>
                      </a:r>
                      <a:r>
                        <a:rPr lang="zh-TW" altLang="en-US" sz="2000" kern="1200" dirty="0" smtClean="0">
                          <a:solidFill>
                            <a:schemeClr val="dk1"/>
                          </a:solidFill>
                          <a:effectLst/>
                          <a:latin typeface="標楷體" panose="03000509000000000000" pitchFamily="65" charset="-120"/>
                          <a:ea typeface="標楷體" panose="03000509000000000000" pitchFamily="65" charset="-120"/>
                          <a:cs typeface="+mn-cs"/>
                        </a:rPr>
                        <a:t>年</a:t>
                      </a:r>
                      <a:r>
                        <a:rPr lang="en-US" altLang="zh-TW" sz="2000" kern="1200" dirty="0" smtClean="0">
                          <a:solidFill>
                            <a:schemeClr val="dk1"/>
                          </a:solidFill>
                          <a:effectLst/>
                          <a:latin typeface="標楷體" panose="03000509000000000000" pitchFamily="65" charset="-120"/>
                          <a:ea typeface="標楷體" panose="03000509000000000000" pitchFamily="65" charset="-120"/>
                          <a:cs typeface="+mn-cs"/>
                        </a:rPr>
                        <a:t>1</a:t>
                      </a:r>
                      <a:r>
                        <a:rPr lang="zh-TW" altLang="en-US" sz="2000" kern="1200" dirty="0" smtClean="0">
                          <a:solidFill>
                            <a:schemeClr val="dk1"/>
                          </a:solidFill>
                          <a:effectLst/>
                          <a:latin typeface="標楷體" panose="03000509000000000000" pitchFamily="65" charset="-120"/>
                          <a:ea typeface="標楷體" panose="03000509000000000000" pitchFamily="65" charset="-120"/>
                          <a:cs typeface="+mn-cs"/>
                        </a:rPr>
                        <a:t>月</a:t>
                      </a:r>
                      <a:r>
                        <a:rPr lang="en-US" altLang="zh-TW" sz="2000" kern="1200" dirty="0" smtClean="0">
                          <a:solidFill>
                            <a:schemeClr val="dk1"/>
                          </a:solidFill>
                          <a:effectLst/>
                          <a:latin typeface="標楷體" panose="03000509000000000000" pitchFamily="65" charset="-120"/>
                          <a:ea typeface="標楷體" panose="03000509000000000000" pitchFamily="65" charset="-120"/>
                          <a:cs typeface="+mn-cs"/>
                        </a:rPr>
                        <a:t>17</a:t>
                      </a:r>
                      <a:r>
                        <a:rPr lang="zh-TW" altLang="en-US" sz="2000" kern="1200" dirty="0" smtClean="0">
                          <a:solidFill>
                            <a:schemeClr val="dk1"/>
                          </a:solidFill>
                          <a:effectLst/>
                          <a:latin typeface="標楷體" panose="03000509000000000000" pitchFamily="65" charset="-120"/>
                          <a:ea typeface="標楷體" panose="03000509000000000000" pitchFamily="65" charset="-120"/>
                          <a:cs typeface="+mn-cs"/>
                        </a:rPr>
                        <a:t>日修正「行政院及所屬各級機關政府資料開放作業原則」，以政府資訊公開法為基礎，政府資料依其提供方式，區分如下：</a:t>
                      </a:r>
                    </a:p>
                    <a:p>
                      <a:pPr marL="0" indent="0"/>
                      <a:r>
                        <a:rPr lang="en-US" altLang="zh-TW" sz="2000" kern="1200" dirty="0" smtClean="0">
                          <a:solidFill>
                            <a:schemeClr val="dk1"/>
                          </a:solidFill>
                          <a:effectLst/>
                          <a:latin typeface="標楷體" panose="03000509000000000000" pitchFamily="65" charset="-120"/>
                          <a:ea typeface="標楷體" panose="03000509000000000000" pitchFamily="65" charset="-120"/>
                          <a:cs typeface="+mn-cs"/>
                        </a:rPr>
                        <a:t>1. </a:t>
                      </a:r>
                      <a:r>
                        <a:rPr lang="zh-TW" altLang="en-US" sz="2000" kern="1200" dirty="0" smtClean="0">
                          <a:solidFill>
                            <a:schemeClr val="dk1"/>
                          </a:solidFill>
                          <a:effectLst/>
                          <a:latin typeface="標楷體" panose="03000509000000000000" pitchFamily="65" charset="-120"/>
                          <a:ea typeface="標楷體" panose="03000509000000000000" pitchFamily="65" charset="-120"/>
                          <a:cs typeface="+mn-cs"/>
                        </a:rPr>
                        <a:t>開放資料：以開放格式提供，採無償且不限制使用目的、地區及期間，並不可撤回之方式授權利用。</a:t>
                      </a:r>
                    </a:p>
                    <a:p>
                      <a:pPr marL="0" indent="0"/>
                      <a:r>
                        <a:rPr lang="en-US" altLang="zh-TW" sz="2000" kern="1200" dirty="0" smtClean="0">
                          <a:solidFill>
                            <a:schemeClr val="dk1"/>
                          </a:solidFill>
                          <a:effectLst/>
                          <a:latin typeface="標楷體" panose="03000509000000000000" pitchFamily="65" charset="-120"/>
                          <a:ea typeface="標楷體" panose="03000509000000000000" pitchFamily="65" charset="-120"/>
                          <a:cs typeface="+mn-cs"/>
                        </a:rPr>
                        <a:t>2. </a:t>
                      </a:r>
                      <a:r>
                        <a:rPr lang="zh-TW" altLang="en-US" sz="2000" kern="1200" dirty="0" smtClean="0">
                          <a:solidFill>
                            <a:schemeClr val="dk1"/>
                          </a:solidFill>
                          <a:effectLst/>
                          <a:latin typeface="標楷體" panose="03000509000000000000" pitchFamily="65" charset="-120"/>
                          <a:ea typeface="標楷體" panose="03000509000000000000" pitchFamily="65" charset="-120"/>
                          <a:cs typeface="+mn-cs"/>
                        </a:rPr>
                        <a:t>依申請提供資料：以開放格式提供，採有償、保留撤回權或其他限制條件之方式授權利用。</a:t>
                      </a:r>
                    </a:p>
                    <a:p>
                      <a:pPr marL="0" indent="0"/>
                      <a:endParaRPr lang="zh-TW" altLang="zh-TW" sz="2000" kern="1200" dirty="0" smtClean="0">
                        <a:solidFill>
                          <a:schemeClr val="dk1"/>
                        </a:solidFill>
                        <a:effectLst/>
                        <a:latin typeface="標楷體" panose="03000509000000000000" pitchFamily="65" charset="-120"/>
                        <a:ea typeface="標楷體" panose="03000509000000000000" pitchFamily="65" charset="-120"/>
                        <a:cs typeface="+mn-cs"/>
                      </a:endParaRPr>
                    </a:p>
                  </a:txBody>
                  <a:tcPr marL="68580" marR="68580" marT="0" marB="0">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noFill/>
                  </a:tcPr>
                </a:tc>
              </a:tr>
            </a:tbl>
          </a:graphicData>
        </a:graphic>
      </p:graphicFrame>
      <p:sp>
        <p:nvSpPr>
          <p:cNvPr id="4" name="投影片編號版面配置區 3"/>
          <p:cNvSpPr>
            <a:spLocks noGrp="1"/>
          </p:cNvSpPr>
          <p:nvPr>
            <p:ph type="sldNum" sz="quarter" idx="10"/>
          </p:nvPr>
        </p:nvSpPr>
        <p:spPr/>
        <p:txBody>
          <a:bodyPr/>
          <a:lstStyle/>
          <a:p>
            <a:fld id="{3AE53AB2-F19A-4BD0-B915-C2175D5F5FF6}" type="slidenum">
              <a:rPr lang="en-US" altLang="zh-TW" smtClean="0">
                <a:solidFill>
                  <a:srgbClr val="000000"/>
                </a:solidFill>
              </a:rPr>
              <a:pPr/>
              <a:t>4</a:t>
            </a:fld>
            <a:endParaRPr lang="en-US" altLang="zh-TW" dirty="0">
              <a:solidFill>
                <a:srgbClr val="000000"/>
              </a:solidFill>
            </a:endParaRPr>
          </a:p>
        </p:txBody>
      </p:sp>
      <p:sp>
        <p:nvSpPr>
          <p:cNvPr id="6" name="標題 1"/>
          <p:cNvSpPr txBox="1">
            <a:spLocks/>
          </p:cNvSpPr>
          <p:nvPr/>
        </p:nvSpPr>
        <p:spPr>
          <a:xfrm>
            <a:off x="-19640" y="23591"/>
            <a:ext cx="9163640" cy="778098"/>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zh-TW" altLang="en-US" sz="3600" kern="0" dirty="0" smtClean="0"/>
              <a:t>貮、歷次</a:t>
            </a:r>
            <a:r>
              <a:rPr lang="zh-TW" altLang="zh-TW" sz="3600" kern="0" dirty="0" smtClean="0"/>
              <a:t>會議決議事項辦理情形</a:t>
            </a:r>
            <a:endParaRPr lang="zh-TW" altLang="en-US" sz="3600" kern="0" dirty="0"/>
          </a:p>
        </p:txBody>
      </p:sp>
      <p:sp>
        <p:nvSpPr>
          <p:cNvPr id="2" name="矩形 1"/>
          <p:cNvSpPr/>
          <p:nvPr/>
        </p:nvSpPr>
        <p:spPr>
          <a:xfrm>
            <a:off x="7391423" y="381605"/>
            <a:ext cx="1738908" cy="338554"/>
          </a:xfrm>
          <a:prstGeom prst="rect">
            <a:avLst/>
          </a:prstGeom>
        </p:spPr>
        <p:txBody>
          <a:bodyPr wrap="square">
            <a:spAutoFit/>
          </a:bodyPr>
          <a:lstStyle/>
          <a:p>
            <a:pPr algn="r"/>
            <a:r>
              <a:rPr lang="en-US" altLang="zh-TW" sz="1600" b="1" kern="0" dirty="0">
                <a:solidFill>
                  <a:srgbClr val="C00000"/>
                </a:solidFill>
                <a:latin typeface="標楷體" panose="03000509000000000000" pitchFamily="65" charset="-120"/>
                <a:ea typeface="標楷體" panose="03000509000000000000" pitchFamily="65" charset="-120"/>
              </a:rPr>
              <a:t>(</a:t>
            </a:r>
            <a:r>
              <a:rPr lang="zh-TW" altLang="en-US" sz="1600" b="1" kern="0" dirty="0">
                <a:solidFill>
                  <a:srgbClr val="C00000"/>
                </a:solidFill>
                <a:latin typeface="標楷體" panose="03000509000000000000" pitchFamily="65" charset="-120"/>
                <a:ea typeface="標楷體" panose="03000509000000000000" pitchFamily="65" charset="-120"/>
              </a:rPr>
              <a:t>詳議程</a:t>
            </a:r>
            <a:r>
              <a:rPr lang="en-US" altLang="zh-TW" sz="1600" b="1" kern="0" dirty="0" smtClean="0">
                <a:solidFill>
                  <a:srgbClr val="C00000"/>
                </a:solidFill>
                <a:latin typeface="標楷體" panose="03000509000000000000" pitchFamily="65" charset="-120"/>
                <a:ea typeface="標楷體" panose="03000509000000000000" pitchFamily="65" charset="-120"/>
              </a:rPr>
              <a:t>P.2)</a:t>
            </a:r>
            <a:endParaRPr lang="zh-TW" altLang="en-US" sz="1600" b="1" kern="0" dirty="0">
              <a:solidFill>
                <a:srgbClr val="C00000"/>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54418176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內容版面配置區 4"/>
          <p:cNvGraphicFramePr>
            <a:graphicFrameLocks noGrp="1"/>
          </p:cNvGraphicFramePr>
          <p:nvPr>
            <p:ph idx="1"/>
            <p:extLst>
              <p:ext uri="{D42A27DB-BD31-4B8C-83A1-F6EECF244321}">
                <p14:modId xmlns:p14="http://schemas.microsoft.com/office/powerpoint/2010/main" val="1026353435"/>
              </p:ext>
            </p:extLst>
          </p:nvPr>
        </p:nvGraphicFramePr>
        <p:xfrm>
          <a:off x="205696" y="1196752"/>
          <a:ext cx="8712968" cy="4386168"/>
        </p:xfrm>
        <a:graphic>
          <a:graphicData uri="http://schemas.openxmlformats.org/drawingml/2006/table">
            <a:tbl>
              <a:tblPr firstRow="1" bandRow="1">
                <a:tableStyleId>{93296810-A885-4BE3-A3E7-6D5BEEA58F35}</a:tableStyleId>
              </a:tblPr>
              <a:tblGrid>
                <a:gridCol w="4510320"/>
                <a:gridCol w="4202648"/>
              </a:tblGrid>
              <a:tr h="540108">
                <a:tc>
                  <a:txBody>
                    <a:bodyPr/>
                    <a:lstStyle/>
                    <a:p>
                      <a:pPr algn="ctr"/>
                      <a:r>
                        <a:rPr lang="zh-TW" altLang="en-US" sz="2400" b="1" kern="1200" dirty="0" smtClean="0">
                          <a:solidFill>
                            <a:schemeClr val="lt1"/>
                          </a:solidFill>
                          <a:effectLst/>
                          <a:latin typeface="標楷體" panose="03000509000000000000" pitchFamily="65" charset="-120"/>
                          <a:ea typeface="標楷體" panose="03000509000000000000" pitchFamily="65" charset="-120"/>
                          <a:cs typeface="+mn-cs"/>
                        </a:rPr>
                        <a:t>前次</a:t>
                      </a:r>
                      <a:r>
                        <a:rPr lang="zh-TW" altLang="zh-TW" sz="2400" b="1" kern="1200" dirty="0" smtClean="0">
                          <a:solidFill>
                            <a:schemeClr val="lt1"/>
                          </a:solidFill>
                          <a:effectLst/>
                          <a:latin typeface="標楷體" panose="03000509000000000000" pitchFamily="65" charset="-120"/>
                          <a:ea typeface="標楷體" panose="03000509000000000000" pitchFamily="65" charset="-120"/>
                          <a:cs typeface="+mn-cs"/>
                        </a:rPr>
                        <a:t>會議決議</a:t>
                      </a:r>
                      <a:r>
                        <a:rPr lang="zh-TW" altLang="en-US" sz="2400" b="1" kern="1200" dirty="0" smtClean="0">
                          <a:solidFill>
                            <a:schemeClr val="lt1"/>
                          </a:solidFill>
                          <a:effectLst/>
                          <a:latin typeface="標楷體" panose="03000509000000000000" pitchFamily="65" charset="-120"/>
                          <a:ea typeface="標楷體" panose="03000509000000000000" pitchFamily="65" charset="-120"/>
                          <a:cs typeface="+mn-cs"/>
                        </a:rPr>
                        <a:t>摘要</a:t>
                      </a:r>
                      <a:endParaRPr lang="zh-TW" altLang="en-US" sz="2400" dirty="0">
                        <a:latin typeface="標楷體" panose="03000509000000000000" pitchFamily="65" charset="-120"/>
                        <a:ea typeface="標楷體" panose="03000509000000000000" pitchFamily="65" charset="-120"/>
                      </a:endParaRPr>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c>
                  <a:txBody>
                    <a:bodyPr/>
                    <a:lstStyle/>
                    <a:p>
                      <a:pPr algn="ctr"/>
                      <a:r>
                        <a:rPr lang="zh-TW" altLang="zh-TW" sz="2400" b="1" kern="1200" dirty="0" smtClean="0">
                          <a:solidFill>
                            <a:schemeClr val="lt1"/>
                          </a:solidFill>
                          <a:effectLst/>
                          <a:latin typeface="標楷體" panose="03000509000000000000" pitchFamily="65" charset="-120"/>
                          <a:ea typeface="標楷體" panose="03000509000000000000" pitchFamily="65" charset="-120"/>
                          <a:cs typeface="+mn-cs"/>
                        </a:rPr>
                        <a:t>辦理情形說明</a:t>
                      </a:r>
                      <a:endParaRPr lang="zh-TW" altLang="en-US" sz="2400" dirty="0">
                        <a:latin typeface="標楷體" panose="03000509000000000000" pitchFamily="65" charset="-120"/>
                        <a:ea typeface="標楷體" panose="03000509000000000000" pitchFamily="65" charset="-120"/>
                      </a:endParaRPr>
                    </a:p>
                  </a:txBody>
                  <a:tcPr>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tcPr>
                </a:tc>
              </a:tr>
              <a:tr h="1923030">
                <a:tc>
                  <a:txBody>
                    <a:bodyPr/>
                    <a:lstStyle/>
                    <a:p>
                      <a:pPr marL="358775" indent="-358775">
                        <a:spcAft>
                          <a:spcPts val="0"/>
                        </a:spcAft>
                      </a:pPr>
                      <a:r>
                        <a:rPr lang="en-US" altLang="zh-TW" sz="2400" b="1" kern="100" dirty="0" smtClean="0">
                          <a:solidFill>
                            <a:srgbClr val="FF0000"/>
                          </a:solidFill>
                          <a:effectLst/>
                          <a:latin typeface="標楷體" panose="03000509000000000000" pitchFamily="65" charset="-120"/>
                          <a:ea typeface="標楷體" panose="03000509000000000000" pitchFamily="65" charset="-120"/>
                        </a:rPr>
                        <a:t>3)</a:t>
                      </a:r>
                      <a:r>
                        <a:rPr lang="zh-TW" altLang="en-US" sz="2400" kern="100" dirty="0" smtClean="0">
                          <a:effectLst/>
                          <a:latin typeface="標楷體" panose="03000509000000000000" pitchFamily="65" charset="-120"/>
                          <a:ea typeface="標楷體" panose="03000509000000000000" pitchFamily="65" charset="-120"/>
                        </a:rPr>
                        <a:t>有關全字庫的字形授權，請研議是否採用國際較流通的「開放字型授權條款 </a:t>
                      </a:r>
                      <a:r>
                        <a:rPr lang="en-US" altLang="zh-TW" sz="2400" kern="100" dirty="0" smtClean="0">
                          <a:effectLst/>
                          <a:latin typeface="標楷體" panose="03000509000000000000" pitchFamily="65" charset="-120"/>
                          <a:ea typeface="標楷體" panose="03000509000000000000" pitchFamily="65" charset="-120"/>
                        </a:rPr>
                        <a:t>(Open Font License)</a:t>
                      </a:r>
                      <a:r>
                        <a:rPr lang="zh-TW" altLang="en-US" sz="2400" kern="100" dirty="0" smtClean="0">
                          <a:effectLst/>
                          <a:latin typeface="標楷體" panose="03000509000000000000" pitchFamily="65" charset="-120"/>
                          <a:ea typeface="標楷體" panose="03000509000000000000" pitchFamily="65" charset="-120"/>
                        </a:rPr>
                        <a:t>」</a:t>
                      </a:r>
                      <a:r>
                        <a:rPr lang="en-US" altLang="zh-TW" sz="2400" kern="100" dirty="0" smtClean="0">
                          <a:effectLst/>
                          <a:latin typeface="標楷體" panose="03000509000000000000" pitchFamily="65" charset="-120"/>
                          <a:ea typeface="標楷體" panose="03000509000000000000" pitchFamily="65" charset="-120"/>
                        </a:rPr>
                        <a:t>(</a:t>
                      </a:r>
                      <a:r>
                        <a:rPr lang="zh-TW" altLang="en-US" sz="2400" kern="100" dirty="0" smtClean="0">
                          <a:effectLst/>
                          <a:latin typeface="標楷體" panose="03000509000000000000" pitchFamily="65" charset="-120"/>
                          <a:ea typeface="標楷體" panose="03000509000000000000" pitchFamily="65" charset="-120"/>
                        </a:rPr>
                        <a:t>對字體的列印有作特別的處理</a:t>
                      </a:r>
                      <a:r>
                        <a:rPr lang="en-US" altLang="zh-TW" sz="2400" kern="100" dirty="0" smtClean="0">
                          <a:effectLst/>
                          <a:latin typeface="標楷體" panose="03000509000000000000" pitchFamily="65" charset="-120"/>
                          <a:ea typeface="標楷體" panose="03000509000000000000" pitchFamily="65" charset="-120"/>
                        </a:rPr>
                        <a:t>)</a:t>
                      </a:r>
                      <a:r>
                        <a:rPr lang="zh-TW" altLang="en-US" sz="2400" kern="100" dirty="0" smtClean="0">
                          <a:effectLst/>
                          <a:latin typeface="標楷體" panose="03000509000000000000" pitchFamily="65" charset="-120"/>
                          <a:ea typeface="標楷體" panose="03000509000000000000" pitchFamily="65" charset="-120"/>
                        </a:rPr>
                        <a:t>。</a:t>
                      </a:r>
                      <a:endParaRPr lang="zh-TW" sz="2400" kern="100" dirty="0">
                        <a:effectLst/>
                        <a:latin typeface="標楷體" panose="03000509000000000000" pitchFamily="65" charset="-120"/>
                        <a:ea typeface="標楷體" panose="03000509000000000000" pitchFamily="65" charset="-120"/>
                      </a:endParaRPr>
                    </a:p>
                  </a:txBody>
                  <a:tcPr marL="68580" marR="68580" marT="0" marB="0">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noFill/>
                  </a:tcPr>
                </a:tc>
                <a:tc>
                  <a:txBody>
                    <a:bodyPr/>
                    <a:lstStyle/>
                    <a:p>
                      <a:pPr marL="93663" indent="0"/>
                      <a:r>
                        <a:rPr lang="zh-TW" altLang="en-US" sz="2400" kern="100" dirty="0" smtClean="0">
                          <a:effectLst/>
                          <a:latin typeface="標楷體" panose="03000509000000000000" pitchFamily="65" charset="-120"/>
                          <a:ea typeface="標楷體" panose="03000509000000000000" pitchFamily="65" charset="-120"/>
                        </a:rPr>
                        <a:t>全字庫字型開放民眾免費使用下載，經評估仍維持使用政府資料開放平臺之授權條款。</a:t>
                      </a:r>
                      <a:endParaRPr lang="zh-TW" sz="2400" kern="100" dirty="0">
                        <a:effectLst/>
                        <a:latin typeface="標楷體" panose="03000509000000000000" pitchFamily="65" charset="-120"/>
                        <a:ea typeface="標楷體" panose="03000509000000000000" pitchFamily="65" charset="-120"/>
                      </a:endParaRPr>
                    </a:p>
                  </a:txBody>
                  <a:tcPr marL="68580" marR="68580" marT="0" marB="0">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noFill/>
                  </a:tcPr>
                </a:tc>
              </a:tr>
              <a:tr h="1923030">
                <a:tc>
                  <a:txBody>
                    <a:bodyPr/>
                    <a:lstStyle/>
                    <a:p>
                      <a:pPr marL="355600" indent="-355600">
                        <a:spcAft>
                          <a:spcPts val="0"/>
                        </a:spcAft>
                      </a:pPr>
                      <a:r>
                        <a:rPr lang="en-US" altLang="zh-HK" sz="2400" b="1" kern="100" dirty="0" smtClean="0">
                          <a:solidFill>
                            <a:srgbClr val="FF0000"/>
                          </a:solidFill>
                          <a:effectLst/>
                          <a:latin typeface="標楷體" panose="03000509000000000000" pitchFamily="65" charset="-120"/>
                          <a:ea typeface="標楷體" panose="03000509000000000000" pitchFamily="65" charset="-120"/>
                          <a:cs typeface="+mn-cs"/>
                        </a:rPr>
                        <a:t>4)</a:t>
                      </a:r>
                      <a:r>
                        <a:rPr lang="zh-HK" sz="2400" kern="100" dirty="0" smtClean="0">
                          <a:solidFill>
                            <a:schemeClr val="dk1"/>
                          </a:solidFill>
                          <a:effectLst/>
                          <a:latin typeface="標楷體" panose="03000509000000000000" pitchFamily="65" charset="-120"/>
                          <a:ea typeface="標楷體" panose="03000509000000000000" pitchFamily="65" charset="-120"/>
                          <a:cs typeface="+mn-cs"/>
                        </a:rPr>
                        <a:t>有關</a:t>
                      </a:r>
                      <a:r>
                        <a:rPr lang="en-US" sz="2400" kern="100" dirty="0">
                          <a:solidFill>
                            <a:schemeClr val="dk1"/>
                          </a:solidFill>
                          <a:effectLst/>
                          <a:latin typeface="標楷體" panose="03000509000000000000" pitchFamily="65" charset="-120"/>
                          <a:ea typeface="標楷體" panose="03000509000000000000" pitchFamily="65" charset="-120"/>
                          <a:cs typeface="+mn-cs"/>
                        </a:rPr>
                        <a:t>CC0</a:t>
                      </a:r>
                      <a:r>
                        <a:rPr lang="zh-TW" sz="2400" kern="100" dirty="0">
                          <a:solidFill>
                            <a:schemeClr val="dk1"/>
                          </a:solidFill>
                          <a:effectLst/>
                          <a:latin typeface="標楷體" panose="03000509000000000000" pitchFamily="65" charset="-120"/>
                          <a:ea typeface="標楷體" panose="03000509000000000000" pitchFamily="65" charset="-120"/>
                          <a:cs typeface="+mn-cs"/>
                        </a:rPr>
                        <a:t>、</a:t>
                      </a:r>
                      <a:r>
                        <a:rPr lang="en-US" sz="2400" kern="100" dirty="0">
                          <a:solidFill>
                            <a:schemeClr val="dk1"/>
                          </a:solidFill>
                          <a:effectLst/>
                          <a:latin typeface="標楷體" panose="03000509000000000000" pitchFamily="65" charset="-120"/>
                          <a:ea typeface="標楷體" panose="03000509000000000000" pitchFamily="65" charset="-120"/>
                          <a:cs typeface="+mn-cs"/>
                        </a:rPr>
                        <a:t>CC BY</a:t>
                      </a:r>
                      <a:r>
                        <a:rPr lang="zh-TW" sz="2400" kern="100" dirty="0">
                          <a:solidFill>
                            <a:schemeClr val="dk1"/>
                          </a:solidFill>
                          <a:effectLst/>
                          <a:latin typeface="標楷體" panose="03000509000000000000" pitchFamily="65" charset="-120"/>
                          <a:ea typeface="標楷體" panose="03000509000000000000" pitchFamily="65" charset="-120"/>
                          <a:cs typeface="+mn-cs"/>
                        </a:rPr>
                        <a:t>或是</a:t>
                      </a:r>
                      <a:r>
                        <a:rPr lang="en-US" sz="2400" kern="100" dirty="0">
                          <a:solidFill>
                            <a:schemeClr val="dk1"/>
                          </a:solidFill>
                          <a:effectLst/>
                          <a:latin typeface="標楷體" panose="03000509000000000000" pitchFamily="65" charset="-120"/>
                          <a:ea typeface="標楷體" panose="03000509000000000000" pitchFamily="65" charset="-120"/>
                          <a:cs typeface="+mn-cs"/>
                        </a:rPr>
                        <a:t>CC BY</a:t>
                      </a:r>
                      <a:r>
                        <a:rPr lang="zh-TW" sz="2400" kern="100" dirty="0">
                          <a:solidFill>
                            <a:schemeClr val="dk1"/>
                          </a:solidFill>
                          <a:effectLst/>
                          <a:latin typeface="標楷體" panose="03000509000000000000" pitchFamily="65" charset="-120"/>
                          <a:ea typeface="標楷體" panose="03000509000000000000" pitchFamily="65" charset="-120"/>
                          <a:cs typeface="+mn-cs"/>
                        </a:rPr>
                        <a:t>—</a:t>
                      </a:r>
                      <a:r>
                        <a:rPr lang="en-US" sz="2400" kern="100" dirty="0">
                          <a:solidFill>
                            <a:schemeClr val="dk1"/>
                          </a:solidFill>
                          <a:effectLst/>
                          <a:latin typeface="標楷體" panose="03000509000000000000" pitchFamily="65" charset="-120"/>
                          <a:ea typeface="標楷體" panose="03000509000000000000" pitchFamily="65" charset="-120"/>
                          <a:cs typeface="+mn-cs"/>
                        </a:rPr>
                        <a:t>SA</a:t>
                      </a:r>
                      <a:r>
                        <a:rPr lang="zh-HK" sz="2400" kern="100" dirty="0">
                          <a:solidFill>
                            <a:schemeClr val="dk1"/>
                          </a:solidFill>
                          <a:effectLst/>
                          <a:latin typeface="標楷體" panose="03000509000000000000" pitchFamily="65" charset="-120"/>
                          <a:ea typeface="標楷體" panose="03000509000000000000" pitchFamily="65" charset="-120"/>
                          <a:cs typeface="+mn-cs"/>
                        </a:rPr>
                        <a:t>成為資料開放授權條款選項之議題，</a:t>
                      </a:r>
                      <a:r>
                        <a:rPr lang="zh-TW" sz="2400" kern="100" dirty="0">
                          <a:solidFill>
                            <a:schemeClr val="dk1"/>
                          </a:solidFill>
                          <a:effectLst/>
                          <a:latin typeface="標楷體" panose="03000509000000000000" pitchFamily="65" charset="-120"/>
                          <a:ea typeface="標楷體" panose="03000509000000000000" pitchFamily="65" charset="-120"/>
                          <a:cs typeface="+mn-cs"/>
                        </a:rPr>
                        <a:t>請</a:t>
                      </a:r>
                      <a:r>
                        <a:rPr lang="zh-HK" sz="2400" kern="100" dirty="0">
                          <a:solidFill>
                            <a:schemeClr val="dk1"/>
                          </a:solidFill>
                          <a:effectLst/>
                          <a:latin typeface="標楷體" panose="03000509000000000000" pitchFamily="65" charset="-120"/>
                          <a:ea typeface="標楷體" panose="03000509000000000000" pitchFamily="65" charset="-120"/>
                          <a:cs typeface="+mn-cs"/>
                        </a:rPr>
                        <a:t>提報</a:t>
                      </a:r>
                      <a:r>
                        <a:rPr lang="en-US" sz="2400" kern="100" dirty="0">
                          <a:solidFill>
                            <a:schemeClr val="dk1"/>
                          </a:solidFill>
                          <a:effectLst/>
                          <a:latin typeface="標楷體" panose="03000509000000000000" pitchFamily="65" charset="-120"/>
                          <a:ea typeface="標楷體" panose="03000509000000000000" pitchFamily="65" charset="-120"/>
                          <a:cs typeface="+mn-cs"/>
                        </a:rPr>
                        <a:t>107</a:t>
                      </a:r>
                      <a:r>
                        <a:rPr lang="zh-HK" sz="2400" kern="100" dirty="0">
                          <a:solidFill>
                            <a:schemeClr val="dk1"/>
                          </a:solidFill>
                          <a:effectLst/>
                          <a:latin typeface="標楷體" panose="03000509000000000000" pitchFamily="65" charset="-120"/>
                          <a:ea typeface="標楷體" panose="03000509000000000000" pitchFamily="65" charset="-120"/>
                          <a:cs typeface="+mn-cs"/>
                        </a:rPr>
                        <a:t>年</a:t>
                      </a:r>
                      <a:r>
                        <a:rPr lang="zh-TW" sz="2400" kern="100" dirty="0">
                          <a:solidFill>
                            <a:schemeClr val="dk1"/>
                          </a:solidFill>
                          <a:effectLst/>
                          <a:latin typeface="標楷體" panose="03000509000000000000" pitchFamily="65" charset="-120"/>
                          <a:ea typeface="標楷體" panose="03000509000000000000" pitchFamily="65" charset="-120"/>
                          <a:cs typeface="+mn-cs"/>
                        </a:rPr>
                        <a:t>底召開之行政院</a:t>
                      </a:r>
                      <a:r>
                        <a:rPr lang="zh-HK" sz="2400" kern="100" dirty="0">
                          <a:solidFill>
                            <a:schemeClr val="dk1"/>
                          </a:solidFill>
                          <a:effectLst/>
                          <a:latin typeface="標楷體" panose="03000509000000000000" pitchFamily="65" charset="-120"/>
                          <a:ea typeface="標楷體" panose="03000509000000000000" pitchFamily="65" charset="-120"/>
                          <a:cs typeface="+mn-cs"/>
                        </a:rPr>
                        <a:t>政府</a:t>
                      </a:r>
                      <a:r>
                        <a:rPr lang="zh-TW" sz="2400" kern="100" dirty="0">
                          <a:solidFill>
                            <a:schemeClr val="dk1"/>
                          </a:solidFill>
                          <a:effectLst/>
                          <a:latin typeface="標楷體" panose="03000509000000000000" pitchFamily="65" charset="-120"/>
                          <a:ea typeface="標楷體" panose="03000509000000000000" pitchFamily="65" charset="-120"/>
                          <a:cs typeface="+mn-cs"/>
                        </a:rPr>
                        <a:t>資料開放諮詢小組會議</a:t>
                      </a:r>
                      <a:r>
                        <a:rPr lang="zh-TW" sz="2400" kern="100" dirty="0">
                          <a:effectLst/>
                          <a:latin typeface="標楷體" panose="03000509000000000000" pitchFamily="65" charset="-120"/>
                          <a:ea typeface="標楷體" panose="03000509000000000000" pitchFamily="65" charset="-120"/>
                          <a:cs typeface="標楷體" panose="03000509000000000000" pitchFamily="65" charset="-120"/>
                        </a:rPr>
                        <a:t>。</a:t>
                      </a:r>
                      <a:endParaRPr lang="zh-TW" sz="1800" kern="100" dirty="0">
                        <a:effectLst/>
                        <a:latin typeface="標楷體" panose="03000509000000000000" pitchFamily="65" charset="-120"/>
                        <a:ea typeface="標楷體" panose="03000509000000000000" pitchFamily="65" charset="-120"/>
                      </a:endParaRPr>
                    </a:p>
                  </a:txBody>
                  <a:tcPr marL="68580" marR="68580" marT="0" marB="0">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noFill/>
                  </a:tcPr>
                </a:tc>
                <a:tc>
                  <a:txBody>
                    <a:bodyPr/>
                    <a:lstStyle/>
                    <a:p>
                      <a:pPr>
                        <a:spcAft>
                          <a:spcPts val="0"/>
                        </a:spcAft>
                      </a:pPr>
                      <a:r>
                        <a:rPr lang="zh-HK" sz="2400" kern="0" dirty="0">
                          <a:effectLst/>
                          <a:latin typeface="Times New Roman" panose="02020603050405020304" pitchFamily="18" charset="0"/>
                          <a:ea typeface="標楷體" panose="03000509000000000000" pitchFamily="65" charset="-120"/>
                        </a:rPr>
                        <a:t>已遵照辦理。</a:t>
                      </a:r>
                      <a:endParaRPr lang="zh-TW" sz="1800" kern="100" dirty="0">
                        <a:effectLst/>
                        <a:latin typeface="Times New Roman" panose="02020603050405020304" pitchFamily="18" charset="0"/>
                        <a:ea typeface="新細明體" panose="02020500000000000000" pitchFamily="18" charset="-120"/>
                      </a:endParaRPr>
                    </a:p>
                  </a:txBody>
                  <a:tcPr marL="68580" marR="68580" marT="0" marB="0">
                    <a:lnL w="12700" cap="flat" cmpd="sng" algn="ctr">
                      <a:solidFill>
                        <a:schemeClr val="accent6">
                          <a:lumMod val="60000"/>
                          <a:lumOff val="40000"/>
                        </a:schemeClr>
                      </a:solidFill>
                      <a:prstDash val="solid"/>
                      <a:round/>
                      <a:headEnd type="none" w="med" len="med"/>
                      <a:tailEnd type="none" w="med" len="med"/>
                    </a:lnL>
                    <a:lnR w="12700" cap="flat" cmpd="sng" algn="ctr">
                      <a:solidFill>
                        <a:schemeClr val="accent6">
                          <a:lumMod val="60000"/>
                          <a:lumOff val="40000"/>
                        </a:schemeClr>
                      </a:solidFill>
                      <a:prstDash val="solid"/>
                      <a:round/>
                      <a:headEnd type="none" w="med" len="med"/>
                      <a:tailEnd type="none" w="med" len="med"/>
                    </a:lnR>
                    <a:lnT w="12700" cap="flat" cmpd="sng" algn="ctr">
                      <a:solidFill>
                        <a:schemeClr val="accent6">
                          <a:lumMod val="60000"/>
                          <a:lumOff val="40000"/>
                        </a:schemeClr>
                      </a:solidFill>
                      <a:prstDash val="solid"/>
                      <a:round/>
                      <a:headEnd type="none" w="med" len="med"/>
                      <a:tailEnd type="none" w="med" len="med"/>
                    </a:lnT>
                    <a:lnB w="12700" cap="flat" cmpd="sng" algn="ctr">
                      <a:solidFill>
                        <a:schemeClr val="accent6">
                          <a:lumMod val="60000"/>
                          <a:lumOff val="40000"/>
                        </a:schemeClr>
                      </a:solidFill>
                      <a:prstDash val="solid"/>
                      <a:round/>
                      <a:headEnd type="none" w="med" len="med"/>
                      <a:tailEnd type="none" w="med" len="med"/>
                    </a:lnB>
                    <a:noFill/>
                  </a:tcPr>
                </a:tc>
              </a:tr>
            </a:tbl>
          </a:graphicData>
        </a:graphic>
      </p:graphicFrame>
      <p:sp>
        <p:nvSpPr>
          <p:cNvPr id="4" name="投影片編號版面配置區 3"/>
          <p:cNvSpPr>
            <a:spLocks noGrp="1"/>
          </p:cNvSpPr>
          <p:nvPr>
            <p:ph type="sldNum" sz="quarter" idx="10"/>
          </p:nvPr>
        </p:nvSpPr>
        <p:spPr/>
        <p:txBody>
          <a:bodyPr/>
          <a:lstStyle/>
          <a:p>
            <a:fld id="{3AE53AB2-F19A-4BD0-B915-C2175D5F5FF6}" type="slidenum">
              <a:rPr lang="en-US" altLang="zh-TW" smtClean="0">
                <a:solidFill>
                  <a:srgbClr val="000000"/>
                </a:solidFill>
              </a:rPr>
              <a:pPr/>
              <a:t>5</a:t>
            </a:fld>
            <a:endParaRPr lang="en-US" altLang="zh-TW" dirty="0">
              <a:solidFill>
                <a:srgbClr val="000000"/>
              </a:solidFill>
            </a:endParaRPr>
          </a:p>
        </p:txBody>
      </p:sp>
      <p:sp>
        <p:nvSpPr>
          <p:cNvPr id="6" name="標題 1"/>
          <p:cNvSpPr txBox="1">
            <a:spLocks/>
          </p:cNvSpPr>
          <p:nvPr/>
        </p:nvSpPr>
        <p:spPr>
          <a:xfrm>
            <a:off x="-19640" y="23591"/>
            <a:ext cx="9163640" cy="778098"/>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zh-TW" altLang="en-US" sz="3600" kern="0" dirty="0" smtClean="0"/>
              <a:t>貮、歷次</a:t>
            </a:r>
            <a:r>
              <a:rPr lang="zh-TW" altLang="zh-TW" sz="3600" kern="0" dirty="0" smtClean="0"/>
              <a:t>會議決議事項辦理情形</a:t>
            </a:r>
            <a:endParaRPr lang="zh-TW" altLang="en-US" sz="3600" kern="0" dirty="0"/>
          </a:p>
        </p:txBody>
      </p:sp>
      <p:sp>
        <p:nvSpPr>
          <p:cNvPr id="2" name="矩形 1"/>
          <p:cNvSpPr/>
          <p:nvPr/>
        </p:nvSpPr>
        <p:spPr>
          <a:xfrm>
            <a:off x="7405092" y="773904"/>
            <a:ext cx="1738908" cy="338554"/>
          </a:xfrm>
          <a:prstGeom prst="rect">
            <a:avLst/>
          </a:prstGeom>
        </p:spPr>
        <p:txBody>
          <a:bodyPr wrap="square">
            <a:spAutoFit/>
          </a:bodyPr>
          <a:lstStyle/>
          <a:p>
            <a:pPr algn="r"/>
            <a:r>
              <a:rPr lang="en-US" altLang="zh-TW" sz="1600" b="1" kern="0" dirty="0">
                <a:solidFill>
                  <a:srgbClr val="C00000"/>
                </a:solidFill>
                <a:latin typeface="標楷體" panose="03000509000000000000" pitchFamily="65" charset="-120"/>
                <a:ea typeface="標楷體" panose="03000509000000000000" pitchFamily="65" charset="-120"/>
              </a:rPr>
              <a:t>(</a:t>
            </a:r>
            <a:r>
              <a:rPr lang="zh-TW" altLang="en-US" sz="1600" b="1" kern="0" dirty="0">
                <a:solidFill>
                  <a:srgbClr val="C00000"/>
                </a:solidFill>
                <a:latin typeface="標楷體" panose="03000509000000000000" pitchFamily="65" charset="-120"/>
                <a:ea typeface="標楷體" panose="03000509000000000000" pitchFamily="65" charset="-120"/>
              </a:rPr>
              <a:t>詳議程</a:t>
            </a:r>
            <a:r>
              <a:rPr lang="en-US" altLang="zh-TW" sz="1600" b="1" kern="0" dirty="0" smtClean="0">
                <a:solidFill>
                  <a:srgbClr val="C00000"/>
                </a:solidFill>
                <a:latin typeface="標楷體" panose="03000509000000000000" pitchFamily="65" charset="-120"/>
                <a:ea typeface="標楷體" panose="03000509000000000000" pitchFamily="65" charset="-120"/>
              </a:rPr>
              <a:t>P.2)</a:t>
            </a:r>
            <a:endParaRPr lang="zh-TW" altLang="en-US" sz="1600" b="1" kern="0" dirty="0">
              <a:solidFill>
                <a:srgbClr val="C00000"/>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73115051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圖片 1"/>
          <p:cNvPicPr>
            <a:picLocks noChangeAspect="1"/>
          </p:cNvPicPr>
          <p:nvPr/>
        </p:nvPicPr>
        <p:blipFill>
          <a:blip r:embed="rId3">
            <a:lum bright="70000" contrast="-70000"/>
          </a:blip>
          <a:stretch>
            <a:fillRect/>
          </a:stretch>
        </p:blipFill>
        <p:spPr>
          <a:xfrm>
            <a:off x="35496" y="1"/>
            <a:ext cx="2657757" cy="2636912"/>
          </a:xfrm>
          <a:prstGeom prst="rect">
            <a:avLst/>
          </a:prstGeom>
        </p:spPr>
      </p:pic>
      <p:sp>
        <p:nvSpPr>
          <p:cNvPr id="3" name="投影片編號版面配置區 2"/>
          <p:cNvSpPr>
            <a:spLocks noGrp="1"/>
          </p:cNvSpPr>
          <p:nvPr>
            <p:ph type="sldNum" sz="quarter" idx="10"/>
          </p:nvPr>
        </p:nvSpPr>
        <p:spPr/>
        <p:txBody>
          <a:bodyPr/>
          <a:lstStyle/>
          <a:p>
            <a:fld id="{7D2482D3-2F6B-4BC9-8197-F5C0F2E18EF8}" type="slidenum">
              <a:rPr lang="en-US" altLang="zh-TW" smtClean="0">
                <a:solidFill>
                  <a:srgbClr val="000000"/>
                </a:solidFill>
              </a:rPr>
              <a:pPr/>
              <a:t>6</a:t>
            </a:fld>
            <a:endParaRPr lang="en-US" altLang="zh-TW">
              <a:solidFill>
                <a:srgbClr val="000000"/>
              </a:solidFill>
            </a:endParaRPr>
          </a:p>
        </p:txBody>
      </p:sp>
      <p:sp>
        <p:nvSpPr>
          <p:cNvPr id="10" name="標題 1"/>
          <p:cNvSpPr txBox="1">
            <a:spLocks/>
          </p:cNvSpPr>
          <p:nvPr/>
        </p:nvSpPr>
        <p:spPr>
          <a:xfrm>
            <a:off x="1223120" y="1170320"/>
            <a:ext cx="7920880" cy="720080"/>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zh-TW" altLang="en-US" kern="0" dirty="0" smtClean="0"/>
              <a:t>參、</a:t>
            </a:r>
            <a:r>
              <a:rPr lang="zh-TW" altLang="en-US" kern="0" dirty="0"/>
              <a:t>本會資料開放推動現況</a:t>
            </a:r>
          </a:p>
        </p:txBody>
      </p:sp>
      <mc:AlternateContent xmlns:mc="http://schemas.openxmlformats.org/markup-compatibility/2006" xmlns:a14="http://schemas.microsoft.com/office/drawing/2010/main">
        <mc:Choice Requires="a14">
          <p:sp>
            <p:nvSpPr>
              <p:cNvPr id="8" name="文字方塊 7"/>
              <p:cNvSpPr txBox="1"/>
              <p:nvPr/>
            </p:nvSpPr>
            <p:spPr>
              <a:xfrm rot="17062641">
                <a:off x="210025" y="2275960"/>
                <a:ext cx="1322991" cy="940963"/>
              </a:xfrm>
              <a:prstGeom prst="rect">
                <a:avLst/>
              </a:prstGeom>
              <a:noFill/>
            </p:spPr>
            <p:txBody>
              <a:bodyPr vert="eaVert"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8000" b="1" i="0" smtClean="0">
                          <a:solidFill>
                            <a:srgbClr val="D0610E"/>
                          </a:solidFill>
                          <a:effectLst>
                            <a:outerShdw blurRad="38100" dist="38100" dir="2700000" algn="tl">
                              <a:srgbClr val="000000">
                                <a:alpha val="43137"/>
                              </a:srgbClr>
                            </a:outerShdw>
                          </a:effectLst>
                          <a:latin typeface="Cambria Math" panose="02040503050406030204" pitchFamily="18" charset="0"/>
                        </a:rPr>
                        <m:t>√</m:t>
                      </m:r>
                    </m:oMath>
                  </m:oMathPara>
                </a14:m>
                <a:endParaRPr lang="zh-TW" altLang="en-US" sz="8000" b="1" dirty="0" smtClean="0">
                  <a:solidFill>
                    <a:srgbClr val="D0610E"/>
                  </a:solidFill>
                  <a:effectLst>
                    <a:outerShdw blurRad="38100" dist="38100" dir="2700000" algn="tl">
                      <a:srgbClr val="000000">
                        <a:alpha val="43137"/>
                      </a:srgbClr>
                    </a:outerShdw>
                  </a:effectLst>
                </a:endParaRPr>
              </a:p>
            </p:txBody>
          </p:sp>
        </mc:Choice>
        <mc:Fallback xmlns="">
          <p:sp>
            <p:nvSpPr>
              <p:cNvPr id="8" name="文字方塊 7"/>
              <p:cNvSpPr txBox="1">
                <a:spLocks noRot="1" noChangeAspect="1" noMove="1" noResize="1" noEditPoints="1" noAdjustHandles="1" noChangeArrowheads="1" noChangeShapeType="1" noTextEdit="1"/>
              </p:cNvSpPr>
              <p:nvPr/>
            </p:nvSpPr>
            <p:spPr>
              <a:xfrm rot="17062641">
                <a:off x="210025" y="2275960"/>
                <a:ext cx="1322991" cy="940963"/>
              </a:xfrm>
              <a:prstGeom prst="rect">
                <a:avLst/>
              </a:prstGeom>
              <a:blipFill rotWithShape="0">
                <a:blip r:embed="rId4"/>
                <a:stretch>
                  <a:fillRect/>
                </a:stretch>
              </a:blipFill>
            </p:spPr>
            <p:txBody>
              <a:bodyPr/>
              <a:lstStyle/>
              <a:p>
                <a:r>
                  <a:rPr lang="zh-TW" altLang="en-US">
                    <a:noFill/>
                  </a:rPr>
                  <a:t> </a:t>
                </a:r>
              </a:p>
            </p:txBody>
          </p:sp>
        </mc:Fallback>
      </mc:AlternateContent>
      <p:sp>
        <p:nvSpPr>
          <p:cNvPr id="11" name="標題 1"/>
          <p:cNvSpPr txBox="1">
            <a:spLocks/>
          </p:cNvSpPr>
          <p:nvPr/>
        </p:nvSpPr>
        <p:spPr>
          <a:xfrm>
            <a:off x="989540" y="2427769"/>
            <a:ext cx="8125777" cy="3672408"/>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marL="901700" indent="-901700" algn="l">
              <a:lnSpc>
                <a:spcPct val="150000"/>
              </a:lnSpc>
              <a:spcBef>
                <a:spcPts val="600"/>
              </a:spcBef>
              <a:spcAft>
                <a:spcPts val="600"/>
              </a:spcAft>
            </a:pPr>
            <a:r>
              <a:rPr lang="zh-TW" altLang="en-US" sz="3600" u="sng" kern="0" dirty="0" smtClean="0">
                <a:solidFill>
                  <a:srgbClr val="D0610E"/>
                </a:solidFill>
                <a:latin typeface="微軟正黑體 Light" panose="020B0304030504040204" pitchFamily="34" charset="-120"/>
                <a:ea typeface="微軟正黑體 Light" panose="020B0304030504040204" pitchFamily="34" charset="-120"/>
              </a:rPr>
              <a:t>一、本會於政府資料開放平臺開放情形</a:t>
            </a:r>
            <a:endParaRPr lang="en-US" altLang="zh-TW" sz="3600" u="sng" kern="0" dirty="0">
              <a:solidFill>
                <a:srgbClr val="D0610E"/>
              </a:solidFill>
              <a:latin typeface="微軟正黑體 Light" panose="020B0304030504040204" pitchFamily="34" charset="-120"/>
              <a:ea typeface="微軟正黑體 Light" panose="020B0304030504040204" pitchFamily="34" charset="-120"/>
            </a:endParaRPr>
          </a:p>
          <a:p>
            <a:pPr algn="l">
              <a:lnSpc>
                <a:spcPct val="150000"/>
              </a:lnSpc>
              <a:spcBef>
                <a:spcPts val="600"/>
              </a:spcBef>
              <a:spcAft>
                <a:spcPts val="600"/>
              </a:spcAft>
            </a:pPr>
            <a:r>
              <a:rPr lang="zh-TW" altLang="en-US" sz="3600" kern="0" dirty="0" smtClean="0">
                <a:latin typeface="微軟正黑體 Light" panose="020B0304030504040204" pitchFamily="34" charset="-120"/>
                <a:ea typeface="微軟正黑體 Light" panose="020B0304030504040204" pitchFamily="34" charset="-120"/>
              </a:rPr>
              <a:t>二、</a:t>
            </a:r>
            <a:r>
              <a:rPr lang="zh-TW" altLang="en-US" sz="3600" kern="100" dirty="0">
                <a:latin typeface="微軟正黑體 Light" panose="020B0304030504040204" pitchFamily="34" charset="-120"/>
                <a:ea typeface="微軟正黑體 Light" panose="020B0304030504040204" pitchFamily="34" charset="-120"/>
                <a:cs typeface="Times New Roman"/>
              </a:rPr>
              <a:t>各</a:t>
            </a:r>
            <a:r>
              <a:rPr lang="zh-TW" altLang="en-US" sz="3600" kern="100" dirty="0" smtClean="0">
                <a:latin typeface="微軟正黑體 Light" panose="020B0304030504040204" pitchFamily="34" charset="-120"/>
                <a:ea typeface="微軟正黑體 Light" panose="020B0304030504040204" pitchFamily="34" charset="-120"/>
                <a:cs typeface="Times New Roman"/>
              </a:rPr>
              <a:t>單位</a:t>
            </a:r>
            <a:r>
              <a:rPr lang="zh-TW" altLang="zh-TW" sz="3600" kern="100" dirty="0" smtClean="0">
                <a:latin typeface="微軟正黑體 Light" panose="020B0304030504040204" pitchFamily="34" charset="-120"/>
                <a:ea typeface="微軟正黑體 Light" panose="020B0304030504040204" pitchFamily="34" charset="-120"/>
                <a:cs typeface="Times New Roman"/>
              </a:rPr>
              <a:t>資料</a:t>
            </a:r>
            <a:r>
              <a:rPr lang="zh-TW" altLang="zh-TW" sz="3600" kern="100" dirty="0">
                <a:latin typeface="微軟正黑體 Light" panose="020B0304030504040204" pitchFamily="34" charset="-120"/>
                <a:ea typeface="微軟正黑體 Light" panose="020B0304030504040204" pitchFamily="34" charset="-120"/>
                <a:cs typeface="Times New Roman"/>
              </a:rPr>
              <a:t>開放</a:t>
            </a:r>
            <a:r>
              <a:rPr lang="zh-TW" altLang="zh-TW" sz="3600" kern="100" dirty="0" smtClean="0">
                <a:latin typeface="微軟正黑體 Light" panose="020B0304030504040204" pitchFamily="34" charset="-120"/>
                <a:ea typeface="微軟正黑體 Light" panose="020B0304030504040204" pitchFamily="34" charset="-120"/>
                <a:cs typeface="Times New Roman"/>
              </a:rPr>
              <a:t>情形</a:t>
            </a:r>
            <a:endParaRPr lang="en-US" altLang="zh-TW" sz="3600" kern="100" dirty="0" smtClean="0">
              <a:latin typeface="微軟正黑體 Light" panose="020B0304030504040204" pitchFamily="34" charset="-120"/>
              <a:ea typeface="微軟正黑體 Light" panose="020B0304030504040204" pitchFamily="34" charset="-120"/>
              <a:cs typeface="Times New Roman"/>
            </a:endParaRPr>
          </a:p>
          <a:p>
            <a:pPr algn="l">
              <a:lnSpc>
                <a:spcPct val="150000"/>
              </a:lnSpc>
              <a:spcBef>
                <a:spcPts val="600"/>
              </a:spcBef>
              <a:spcAft>
                <a:spcPts val="600"/>
              </a:spcAft>
            </a:pPr>
            <a:r>
              <a:rPr lang="zh-TW" altLang="en-US" sz="3600" kern="0" dirty="0" smtClean="0">
                <a:latin typeface="微軟正黑體 Light" panose="020B0304030504040204" pitchFamily="34" charset="-120"/>
                <a:ea typeface="微軟正黑體 Light" panose="020B0304030504040204" pitchFamily="34" charset="-120"/>
              </a:rPr>
              <a:t>三</a:t>
            </a:r>
            <a:r>
              <a:rPr lang="zh-TW" altLang="en-US" sz="3600" kern="0" dirty="0">
                <a:latin typeface="微軟正黑體 Light" panose="020B0304030504040204" pitchFamily="34" charset="-120"/>
                <a:ea typeface="微軟正黑體 Light" panose="020B0304030504040204" pitchFamily="34" charset="-120"/>
              </a:rPr>
              <a:t>、前次會議至今執行成果</a:t>
            </a:r>
            <a:endParaRPr lang="en-US" altLang="zh-TW" sz="3600" kern="0" dirty="0">
              <a:latin typeface="微軟正黑體 Light" panose="020B0304030504040204" pitchFamily="34" charset="-120"/>
              <a:ea typeface="微軟正黑體 Light" panose="020B0304030504040204" pitchFamily="34" charset="-120"/>
            </a:endParaRPr>
          </a:p>
          <a:p>
            <a:pPr algn="l">
              <a:lnSpc>
                <a:spcPct val="150000"/>
              </a:lnSpc>
              <a:spcBef>
                <a:spcPts val="600"/>
              </a:spcBef>
              <a:spcAft>
                <a:spcPts val="600"/>
              </a:spcAft>
            </a:pPr>
            <a:r>
              <a:rPr lang="zh-TW" altLang="en-US" sz="3600" kern="100" dirty="0" smtClean="0">
                <a:latin typeface="微軟正黑體 Light" panose="020B0304030504040204" pitchFamily="34" charset="-120"/>
                <a:ea typeface="微軟正黑體 Light" panose="020B0304030504040204" pitchFamily="34" charset="-120"/>
                <a:cs typeface="Times New Roman"/>
              </a:rPr>
              <a:t>四、資料開放相關訊息</a:t>
            </a:r>
            <a:endParaRPr lang="zh-TW" altLang="en-US" sz="3600" kern="0" dirty="0">
              <a:latin typeface="微軟正黑體 Light" panose="020B0304030504040204" pitchFamily="34" charset="-120"/>
              <a:ea typeface="微軟正黑體 Light" panose="020B0304030504040204" pitchFamily="34" charset="-120"/>
            </a:endParaRPr>
          </a:p>
          <a:p>
            <a:pPr algn="l">
              <a:spcBef>
                <a:spcPts val="600"/>
              </a:spcBef>
              <a:spcAft>
                <a:spcPts val="600"/>
              </a:spcAft>
            </a:pPr>
            <a:endParaRPr lang="zh-TW" altLang="en-US" sz="3600" kern="0" dirty="0">
              <a:latin typeface="微軟正黑體 Light" panose="020B0304030504040204" pitchFamily="34" charset="-120"/>
              <a:ea typeface="微軟正黑體 Light" panose="020B0304030504040204" pitchFamily="34" charset="-120"/>
            </a:endParaRPr>
          </a:p>
        </p:txBody>
      </p:sp>
    </p:spTree>
    <p:extLst>
      <p:ext uri="{BB962C8B-B14F-4D97-AF65-F5344CB8AC3E}">
        <p14:creationId xmlns:p14="http://schemas.microsoft.com/office/powerpoint/2010/main" val="3493140176"/>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900B4382-7C4E-4E7B-8DB7-FB39E0211E21}" type="slidenum">
              <a:rPr lang="zh-TW" altLang="en-US" smtClean="0">
                <a:solidFill>
                  <a:prstClr val="black"/>
                </a:solidFill>
              </a:rPr>
              <a:pPr/>
              <a:t>7</a:t>
            </a:fld>
            <a:endParaRPr lang="zh-TW" altLang="en-US">
              <a:solidFill>
                <a:prstClr val="black"/>
              </a:solidFill>
            </a:endParaRPr>
          </a:p>
        </p:txBody>
      </p:sp>
      <p:sp>
        <p:nvSpPr>
          <p:cNvPr id="6" name="標題 1"/>
          <p:cNvSpPr txBox="1">
            <a:spLocks/>
          </p:cNvSpPr>
          <p:nvPr/>
        </p:nvSpPr>
        <p:spPr>
          <a:xfrm>
            <a:off x="4281" y="80840"/>
            <a:ext cx="5425752" cy="683864"/>
          </a:xfrm>
          <a:prstGeom prst="rect">
            <a:avLst/>
          </a:prstGeom>
          <a:noFill/>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en-US" altLang="zh-TW" sz="3600" kern="0" dirty="0" smtClean="0"/>
              <a:t>(</a:t>
            </a:r>
            <a:r>
              <a:rPr lang="zh-TW" altLang="en-US" sz="3600" kern="0" dirty="0" smtClean="0"/>
              <a:t>一</a:t>
            </a:r>
            <a:r>
              <a:rPr lang="en-US" altLang="zh-TW" sz="3600" kern="0" dirty="0" smtClean="0"/>
              <a:t>)</a:t>
            </a:r>
            <a:r>
              <a:rPr lang="zh-TW" altLang="en-US" sz="3600" kern="0" dirty="0" smtClean="0"/>
              <a:t>資料集開放數量部分</a:t>
            </a:r>
            <a:endParaRPr lang="zh-TW" altLang="en-US" sz="3600" kern="0" dirty="0"/>
          </a:p>
        </p:txBody>
      </p:sp>
      <p:sp>
        <p:nvSpPr>
          <p:cNvPr id="7" name="標題 1"/>
          <p:cNvSpPr txBox="1">
            <a:spLocks/>
          </p:cNvSpPr>
          <p:nvPr/>
        </p:nvSpPr>
        <p:spPr>
          <a:xfrm>
            <a:off x="7277099" y="764704"/>
            <a:ext cx="1866901" cy="417764"/>
          </a:xfrm>
          <a:prstGeom prst="rect">
            <a:avLst/>
          </a:prstGeom>
          <a:noFill/>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r"/>
            <a:r>
              <a:rPr lang="en-US" altLang="zh-TW" sz="1600" kern="0" dirty="0" smtClean="0">
                <a:solidFill>
                  <a:srgbClr val="C00000"/>
                </a:solidFill>
                <a:latin typeface="標楷體" panose="03000509000000000000" pitchFamily="65" charset="-120"/>
                <a:ea typeface="標楷體" panose="03000509000000000000" pitchFamily="65" charset="-120"/>
              </a:rPr>
              <a:t>(</a:t>
            </a:r>
            <a:r>
              <a:rPr lang="zh-TW" altLang="en-US" sz="1600" kern="0" dirty="0" smtClean="0">
                <a:solidFill>
                  <a:srgbClr val="C00000"/>
                </a:solidFill>
                <a:latin typeface="標楷體" panose="03000509000000000000" pitchFamily="65" charset="-120"/>
                <a:ea typeface="標楷體" panose="03000509000000000000" pitchFamily="65" charset="-120"/>
              </a:rPr>
              <a:t>詳議程</a:t>
            </a:r>
            <a:r>
              <a:rPr lang="en-US" altLang="zh-TW" sz="1600" kern="0" dirty="0" smtClean="0">
                <a:solidFill>
                  <a:srgbClr val="C00000"/>
                </a:solidFill>
                <a:latin typeface="標楷體" panose="03000509000000000000" pitchFamily="65" charset="-120"/>
                <a:ea typeface="標楷體" panose="03000509000000000000" pitchFamily="65" charset="-120"/>
              </a:rPr>
              <a:t>P.3/</a:t>
            </a:r>
            <a:r>
              <a:rPr lang="zh-TW" altLang="en-US" sz="1600" kern="0" dirty="0" smtClean="0">
                <a:solidFill>
                  <a:srgbClr val="C00000"/>
                </a:solidFill>
                <a:latin typeface="標楷體" panose="03000509000000000000" pitchFamily="65" charset="-120"/>
                <a:ea typeface="標楷體" panose="03000509000000000000" pitchFamily="65" charset="-120"/>
              </a:rPr>
              <a:t>表</a:t>
            </a:r>
            <a:r>
              <a:rPr lang="en-US" altLang="zh-TW" sz="1600" kern="0" dirty="0" smtClean="0">
                <a:solidFill>
                  <a:srgbClr val="C00000"/>
                </a:solidFill>
                <a:latin typeface="標楷體" panose="03000509000000000000" pitchFamily="65" charset="-120"/>
                <a:ea typeface="標楷體" panose="03000509000000000000" pitchFamily="65" charset="-120"/>
              </a:rPr>
              <a:t>1)</a:t>
            </a:r>
            <a:endParaRPr lang="zh-TW" altLang="en-US" sz="1600" kern="0" dirty="0">
              <a:solidFill>
                <a:srgbClr val="C00000"/>
              </a:solidFill>
              <a:latin typeface="標楷體" panose="03000509000000000000" pitchFamily="65" charset="-120"/>
              <a:ea typeface="標楷體" panose="03000509000000000000" pitchFamily="65" charset="-120"/>
            </a:endParaRPr>
          </a:p>
        </p:txBody>
      </p:sp>
      <p:sp>
        <p:nvSpPr>
          <p:cNvPr id="8" name="文字方塊 7"/>
          <p:cNvSpPr txBox="1"/>
          <p:nvPr/>
        </p:nvSpPr>
        <p:spPr>
          <a:xfrm>
            <a:off x="6769453" y="1132433"/>
            <a:ext cx="2340800" cy="369332"/>
          </a:xfrm>
          <a:prstGeom prst="rect">
            <a:avLst/>
          </a:prstGeom>
          <a:noFill/>
        </p:spPr>
        <p:txBody>
          <a:bodyPr wrap="square" rtlCol="0">
            <a:spAutoFit/>
          </a:bodyPr>
          <a:lstStyle/>
          <a:p>
            <a:pPr algn="r"/>
            <a:r>
              <a:rPr lang="zh-TW" altLang="en-US" dirty="0" smtClean="0">
                <a:latin typeface="標楷體" panose="03000509000000000000" pitchFamily="65" charset="-120"/>
                <a:ea typeface="標楷體" panose="03000509000000000000" pitchFamily="65" charset="-120"/>
              </a:rPr>
              <a:t>統計日期</a:t>
            </a:r>
            <a:r>
              <a:rPr lang="en-US" altLang="zh-TW" dirty="0" smtClean="0">
                <a:latin typeface="標楷體" panose="03000509000000000000" pitchFamily="65" charset="-120"/>
                <a:ea typeface="標楷體" panose="03000509000000000000" pitchFamily="65" charset="-120"/>
              </a:rPr>
              <a:t>:108.4.15</a:t>
            </a:r>
            <a:endParaRPr lang="zh-TW" altLang="en-US" dirty="0">
              <a:latin typeface="標楷體" panose="03000509000000000000" pitchFamily="65" charset="-120"/>
              <a:ea typeface="標楷體" panose="03000509000000000000" pitchFamily="65" charset="-120"/>
            </a:endParaRPr>
          </a:p>
        </p:txBody>
      </p:sp>
      <p:sp>
        <p:nvSpPr>
          <p:cNvPr id="3" name="文字方塊 2"/>
          <p:cNvSpPr txBox="1"/>
          <p:nvPr/>
        </p:nvSpPr>
        <p:spPr>
          <a:xfrm>
            <a:off x="179512" y="5445224"/>
            <a:ext cx="843559" cy="523220"/>
          </a:xfrm>
          <a:prstGeom prst="rect">
            <a:avLst/>
          </a:prstGeom>
          <a:noFill/>
        </p:spPr>
        <p:txBody>
          <a:bodyPr vert="horz" wrap="square" rtlCol="0">
            <a:spAutoFit/>
          </a:bodyPr>
          <a:lstStyle/>
          <a:p>
            <a:r>
              <a:rPr lang="en-US" altLang="zh-TW" sz="2800" b="1" dirty="0" smtClean="0">
                <a:solidFill>
                  <a:srgbClr val="FF0000"/>
                </a:solidFill>
                <a:latin typeface="微軟正黑體" panose="020B0604030504040204" pitchFamily="34" charset="-120"/>
                <a:ea typeface="微軟正黑體" panose="020B0604030504040204" pitchFamily="34" charset="-120"/>
              </a:rPr>
              <a:t>#12</a:t>
            </a:r>
            <a:endParaRPr lang="zh-TW" altLang="en-US" sz="2800" b="1" dirty="0" smtClean="0">
              <a:solidFill>
                <a:srgbClr val="FF0000"/>
              </a:solidFill>
              <a:latin typeface="微軟正黑體" panose="020B0604030504040204" pitchFamily="34" charset="-120"/>
              <a:ea typeface="微軟正黑體" panose="020B0604030504040204" pitchFamily="34" charset="-120"/>
            </a:endParaRPr>
          </a:p>
        </p:txBody>
      </p:sp>
      <p:sp>
        <p:nvSpPr>
          <p:cNvPr id="10" name="文字方塊 9">
            <a:hlinkClick r:id="rId3"/>
          </p:cNvPr>
          <p:cNvSpPr txBox="1"/>
          <p:nvPr/>
        </p:nvSpPr>
        <p:spPr>
          <a:xfrm>
            <a:off x="458416" y="1067241"/>
            <a:ext cx="1953344" cy="261610"/>
          </a:xfrm>
          <a:prstGeom prst="rect">
            <a:avLst/>
          </a:prstGeom>
          <a:noFill/>
        </p:spPr>
        <p:txBody>
          <a:bodyPr vert="horz" wrap="square" rtlCol="0">
            <a:spAutoFit/>
          </a:bodyPr>
          <a:lstStyle/>
          <a:p>
            <a:r>
              <a:rPr lang="en-US" altLang="zh-TW" sz="1100" b="1" dirty="0">
                <a:solidFill>
                  <a:schemeClr val="accent6">
                    <a:lumMod val="75000"/>
                  </a:schemeClr>
                </a:solidFill>
              </a:rPr>
              <a:t>https://data.gov.tw/status/agency</a:t>
            </a:r>
            <a:endParaRPr lang="zh-TW" altLang="en-US" sz="1100" b="1" dirty="0" smtClean="0">
              <a:solidFill>
                <a:schemeClr val="accent6">
                  <a:lumMod val="75000"/>
                </a:schemeClr>
              </a:solidFill>
            </a:endParaRPr>
          </a:p>
        </p:txBody>
      </p:sp>
      <p:sp>
        <p:nvSpPr>
          <p:cNvPr id="12" name="標題 1"/>
          <p:cNvSpPr>
            <a:spLocks noGrp="1"/>
          </p:cNvSpPr>
          <p:nvPr>
            <p:ph type="title"/>
          </p:nvPr>
        </p:nvSpPr>
        <p:spPr>
          <a:xfrm>
            <a:off x="467543" y="705248"/>
            <a:ext cx="4996235" cy="430976"/>
          </a:xfrm>
        </p:spPr>
        <p:txBody>
          <a:bodyPr/>
          <a:lstStyle/>
          <a:p>
            <a:pPr algn="l"/>
            <a:r>
              <a:rPr lang="zh-TW" altLang="en-US" sz="2000" dirty="0" smtClean="0"/>
              <a:t>資料開放平臺資料集統計</a:t>
            </a:r>
            <a:r>
              <a:rPr lang="en-US" altLang="zh-TW" sz="2000" dirty="0" smtClean="0"/>
              <a:t>-</a:t>
            </a:r>
            <a:r>
              <a:rPr lang="zh-TW" altLang="en-US" sz="2000" dirty="0" smtClean="0">
                <a:solidFill>
                  <a:srgbClr val="D0610E"/>
                </a:solidFill>
              </a:rPr>
              <a:t>各部會開放情形</a:t>
            </a:r>
            <a:endParaRPr lang="zh-TW" altLang="en-US" sz="2000" dirty="0">
              <a:solidFill>
                <a:srgbClr val="D0610E"/>
              </a:solidFill>
            </a:endParaRPr>
          </a:p>
        </p:txBody>
      </p:sp>
      <p:graphicFrame>
        <p:nvGraphicFramePr>
          <p:cNvPr id="15" name="圖表 14"/>
          <p:cNvGraphicFramePr>
            <a:graphicFrameLocks/>
          </p:cNvGraphicFramePr>
          <p:nvPr>
            <p:extLst>
              <p:ext uri="{D42A27DB-BD31-4B8C-83A1-F6EECF244321}">
                <p14:modId xmlns:p14="http://schemas.microsoft.com/office/powerpoint/2010/main" val="1903832286"/>
              </p:ext>
            </p:extLst>
          </p:nvPr>
        </p:nvGraphicFramePr>
        <p:xfrm>
          <a:off x="774747" y="1566956"/>
          <a:ext cx="7569153" cy="5133882"/>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90133233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900B4382-7C4E-4E7B-8DB7-FB39E0211E21}" type="slidenum">
              <a:rPr lang="zh-TW" altLang="en-US" smtClean="0">
                <a:solidFill>
                  <a:prstClr val="black"/>
                </a:solidFill>
              </a:rPr>
              <a:pPr/>
              <a:t>8</a:t>
            </a:fld>
            <a:endParaRPr lang="zh-TW" altLang="en-US">
              <a:solidFill>
                <a:prstClr val="black"/>
              </a:solidFill>
            </a:endParaRPr>
          </a:p>
        </p:txBody>
      </p:sp>
      <p:sp>
        <p:nvSpPr>
          <p:cNvPr id="6" name="標題 1"/>
          <p:cNvSpPr txBox="1">
            <a:spLocks/>
          </p:cNvSpPr>
          <p:nvPr/>
        </p:nvSpPr>
        <p:spPr>
          <a:xfrm>
            <a:off x="28187" y="43585"/>
            <a:ext cx="8229600" cy="764704"/>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en-US" altLang="zh-TW" sz="3600" kern="0" dirty="0"/>
              <a:t>(</a:t>
            </a:r>
            <a:r>
              <a:rPr lang="zh-TW" altLang="en-US" sz="3600" kern="0" dirty="0"/>
              <a:t>二</a:t>
            </a:r>
            <a:r>
              <a:rPr lang="en-US" altLang="zh-TW" sz="3600" kern="0" dirty="0"/>
              <a:t>)</a:t>
            </a:r>
            <a:r>
              <a:rPr lang="zh-TW" altLang="en-US" sz="3600" kern="0" dirty="0"/>
              <a:t>資料集瀏覽</a:t>
            </a:r>
            <a:r>
              <a:rPr lang="zh-TW" altLang="en-US" sz="3600" kern="0" dirty="0" smtClean="0"/>
              <a:t>情形</a:t>
            </a:r>
            <a:r>
              <a:rPr lang="en-US" altLang="zh-TW" sz="3600" kern="0" dirty="0" smtClean="0"/>
              <a:t>-5</a:t>
            </a:r>
            <a:r>
              <a:rPr lang="zh-TW" altLang="en-US" sz="3600" kern="0" dirty="0" smtClean="0"/>
              <a:t>項百名內</a:t>
            </a:r>
            <a:endParaRPr lang="zh-TW" altLang="en-US" sz="3600" kern="0" dirty="0"/>
          </a:p>
        </p:txBody>
      </p:sp>
      <p:sp>
        <p:nvSpPr>
          <p:cNvPr id="8" name="文字方塊 7"/>
          <p:cNvSpPr txBox="1"/>
          <p:nvPr/>
        </p:nvSpPr>
        <p:spPr>
          <a:xfrm>
            <a:off x="6372200" y="1297656"/>
            <a:ext cx="2457293" cy="369332"/>
          </a:xfrm>
          <a:prstGeom prst="rect">
            <a:avLst/>
          </a:prstGeom>
          <a:noFill/>
        </p:spPr>
        <p:txBody>
          <a:bodyPr wrap="square" rtlCol="0">
            <a:spAutoFit/>
          </a:bodyPr>
          <a:lstStyle/>
          <a:p>
            <a:pPr algn="r"/>
            <a:r>
              <a:rPr lang="zh-TW" altLang="en-US" b="1" dirty="0" smtClean="0">
                <a:latin typeface="標楷體" panose="03000509000000000000" pitchFamily="65" charset="-120"/>
                <a:ea typeface="標楷體" panose="03000509000000000000" pitchFamily="65" charset="-120"/>
              </a:rPr>
              <a:t>統計時間</a:t>
            </a:r>
            <a:r>
              <a:rPr lang="en-US" altLang="zh-TW" b="1" dirty="0" smtClean="0">
                <a:latin typeface="標楷體" panose="03000509000000000000" pitchFamily="65" charset="-120"/>
                <a:ea typeface="標楷體" panose="03000509000000000000" pitchFamily="65" charset="-120"/>
              </a:rPr>
              <a:t>:108.4.15</a:t>
            </a:r>
            <a:endParaRPr lang="zh-TW" altLang="en-US" b="1" dirty="0">
              <a:latin typeface="標楷體" panose="03000509000000000000" pitchFamily="65" charset="-120"/>
              <a:ea typeface="標楷體" panose="03000509000000000000" pitchFamily="65" charset="-120"/>
            </a:endParaRPr>
          </a:p>
        </p:txBody>
      </p:sp>
      <p:graphicFrame>
        <p:nvGraphicFramePr>
          <p:cNvPr id="5" name="表格 4"/>
          <p:cNvGraphicFramePr>
            <a:graphicFrameLocks noGrp="1"/>
          </p:cNvGraphicFramePr>
          <p:nvPr>
            <p:extLst>
              <p:ext uri="{D42A27DB-BD31-4B8C-83A1-F6EECF244321}">
                <p14:modId xmlns:p14="http://schemas.microsoft.com/office/powerpoint/2010/main" val="1407575405"/>
              </p:ext>
            </p:extLst>
          </p:nvPr>
        </p:nvGraphicFramePr>
        <p:xfrm>
          <a:off x="539552" y="1650469"/>
          <a:ext cx="8208912" cy="4718343"/>
        </p:xfrm>
        <a:graphic>
          <a:graphicData uri="http://schemas.openxmlformats.org/drawingml/2006/table">
            <a:tbl>
              <a:tblPr/>
              <a:tblGrid>
                <a:gridCol w="723046"/>
                <a:gridCol w="6333738"/>
                <a:gridCol w="1152128"/>
              </a:tblGrid>
              <a:tr h="626403">
                <a:tc>
                  <a:txBody>
                    <a:bodyPr/>
                    <a:lstStyle/>
                    <a:p>
                      <a:pPr algn="ctr" fontAlgn="t"/>
                      <a:r>
                        <a:rPr lang="zh-TW" altLang="en-US" sz="2000" b="0" i="0" u="none" strike="noStrike" dirty="0">
                          <a:effectLst/>
                          <a:latin typeface="標楷體" panose="03000509000000000000" pitchFamily="65" charset="-120"/>
                          <a:ea typeface="標楷體" panose="03000509000000000000" pitchFamily="65" charset="-120"/>
                        </a:rPr>
                        <a:t>本會排名</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99">
                        <a:alpha val="60000"/>
                      </a:srgbClr>
                    </a:solidFill>
                  </a:tcPr>
                </a:tc>
                <a:tc>
                  <a:txBody>
                    <a:bodyPr/>
                    <a:lstStyle/>
                    <a:p>
                      <a:pPr algn="ctr" fontAlgn="ctr"/>
                      <a:r>
                        <a:rPr lang="zh-TW" altLang="en-US" sz="2000" b="0" i="0" u="none" strike="noStrike" dirty="0">
                          <a:effectLst/>
                          <a:latin typeface="標楷體" panose="03000509000000000000" pitchFamily="65" charset="-120"/>
                          <a:ea typeface="標楷體" panose="03000509000000000000" pitchFamily="65" charset="-120"/>
                        </a:rPr>
                        <a:t>資料集名稱</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99">
                        <a:alpha val="60000"/>
                      </a:srgbClr>
                    </a:solidFill>
                  </a:tcPr>
                </a:tc>
                <a:tc>
                  <a:txBody>
                    <a:bodyPr/>
                    <a:lstStyle/>
                    <a:p>
                      <a:pPr algn="ctr" fontAlgn="b"/>
                      <a:r>
                        <a:rPr lang="zh-TW" altLang="en-US" sz="2000" b="0" i="0" u="none" strike="noStrike" dirty="0" smtClean="0">
                          <a:effectLst/>
                          <a:latin typeface="標楷體" panose="03000509000000000000" pitchFamily="65" charset="-120"/>
                          <a:ea typeface="標楷體" panose="03000509000000000000" pitchFamily="65" charset="-120"/>
                        </a:rPr>
                        <a:t>開放平臺排名</a:t>
                      </a:r>
                      <a:endParaRPr lang="zh-TW" altLang="en-US" sz="2000" b="0" i="0" u="none" strike="noStrike" dirty="0">
                        <a:effectLst/>
                        <a:latin typeface="標楷體" panose="03000509000000000000" pitchFamily="65" charset="-120"/>
                        <a:ea typeface="標楷體" panose="03000509000000000000" pitchFamily="65" charset="-12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99">
                        <a:alpha val="60000"/>
                      </a:srgbClr>
                    </a:solidFill>
                  </a:tcPr>
                </a:tc>
              </a:tr>
              <a:tr h="361964">
                <a:tc>
                  <a:txBody>
                    <a:bodyPr/>
                    <a:lstStyle/>
                    <a:p>
                      <a:pPr algn="ctr" fontAlgn="ctr"/>
                      <a:r>
                        <a:rPr lang="en-US" altLang="zh-TW" sz="2400" b="0" i="0" u="none" strike="noStrike" dirty="0">
                          <a:effectLst/>
                          <a:latin typeface="標楷體" panose="03000509000000000000" pitchFamily="65" charset="-120"/>
                          <a:ea typeface="標楷體" panose="03000509000000000000" pitchFamily="65" charset="-120"/>
                        </a:rPr>
                        <a:t>1</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alpha val="42000"/>
                      </a:srgbClr>
                    </a:solidFill>
                  </a:tcPr>
                </a:tc>
                <a:tc>
                  <a:txBody>
                    <a:bodyPr/>
                    <a:lstStyle/>
                    <a:p>
                      <a:pPr>
                        <a:spcAft>
                          <a:spcPts val="0"/>
                        </a:spcAft>
                      </a:pPr>
                      <a:r>
                        <a:rPr lang="en-US" sz="2400" kern="100" dirty="0">
                          <a:effectLst/>
                          <a:latin typeface="標楷體" panose="03000509000000000000" pitchFamily="65" charset="-120"/>
                          <a:ea typeface="新細明體" panose="02020500000000000000" pitchFamily="18" charset="-120"/>
                        </a:rPr>
                        <a:t>CNS11643</a:t>
                      </a:r>
                      <a:r>
                        <a:rPr lang="zh-TW" sz="2400" kern="100" dirty="0">
                          <a:effectLst/>
                          <a:latin typeface="Times New Roman" panose="02020603050405020304" pitchFamily="18" charset="0"/>
                          <a:ea typeface="標楷體" panose="03000509000000000000" pitchFamily="65" charset="-120"/>
                        </a:rPr>
                        <a:t>中文標準交換碼全字庫</a:t>
                      </a:r>
                      <a:r>
                        <a:rPr lang="en-US" sz="2400" kern="100" dirty="0">
                          <a:effectLst/>
                          <a:latin typeface="Times New Roman" panose="02020603050405020304" pitchFamily="18" charset="0"/>
                          <a:ea typeface="標楷體" panose="03000509000000000000" pitchFamily="65" charset="-120"/>
                        </a:rPr>
                        <a:t>(</a:t>
                      </a:r>
                      <a:r>
                        <a:rPr lang="zh-TW" sz="2400" kern="100" dirty="0">
                          <a:effectLst/>
                          <a:latin typeface="Times New Roman" panose="02020603050405020304" pitchFamily="18" charset="0"/>
                          <a:ea typeface="標楷體" panose="03000509000000000000" pitchFamily="65" charset="-120"/>
                        </a:rPr>
                        <a:t>簡稱全字庫</a:t>
                      </a:r>
                      <a:r>
                        <a:rPr lang="en-US" sz="2400" kern="100" dirty="0">
                          <a:effectLst/>
                          <a:latin typeface="Times New Roman" panose="02020603050405020304" pitchFamily="18" charset="0"/>
                          <a:ea typeface="標楷體" panose="03000509000000000000" pitchFamily="65" charset="-120"/>
                        </a:rPr>
                        <a:t>)</a:t>
                      </a:r>
                      <a:endParaRPr lang="zh-TW" sz="2400" kern="100" dirty="0">
                        <a:effectLst/>
                        <a:latin typeface="Times New Roman" panose="02020603050405020304" pitchFamily="18" charset="0"/>
                        <a:ea typeface="新細明體" panose="02020500000000000000" pitchFamily="18" charset="-120"/>
                      </a:endParaRPr>
                    </a:p>
                  </a:txBody>
                  <a:tcPr marL="17780" marR="177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alpha val="42000"/>
                      </a:srgbClr>
                    </a:solidFill>
                  </a:tcPr>
                </a:tc>
                <a:tc>
                  <a:txBody>
                    <a:bodyPr/>
                    <a:lstStyle/>
                    <a:p>
                      <a:pPr algn="ctr">
                        <a:spcAft>
                          <a:spcPts val="0"/>
                        </a:spcAft>
                      </a:pPr>
                      <a:r>
                        <a:rPr lang="en-US" sz="2400" kern="100">
                          <a:effectLst/>
                          <a:latin typeface="Times New Roman" panose="02020603050405020304" pitchFamily="18" charset="0"/>
                          <a:ea typeface="新細明體" panose="02020500000000000000" pitchFamily="18" charset="-120"/>
                        </a:rPr>
                        <a:t>2</a:t>
                      </a:r>
                      <a:endParaRPr lang="zh-TW" sz="2000" kern="100">
                        <a:effectLst/>
                        <a:latin typeface="Times New Roman" panose="02020603050405020304" pitchFamily="18" charset="0"/>
                        <a:ea typeface="新細明體" panose="02020500000000000000" pitchFamily="18" charset="-120"/>
                      </a:endParaRPr>
                    </a:p>
                  </a:txBody>
                  <a:tcPr marL="17780" marR="177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alpha val="42000"/>
                      </a:srgbClr>
                    </a:solidFill>
                  </a:tcPr>
                </a:tc>
              </a:tr>
              <a:tr h="361964">
                <a:tc>
                  <a:txBody>
                    <a:bodyPr/>
                    <a:lstStyle/>
                    <a:p>
                      <a:pPr algn="ctr" fontAlgn="b"/>
                      <a:r>
                        <a:rPr lang="en-US" altLang="zh-TW" sz="2400" b="0" i="0" u="none" strike="noStrike" dirty="0">
                          <a:effectLst/>
                          <a:latin typeface="標楷體" panose="03000509000000000000" pitchFamily="65" charset="-120"/>
                          <a:ea typeface="標楷體" panose="03000509000000000000" pitchFamily="65" charset="-120"/>
                        </a:rPr>
                        <a:t>2</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alpha val="42000"/>
                      </a:srgbClr>
                    </a:solidFill>
                  </a:tcPr>
                </a:tc>
                <a:tc>
                  <a:txBody>
                    <a:bodyPr/>
                    <a:lstStyle/>
                    <a:p>
                      <a:pPr>
                        <a:spcAft>
                          <a:spcPts val="0"/>
                        </a:spcAft>
                      </a:pPr>
                      <a:r>
                        <a:rPr lang="en-US" sz="2400" kern="100" dirty="0" err="1">
                          <a:effectLst/>
                          <a:latin typeface="標楷體" panose="03000509000000000000" pitchFamily="65" charset="-120"/>
                          <a:ea typeface="新細明體" panose="02020500000000000000" pitchFamily="18" charset="-120"/>
                        </a:rPr>
                        <a:t>iTaiwan</a:t>
                      </a:r>
                      <a:r>
                        <a:rPr lang="zh-TW" sz="2400" kern="100" dirty="0">
                          <a:effectLst/>
                          <a:latin typeface="Times New Roman" panose="02020603050405020304" pitchFamily="18" charset="0"/>
                          <a:ea typeface="標楷體" panose="03000509000000000000" pitchFamily="65" charset="-120"/>
                        </a:rPr>
                        <a:t>中央行政機關室內公共區域免費無線上網熱點查詢服務</a:t>
                      </a:r>
                      <a:endParaRPr lang="zh-TW" sz="2400" kern="100" dirty="0">
                        <a:effectLst/>
                        <a:latin typeface="Times New Roman" panose="02020603050405020304" pitchFamily="18" charset="0"/>
                        <a:ea typeface="新細明體" panose="02020500000000000000" pitchFamily="18" charset="-120"/>
                      </a:endParaRPr>
                    </a:p>
                  </a:txBody>
                  <a:tcPr marL="17780" marR="177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alpha val="42000"/>
                      </a:srgbClr>
                    </a:solidFill>
                  </a:tcPr>
                </a:tc>
                <a:tc>
                  <a:txBody>
                    <a:bodyPr/>
                    <a:lstStyle/>
                    <a:p>
                      <a:pPr algn="ctr">
                        <a:spcAft>
                          <a:spcPts val="0"/>
                        </a:spcAft>
                      </a:pPr>
                      <a:r>
                        <a:rPr lang="en-US" sz="2400" kern="100">
                          <a:effectLst/>
                          <a:latin typeface="Times New Roman" panose="02020603050405020304" pitchFamily="18" charset="0"/>
                          <a:ea typeface="新細明體" panose="02020500000000000000" pitchFamily="18" charset="-120"/>
                        </a:rPr>
                        <a:t>8</a:t>
                      </a:r>
                      <a:endParaRPr lang="zh-TW" sz="2000" kern="100">
                        <a:effectLst/>
                        <a:latin typeface="Times New Roman" panose="02020603050405020304" pitchFamily="18" charset="0"/>
                        <a:ea typeface="新細明體" panose="02020500000000000000" pitchFamily="18" charset="-120"/>
                      </a:endParaRPr>
                    </a:p>
                  </a:txBody>
                  <a:tcPr marL="17780" marR="177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alpha val="42000"/>
                      </a:srgbClr>
                    </a:solidFill>
                  </a:tcPr>
                </a:tc>
              </a:tr>
              <a:tr h="361964">
                <a:tc>
                  <a:txBody>
                    <a:bodyPr/>
                    <a:lstStyle/>
                    <a:p>
                      <a:pPr algn="ctr" fontAlgn="b"/>
                      <a:r>
                        <a:rPr lang="en-US" altLang="zh-TW" sz="2400" b="0" i="0" u="none" strike="noStrike" dirty="0">
                          <a:effectLst/>
                          <a:latin typeface="標楷體" panose="03000509000000000000" pitchFamily="65" charset="-120"/>
                          <a:ea typeface="標楷體" panose="03000509000000000000" pitchFamily="65" charset="-120"/>
                        </a:rPr>
                        <a:t>3</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alpha val="42000"/>
                      </a:srgbClr>
                    </a:solidFill>
                  </a:tcPr>
                </a:tc>
                <a:tc>
                  <a:txBody>
                    <a:bodyPr/>
                    <a:lstStyle/>
                    <a:p>
                      <a:pPr>
                        <a:spcAft>
                          <a:spcPts val="0"/>
                        </a:spcAft>
                      </a:pPr>
                      <a:r>
                        <a:rPr lang="zh-TW" sz="2400" kern="100" dirty="0">
                          <a:effectLst/>
                          <a:latin typeface="Times New Roman" panose="02020603050405020304" pitchFamily="18" charset="0"/>
                          <a:ea typeface="標楷體" panose="03000509000000000000" pitchFamily="65" charset="-120"/>
                        </a:rPr>
                        <a:t>政府資料開放平臺資料集清單</a:t>
                      </a:r>
                      <a:endParaRPr lang="zh-TW" sz="2400" kern="100" dirty="0">
                        <a:effectLst/>
                        <a:latin typeface="Times New Roman" panose="02020603050405020304" pitchFamily="18" charset="0"/>
                        <a:ea typeface="新細明體" panose="02020500000000000000" pitchFamily="18" charset="-120"/>
                      </a:endParaRPr>
                    </a:p>
                  </a:txBody>
                  <a:tcPr marL="17780" marR="177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alpha val="42000"/>
                      </a:srgbClr>
                    </a:solidFill>
                  </a:tcPr>
                </a:tc>
                <a:tc>
                  <a:txBody>
                    <a:bodyPr/>
                    <a:lstStyle/>
                    <a:p>
                      <a:pPr algn="ctr">
                        <a:spcAft>
                          <a:spcPts val="0"/>
                        </a:spcAft>
                      </a:pPr>
                      <a:r>
                        <a:rPr lang="en-US" sz="2400" kern="100" dirty="0">
                          <a:effectLst/>
                          <a:latin typeface="Times New Roman" panose="02020603050405020304" pitchFamily="18" charset="0"/>
                          <a:ea typeface="新細明體" panose="02020500000000000000" pitchFamily="18" charset="-120"/>
                        </a:rPr>
                        <a:t>40</a:t>
                      </a:r>
                      <a:endParaRPr lang="zh-TW" sz="2000" kern="100" dirty="0">
                        <a:effectLst/>
                        <a:latin typeface="Times New Roman" panose="02020603050405020304" pitchFamily="18" charset="0"/>
                        <a:ea typeface="新細明體" panose="02020500000000000000" pitchFamily="18" charset="-120"/>
                      </a:endParaRPr>
                    </a:p>
                  </a:txBody>
                  <a:tcPr marL="17780" marR="177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alpha val="42000"/>
                      </a:srgbClr>
                    </a:solidFill>
                  </a:tcPr>
                </a:tc>
              </a:tr>
              <a:tr h="361964">
                <a:tc>
                  <a:txBody>
                    <a:bodyPr/>
                    <a:lstStyle/>
                    <a:p>
                      <a:pPr algn="ctr" fontAlgn="b"/>
                      <a:r>
                        <a:rPr lang="en-US" altLang="zh-TW" sz="2400" b="0" i="0" u="none" strike="noStrike" dirty="0">
                          <a:effectLst/>
                          <a:latin typeface="標楷體" panose="03000509000000000000" pitchFamily="65" charset="-120"/>
                          <a:ea typeface="標楷體" panose="03000509000000000000" pitchFamily="65" charset="-120"/>
                        </a:rPr>
                        <a:t>4</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alpha val="42000"/>
                      </a:srgbClr>
                    </a:solidFill>
                  </a:tcPr>
                </a:tc>
                <a:tc>
                  <a:txBody>
                    <a:bodyPr/>
                    <a:lstStyle/>
                    <a:p>
                      <a:pPr>
                        <a:spcAft>
                          <a:spcPts val="0"/>
                        </a:spcAft>
                      </a:pPr>
                      <a:r>
                        <a:rPr lang="zh-TW" sz="2400" kern="100" dirty="0">
                          <a:effectLst/>
                          <a:latin typeface="Times New Roman" panose="02020603050405020304" pitchFamily="18" charset="0"/>
                          <a:ea typeface="標楷體" panose="03000509000000000000" pitchFamily="65" charset="-120"/>
                        </a:rPr>
                        <a:t>公文電子交換系統地址簿</a:t>
                      </a:r>
                      <a:endParaRPr lang="zh-TW" sz="2400" kern="100" dirty="0">
                        <a:effectLst/>
                        <a:latin typeface="Times New Roman" panose="02020603050405020304" pitchFamily="18" charset="0"/>
                        <a:ea typeface="新細明體" panose="02020500000000000000" pitchFamily="18" charset="-120"/>
                      </a:endParaRPr>
                    </a:p>
                  </a:txBody>
                  <a:tcPr marL="17780" marR="177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alpha val="42000"/>
                      </a:srgbClr>
                    </a:solidFill>
                  </a:tcPr>
                </a:tc>
                <a:tc>
                  <a:txBody>
                    <a:bodyPr/>
                    <a:lstStyle/>
                    <a:p>
                      <a:pPr algn="ctr">
                        <a:spcAft>
                          <a:spcPts val="0"/>
                        </a:spcAft>
                      </a:pPr>
                      <a:r>
                        <a:rPr lang="en-US" sz="2400" kern="100">
                          <a:effectLst/>
                          <a:latin typeface="Times New Roman" panose="02020603050405020304" pitchFamily="18" charset="0"/>
                          <a:ea typeface="新細明體" panose="02020500000000000000" pitchFamily="18" charset="-120"/>
                        </a:rPr>
                        <a:t>56</a:t>
                      </a:r>
                      <a:endParaRPr lang="zh-TW" sz="2000" kern="100">
                        <a:effectLst/>
                        <a:latin typeface="Times New Roman" panose="02020603050405020304" pitchFamily="18" charset="0"/>
                        <a:ea typeface="新細明體" panose="02020500000000000000" pitchFamily="18" charset="-120"/>
                      </a:endParaRPr>
                    </a:p>
                  </a:txBody>
                  <a:tcPr marL="17780" marR="177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alpha val="42000"/>
                      </a:srgbClr>
                    </a:solidFill>
                  </a:tcPr>
                </a:tc>
              </a:tr>
              <a:tr h="361964">
                <a:tc>
                  <a:txBody>
                    <a:bodyPr/>
                    <a:lstStyle/>
                    <a:p>
                      <a:pPr algn="ctr" fontAlgn="b"/>
                      <a:r>
                        <a:rPr lang="en-US" altLang="zh-TW" sz="2400" b="0" i="0" u="none" strike="noStrike" dirty="0">
                          <a:effectLst/>
                          <a:latin typeface="標楷體" panose="03000509000000000000" pitchFamily="65" charset="-120"/>
                          <a:ea typeface="標楷體" panose="03000509000000000000" pitchFamily="65" charset="-120"/>
                        </a:rPr>
                        <a:t>5</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alpha val="42000"/>
                      </a:srgbClr>
                    </a:solidFill>
                  </a:tcPr>
                </a:tc>
                <a:tc>
                  <a:txBody>
                    <a:bodyPr/>
                    <a:lstStyle/>
                    <a:p>
                      <a:pPr>
                        <a:spcAft>
                          <a:spcPts val="0"/>
                        </a:spcAft>
                      </a:pPr>
                      <a:r>
                        <a:rPr lang="zh-TW" sz="2400" kern="100" dirty="0">
                          <a:effectLst/>
                          <a:latin typeface="Times New Roman" panose="02020603050405020304" pitchFamily="18" charset="0"/>
                          <a:ea typeface="標楷體" panose="03000509000000000000" pitchFamily="65" charset="-120"/>
                        </a:rPr>
                        <a:t>景氣指標及燈號</a:t>
                      </a:r>
                      <a:endParaRPr lang="zh-TW" sz="2400" kern="100" dirty="0">
                        <a:effectLst/>
                        <a:latin typeface="Times New Roman" panose="02020603050405020304" pitchFamily="18" charset="0"/>
                        <a:ea typeface="新細明體" panose="02020500000000000000" pitchFamily="18" charset="-120"/>
                      </a:endParaRPr>
                    </a:p>
                  </a:txBody>
                  <a:tcPr marL="17780" marR="177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alpha val="42000"/>
                      </a:srgbClr>
                    </a:solidFill>
                  </a:tcPr>
                </a:tc>
                <a:tc>
                  <a:txBody>
                    <a:bodyPr/>
                    <a:lstStyle/>
                    <a:p>
                      <a:pPr algn="ctr">
                        <a:spcAft>
                          <a:spcPts val="0"/>
                        </a:spcAft>
                      </a:pPr>
                      <a:r>
                        <a:rPr lang="en-US" sz="2400" kern="100">
                          <a:effectLst/>
                          <a:latin typeface="Times New Roman" panose="02020603050405020304" pitchFamily="18" charset="0"/>
                          <a:ea typeface="新細明體" panose="02020500000000000000" pitchFamily="18" charset="-120"/>
                        </a:rPr>
                        <a:t>63</a:t>
                      </a:r>
                      <a:endParaRPr lang="zh-TW" sz="2000" kern="100">
                        <a:effectLst/>
                        <a:latin typeface="Times New Roman" panose="02020603050405020304" pitchFamily="18" charset="0"/>
                        <a:ea typeface="新細明體" panose="02020500000000000000" pitchFamily="18" charset="-120"/>
                      </a:endParaRPr>
                    </a:p>
                  </a:txBody>
                  <a:tcPr marL="17780" marR="177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alpha val="42000"/>
                      </a:srgbClr>
                    </a:solidFill>
                  </a:tcPr>
                </a:tc>
              </a:tr>
              <a:tr h="361964">
                <a:tc>
                  <a:txBody>
                    <a:bodyPr/>
                    <a:lstStyle/>
                    <a:p>
                      <a:pPr algn="ctr" fontAlgn="ctr"/>
                      <a:r>
                        <a:rPr lang="en-US" altLang="zh-TW" sz="2400" b="0" i="0" u="none" strike="noStrike" dirty="0">
                          <a:effectLst/>
                          <a:latin typeface="標楷體" panose="03000509000000000000" pitchFamily="65" charset="-120"/>
                          <a:ea typeface="標楷體" panose="03000509000000000000" pitchFamily="65" charset="-120"/>
                        </a:rPr>
                        <a:t>6</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spcAft>
                          <a:spcPts val="0"/>
                        </a:spcAft>
                      </a:pPr>
                      <a:r>
                        <a:rPr lang="zh-TW" sz="2400" kern="100" dirty="0">
                          <a:effectLst/>
                          <a:latin typeface="Times New Roman" panose="02020603050405020304" pitchFamily="18" charset="0"/>
                          <a:ea typeface="標楷體" panose="03000509000000000000" pitchFamily="65" charset="-120"/>
                        </a:rPr>
                        <a:t>政府機關唯一識別代碼</a:t>
                      </a:r>
                      <a:r>
                        <a:rPr lang="en-US" sz="2400" kern="100" dirty="0">
                          <a:effectLst/>
                          <a:latin typeface="Times New Roman" panose="02020603050405020304" pitchFamily="18" charset="0"/>
                          <a:ea typeface="標楷體" panose="03000509000000000000" pitchFamily="65" charset="-120"/>
                        </a:rPr>
                        <a:t>(OID)</a:t>
                      </a:r>
                      <a:endParaRPr lang="zh-TW" sz="2400" kern="100" dirty="0">
                        <a:effectLst/>
                        <a:latin typeface="Times New Roman" panose="02020603050405020304" pitchFamily="18" charset="0"/>
                        <a:ea typeface="新細明體" panose="02020500000000000000" pitchFamily="18" charset="-120"/>
                      </a:endParaRPr>
                    </a:p>
                  </a:txBody>
                  <a:tcPr marL="17780" marR="177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effectLst/>
                          <a:latin typeface="Times New Roman" panose="02020603050405020304" pitchFamily="18" charset="0"/>
                          <a:ea typeface="新細明體" panose="02020500000000000000" pitchFamily="18" charset="-120"/>
                        </a:rPr>
                        <a:t>223</a:t>
                      </a:r>
                      <a:endParaRPr lang="zh-TW" sz="2000" kern="100">
                        <a:effectLst/>
                        <a:latin typeface="Times New Roman" panose="02020603050405020304" pitchFamily="18" charset="0"/>
                        <a:ea typeface="新細明體" panose="02020500000000000000" pitchFamily="18" charset="-120"/>
                      </a:endParaRPr>
                    </a:p>
                  </a:txBody>
                  <a:tcPr marL="17780" marR="177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61964">
                <a:tc>
                  <a:txBody>
                    <a:bodyPr/>
                    <a:lstStyle/>
                    <a:p>
                      <a:pPr algn="ctr" fontAlgn="b"/>
                      <a:r>
                        <a:rPr lang="en-US" altLang="zh-TW" sz="2400" b="0" i="0" u="none" strike="noStrike" dirty="0">
                          <a:effectLst/>
                          <a:latin typeface="標楷體" panose="03000509000000000000" pitchFamily="65" charset="-120"/>
                          <a:ea typeface="標楷體" panose="03000509000000000000" pitchFamily="65" charset="-120"/>
                        </a:rPr>
                        <a:t>7</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spcAft>
                          <a:spcPts val="0"/>
                        </a:spcAft>
                      </a:pPr>
                      <a:r>
                        <a:rPr lang="zh-TW" sz="2400" kern="100" dirty="0">
                          <a:effectLst/>
                          <a:latin typeface="Times New Roman" panose="02020603050405020304" pitchFamily="18" charset="0"/>
                          <a:ea typeface="標楷體" panose="03000509000000000000" pitchFamily="65" charset="-120"/>
                        </a:rPr>
                        <a:t>行政院公報</a:t>
                      </a:r>
                      <a:endParaRPr lang="zh-TW" sz="2400" kern="100" dirty="0">
                        <a:effectLst/>
                        <a:latin typeface="Times New Roman" panose="02020603050405020304" pitchFamily="18" charset="0"/>
                        <a:ea typeface="新細明體" panose="02020500000000000000" pitchFamily="18" charset="-120"/>
                      </a:endParaRPr>
                    </a:p>
                  </a:txBody>
                  <a:tcPr marL="17780" marR="177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effectLst/>
                          <a:latin typeface="Times New Roman" panose="02020603050405020304" pitchFamily="18" charset="0"/>
                          <a:ea typeface="新細明體" panose="02020500000000000000" pitchFamily="18" charset="-120"/>
                        </a:rPr>
                        <a:t>237</a:t>
                      </a:r>
                      <a:endParaRPr lang="zh-TW" sz="2000" kern="100">
                        <a:effectLst/>
                        <a:latin typeface="Times New Roman" panose="02020603050405020304" pitchFamily="18" charset="0"/>
                        <a:ea typeface="新細明體" panose="02020500000000000000" pitchFamily="18" charset="-120"/>
                      </a:endParaRPr>
                    </a:p>
                  </a:txBody>
                  <a:tcPr marL="17780" marR="177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61964">
                <a:tc>
                  <a:txBody>
                    <a:bodyPr/>
                    <a:lstStyle/>
                    <a:p>
                      <a:pPr algn="ctr" fontAlgn="b"/>
                      <a:r>
                        <a:rPr lang="en-US" altLang="zh-TW" sz="2400" b="0" i="0" u="none" strike="noStrike" dirty="0">
                          <a:effectLst/>
                          <a:latin typeface="標楷體" panose="03000509000000000000" pitchFamily="65" charset="-120"/>
                          <a:ea typeface="標楷體" panose="03000509000000000000" pitchFamily="65" charset="-120"/>
                        </a:rPr>
                        <a:t>8</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spcAft>
                          <a:spcPts val="0"/>
                        </a:spcAft>
                      </a:pPr>
                      <a:r>
                        <a:rPr lang="zh-TW" sz="2400" kern="100" dirty="0">
                          <a:effectLst/>
                          <a:latin typeface="Times New Roman" panose="02020603050405020304" pitchFamily="18" charset="0"/>
                          <a:ea typeface="標楷體" panose="03000509000000000000" pitchFamily="65" charset="-120"/>
                        </a:rPr>
                        <a:t>數位機會調查</a:t>
                      </a:r>
                      <a:endParaRPr lang="zh-TW" sz="2400" kern="100" dirty="0">
                        <a:effectLst/>
                        <a:latin typeface="Times New Roman" panose="02020603050405020304" pitchFamily="18" charset="0"/>
                        <a:ea typeface="新細明體" panose="02020500000000000000" pitchFamily="18" charset="-120"/>
                      </a:endParaRPr>
                    </a:p>
                  </a:txBody>
                  <a:tcPr marL="17780" marR="177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effectLst/>
                          <a:latin typeface="Times New Roman" panose="02020603050405020304" pitchFamily="18" charset="0"/>
                          <a:ea typeface="新細明體" panose="02020500000000000000" pitchFamily="18" charset="-120"/>
                        </a:rPr>
                        <a:t>393</a:t>
                      </a:r>
                      <a:endParaRPr lang="zh-TW" sz="2000" kern="100">
                        <a:effectLst/>
                        <a:latin typeface="Times New Roman" panose="02020603050405020304" pitchFamily="18" charset="0"/>
                        <a:ea typeface="新細明體" panose="02020500000000000000" pitchFamily="18" charset="-120"/>
                      </a:endParaRPr>
                    </a:p>
                  </a:txBody>
                  <a:tcPr marL="17780" marR="177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61964">
                <a:tc>
                  <a:txBody>
                    <a:bodyPr/>
                    <a:lstStyle/>
                    <a:p>
                      <a:pPr algn="ctr" fontAlgn="b"/>
                      <a:r>
                        <a:rPr lang="en-US" altLang="zh-TW" sz="2400" b="0" i="0" u="none" strike="noStrike" dirty="0">
                          <a:effectLst/>
                          <a:latin typeface="標楷體" panose="03000509000000000000" pitchFamily="65" charset="-120"/>
                          <a:ea typeface="標楷體" panose="03000509000000000000" pitchFamily="65" charset="-120"/>
                        </a:rPr>
                        <a:t>9</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spcAft>
                          <a:spcPts val="0"/>
                        </a:spcAft>
                      </a:pPr>
                      <a:r>
                        <a:rPr lang="zh-TW" sz="2400" kern="100" dirty="0">
                          <a:effectLst/>
                          <a:latin typeface="Times New Roman" panose="02020603050405020304" pitchFamily="18" charset="0"/>
                          <a:ea typeface="標楷體" panose="03000509000000000000" pitchFamily="65" charset="-120"/>
                        </a:rPr>
                        <a:t>政府資料開放平臺資料集瀏覽及下載次數統計</a:t>
                      </a:r>
                      <a:endParaRPr lang="zh-TW" sz="2400" kern="100" dirty="0">
                        <a:effectLst/>
                        <a:latin typeface="Times New Roman" panose="02020603050405020304" pitchFamily="18" charset="0"/>
                        <a:ea typeface="新細明體" panose="02020500000000000000" pitchFamily="18" charset="-120"/>
                      </a:endParaRPr>
                    </a:p>
                  </a:txBody>
                  <a:tcPr marL="17780" marR="177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effectLst/>
                          <a:latin typeface="Times New Roman" panose="02020603050405020304" pitchFamily="18" charset="0"/>
                          <a:ea typeface="新細明體" panose="02020500000000000000" pitchFamily="18" charset="-120"/>
                        </a:rPr>
                        <a:t>475</a:t>
                      </a:r>
                      <a:endParaRPr lang="zh-TW" sz="2000" kern="100">
                        <a:effectLst/>
                        <a:latin typeface="Times New Roman" panose="02020603050405020304" pitchFamily="18" charset="0"/>
                        <a:ea typeface="新細明體" panose="02020500000000000000" pitchFamily="18" charset="-120"/>
                      </a:endParaRPr>
                    </a:p>
                  </a:txBody>
                  <a:tcPr marL="17780" marR="177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61964">
                <a:tc>
                  <a:txBody>
                    <a:bodyPr/>
                    <a:lstStyle/>
                    <a:p>
                      <a:pPr algn="ctr" fontAlgn="b"/>
                      <a:r>
                        <a:rPr lang="en-US" altLang="zh-TW" sz="2400" b="0" i="0" u="none" strike="noStrike" dirty="0">
                          <a:effectLst/>
                          <a:latin typeface="標楷體" panose="03000509000000000000" pitchFamily="65" charset="-120"/>
                          <a:ea typeface="標楷體" panose="03000509000000000000" pitchFamily="65" charset="-120"/>
                        </a:rPr>
                        <a:t>10</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spcAft>
                          <a:spcPts val="0"/>
                        </a:spcAft>
                      </a:pPr>
                      <a:r>
                        <a:rPr lang="zh-TW" sz="2400" kern="100" dirty="0">
                          <a:effectLst/>
                          <a:latin typeface="Times New Roman" panose="02020603050405020304" pitchFamily="18" charset="0"/>
                          <a:ea typeface="標楷體" panose="03000509000000000000" pitchFamily="65" charset="-120"/>
                        </a:rPr>
                        <a:t>都市及區域發展統計彙編</a:t>
                      </a:r>
                      <a:endParaRPr lang="zh-TW" sz="2400" kern="100" dirty="0">
                        <a:effectLst/>
                        <a:latin typeface="Times New Roman" panose="02020603050405020304" pitchFamily="18" charset="0"/>
                        <a:ea typeface="新細明體" panose="02020500000000000000" pitchFamily="18" charset="-120"/>
                      </a:endParaRPr>
                    </a:p>
                  </a:txBody>
                  <a:tcPr marL="17780" marR="177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effectLst/>
                          <a:latin typeface="Times New Roman" panose="02020603050405020304" pitchFamily="18" charset="0"/>
                          <a:ea typeface="新細明體" panose="02020500000000000000" pitchFamily="18" charset="-120"/>
                        </a:rPr>
                        <a:t>520</a:t>
                      </a:r>
                      <a:endParaRPr lang="zh-TW" sz="2000" kern="100" dirty="0">
                        <a:effectLst/>
                        <a:latin typeface="Times New Roman" panose="02020603050405020304" pitchFamily="18" charset="0"/>
                        <a:ea typeface="新細明體" panose="02020500000000000000" pitchFamily="18" charset="-120"/>
                      </a:endParaRPr>
                    </a:p>
                  </a:txBody>
                  <a:tcPr marL="17780" marR="177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7" name="標題 1"/>
          <p:cNvSpPr txBox="1">
            <a:spLocks/>
          </p:cNvSpPr>
          <p:nvPr/>
        </p:nvSpPr>
        <p:spPr>
          <a:xfrm>
            <a:off x="7380312" y="741966"/>
            <a:ext cx="1763688" cy="417764"/>
          </a:xfrm>
          <a:prstGeom prst="rect">
            <a:avLst/>
          </a:prstGeom>
          <a:noFill/>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r"/>
            <a:r>
              <a:rPr lang="en-US" altLang="zh-TW" sz="1600" kern="0" dirty="0" smtClean="0">
                <a:solidFill>
                  <a:srgbClr val="C00000"/>
                </a:solidFill>
                <a:latin typeface="標楷體" panose="03000509000000000000" pitchFamily="65" charset="-120"/>
                <a:ea typeface="標楷體" panose="03000509000000000000" pitchFamily="65" charset="-120"/>
              </a:rPr>
              <a:t>(</a:t>
            </a:r>
            <a:r>
              <a:rPr lang="zh-TW" altLang="en-US" sz="1600" kern="0" dirty="0" smtClean="0">
                <a:solidFill>
                  <a:srgbClr val="C00000"/>
                </a:solidFill>
                <a:latin typeface="標楷體" panose="03000509000000000000" pitchFamily="65" charset="-120"/>
                <a:ea typeface="標楷體" panose="03000509000000000000" pitchFamily="65" charset="-120"/>
              </a:rPr>
              <a:t>詳議程</a:t>
            </a:r>
            <a:r>
              <a:rPr lang="en-US" altLang="zh-TW" sz="1600" kern="0" dirty="0" smtClean="0">
                <a:solidFill>
                  <a:srgbClr val="C00000"/>
                </a:solidFill>
                <a:latin typeface="標楷體" panose="03000509000000000000" pitchFamily="65" charset="-120"/>
                <a:ea typeface="標楷體" panose="03000509000000000000" pitchFamily="65" charset="-120"/>
              </a:rPr>
              <a:t>P.4/</a:t>
            </a:r>
            <a:r>
              <a:rPr lang="zh-TW" altLang="en-US" sz="1600" kern="0" dirty="0" smtClean="0">
                <a:solidFill>
                  <a:srgbClr val="C00000"/>
                </a:solidFill>
                <a:latin typeface="標楷體" panose="03000509000000000000" pitchFamily="65" charset="-120"/>
                <a:ea typeface="標楷體" panose="03000509000000000000" pitchFamily="65" charset="-120"/>
              </a:rPr>
              <a:t>表</a:t>
            </a:r>
            <a:r>
              <a:rPr lang="en-US" altLang="zh-TW" sz="1600" kern="0" dirty="0" smtClean="0">
                <a:solidFill>
                  <a:srgbClr val="C00000"/>
                </a:solidFill>
                <a:latin typeface="標楷體" panose="03000509000000000000" pitchFamily="65" charset="-120"/>
                <a:ea typeface="標楷體" panose="03000509000000000000" pitchFamily="65" charset="-120"/>
              </a:rPr>
              <a:t>2)</a:t>
            </a:r>
            <a:endParaRPr lang="zh-TW" altLang="en-US" sz="1600" kern="0" dirty="0">
              <a:solidFill>
                <a:srgbClr val="C00000"/>
              </a:solidFill>
              <a:latin typeface="標楷體" panose="03000509000000000000" pitchFamily="65" charset="-120"/>
              <a:ea typeface="標楷體" panose="03000509000000000000" pitchFamily="65" charset="-120"/>
            </a:endParaRPr>
          </a:p>
        </p:txBody>
      </p:sp>
      <p:sp>
        <p:nvSpPr>
          <p:cNvPr id="9" name="文字方塊 8">
            <a:hlinkClick r:id="rId2"/>
          </p:cNvPr>
          <p:cNvSpPr txBox="1"/>
          <p:nvPr/>
        </p:nvSpPr>
        <p:spPr>
          <a:xfrm>
            <a:off x="458416" y="1067241"/>
            <a:ext cx="6809556" cy="261610"/>
          </a:xfrm>
          <a:prstGeom prst="rect">
            <a:avLst/>
          </a:prstGeom>
          <a:noFill/>
        </p:spPr>
        <p:txBody>
          <a:bodyPr vert="horz" wrap="square" rtlCol="0">
            <a:spAutoFit/>
          </a:bodyPr>
          <a:lstStyle/>
          <a:p>
            <a:r>
              <a:rPr lang="en-US" altLang="zh-TW" sz="1100" b="1" dirty="0">
                <a:solidFill>
                  <a:schemeClr val="accent6">
                    <a:lumMod val="75000"/>
                  </a:schemeClr>
                </a:solidFill>
              </a:rPr>
              <a:t>https://data.gov.tw/statistics/datasets?page=0&amp;sort=desc&amp;order=%E7%80%8F%E8%A6%BD%E6%AC%A1%E6%95%B8</a:t>
            </a:r>
            <a:endParaRPr lang="zh-TW" altLang="en-US" sz="1100" b="1" dirty="0" smtClean="0">
              <a:solidFill>
                <a:schemeClr val="accent6">
                  <a:lumMod val="75000"/>
                </a:schemeClr>
              </a:solidFill>
            </a:endParaRPr>
          </a:p>
        </p:txBody>
      </p:sp>
      <p:sp>
        <p:nvSpPr>
          <p:cNvPr id="10" name="標題 1"/>
          <p:cNvSpPr>
            <a:spLocks noGrp="1"/>
          </p:cNvSpPr>
          <p:nvPr>
            <p:ph type="title"/>
          </p:nvPr>
        </p:nvSpPr>
        <p:spPr>
          <a:xfrm>
            <a:off x="467544" y="705248"/>
            <a:ext cx="4248472" cy="430976"/>
          </a:xfrm>
        </p:spPr>
        <p:txBody>
          <a:bodyPr/>
          <a:lstStyle/>
          <a:p>
            <a:pPr algn="l"/>
            <a:r>
              <a:rPr lang="zh-TW" altLang="en-US" sz="2000" dirty="0" smtClean="0"/>
              <a:t>資料開放平臺資料集統計</a:t>
            </a:r>
            <a:r>
              <a:rPr lang="en-US" altLang="zh-TW" sz="2000" dirty="0" smtClean="0"/>
              <a:t>-</a:t>
            </a:r>
            <a:r>
              <a:rPr lang="zh-TW" altLang="en-US" sz="2000" dirty="0" smtClean="0">
                <a:solidFill>
                  <a:srgbClr val="D0610E"/>
                </a:solidFill>
              </a:rPr>
              <a:t>依瀏覽</a:t>
            </a:r>
            <a:r>
              <a:rPr lang="zh-TW" altLang="en-US" sz="2000" dirty="0">
                <a:solidFill>
                  <a:srgbClr val="D0610E"/>
                </a:solidFill>
              </a:rPr>
              <a:t>量</a:t>
            </a:r>
          </a:p>
        </p:txBody>
      </p:sp>
    </p:spTree>
    <p:extLst>
      <p:ext uri="{BB962C8B-B14F-4D97-AF65-F5344CB8AC3E}">
        <p14:creationId xmlns:p14="http://schemas.microsoft.com/office/powerpoint/2010/main" val="317353333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900B4382-7C4E-4E7B-8DB7-FB39E0211E21}" type="slidenum">
              <a:rPr lang="zh-TW" altLang="en-US" smtClean="0">
                <a:solidFill>
                  <a:prstClr val="black"/>
                </a:solidFill>
              </a:rPr>
              <a:pPr/>
              <a:t>9</a:t>
            </a:fld>
            <a:endParaRPr lang="zh-TW" altLang="en-US">
              <a:solidFill>
                <a:prstClr val="black"/>
              </a:solidFill>
            </a:endParaRPr>
          </a:p>
        </p:txBody>
      </p:sp>
      <p:sp>
        <p:nvSpPr>
          <p:cNvPr id="8" name="文字方塊 7"/>
          <p:cNvSpPr txBox="1"/>
          <p:nvPr/>
        </p:nvSpPr>
        <p:spPr>
          <a:xfrm>
            <a:off x="6372200" y="1216366"/>
            <a:ext cx="2429472" cy="369332"/>
          </a:xfrm>
          <a:prstGeom prst="rect">
            <a:avLst/>
          </a:prstGeom>
          <a:noFill/>
        </p:spPr>
        <p:txBody>
          <a:bodyPr wrap="square" rtlCol="0">
            <a:spAutoFit/>
          </a:bodyPr>
          <a:lstStyle/>
          <a:p>
            <a:pPr algn="r"/>
            <a:r>
              <a:rPr lang="zh-TW" altLang="en-US" b="1" dirty="0" smtClean="0">
                <a:latin typeface="標楷體" panose="03000509000000000000" pitchFamily="65" charset="-120"/>
                <a:ea typeface="標楷體" panose="03000509000000000000" pitchFamily="65" charset="-120"/>
              </a:rPr>
              <a:t>統計時間</a:t>
            </a:r>
            <a:r>
              <a:rPr lang="en-US" altLang="zh-TW" b="1" dirty="0" smtClean="0">
                <a:latin typeface="標楷體" panose="03000509000000000000" pitchFamily="65" charset="-120"/>
                <a:ea typeface="標楷體" panose="03000509000000000000" pitchFamily="65" charset="-120"/>
              </a:rPr>
              <a:t>:108.4.15</a:t>
            </a:r>
            <a:endParaRPr lang="zh-TW" altLang="en-US" b="1" dirty="0">
              <a:latin typeface="標楷體" panose="03000509000000000000" pitchFamily="65" charset="-120"/>
              <a:ea typeface="標楷體" panose="03000509000000000000" pitchFamily="65" charset="-120"/>
            </a:endParaRPr>
          </a:p>
        </p:txBody>
      </p:sp>
      <p:graphicFrame>
        <p:nvGraphicFramePr>
          <p:cNvPr id="2" name="表格 1"/>
          <p:cNvGraphicFramePr>
            <a:graphicFrameLocks noGrp="1"/>
          </p:cNvGraphicFramePr>
          <p:nvPr>
            <p:extLst>
              <p:ext uri="{D42A27DB-BD31-4B8C-83A1-F6EECF244321}">
                <p14:modId xmlns:p14="http://schemas.microsoft.com/office/powerpoint/2010/main" val="2530667617"/>
              </p:ext>
            </p:extLst>
          </p:nvPr>
        </p:nvGraphicFramePr>
        <p:xfrm>
          <a:off x="488147" y="1616476"/>
          <a:ext cx="8208911" cy="4770984"/>
        </p:xfrm>
        <a:graphic>
          <a:graphicData uri="http://schemas.openxmlformats.org/drawingml/2006/table">
            <a:tbl>
              <a:tblPr/>
              <a:tblGrid>
                <a:gridCol w="716758"/>
                <a:gridCol w="6319423"/>
                <a:gridCol w="1172730"/>
              </a:tblGrid>
              <a:tr h="660396">
                <a:tc>
                  <a:txBody>
                    <a:bodyPr/>
                    <a:lstStyle/>
                    <a:p>
                      <a:pPr algn="ctr" fontAlgn="t"/>
                      <a:r>
                        <a:rPr lang="zh-TW" altLang="en-US" sz="2000" b="0" i="0" u="none" strike="noStrike" dirty="0">
                          <a:effectLst/>
                          <a:latin typeface="標楷體" panose="03000509000000000000" pitchFamily="65" charset="-120"/>
                          <a:ea typeface="標楷體" panose="03000509000000000000" pitchFamily="65" charset="-120"/>
                        </a:rPr>
                        <a:t>本會排名</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99">
                        <a:alpha val="62000"/>
                      </a:srgbClr>
                    </a:solidFill>
                  </a:tcPr>
                </a:tc>
                <a:tc>
                  <a:txBody>
                    <a:bodyPr/>
                    <a:lstStyle/>
                    <a:p>
                      <a:pPr algn="ctr" fontAlgn="ctr"/>
                      <a:r>
                        <a:rPr lang="zh-TW" altLang="en-US" sz="2000" b="0" i="0" u="none" strike="noStrike" dirty="0">
                          <a:effectLst/>
                          <a:latin typeface="標楷體" panose="03000509000000000000" pitchFamily="65" charset="-120"/>
                          <a:ea typeface="標楷體" panose="03000509000000000000" pitchFamily="65" charset="-120"/>
                        </a:rPr>
                        <a:t>資料集名稱</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99">
                        <a:alpha val="60000"/>
                      </a:srgbClr>
                    </a:solidFill>
                  </a:tcPr>
                </a:tc>
                <a:tc>
                  <a:txBody>
                    <a:bodyPr/>
                    <a:lstStyle/>
                    <a:p>
                      <a:pPr algn="ctr" fontAlgn="b"/>
                      <a:r>
                        <a:rPr lang="zh-TW" altLang="en-US" sz="2000" b="0" i="0" u="none" strike="noStrike" dirty="0" smtClean="0">
                          <a:effectLst/>
                          <a:latin typeface="標楷體" panose="03000509000000000000" pitchFamily="65" charset="-120"/>
                          <a:ea typeface="標楷體" panose="03000509000000000000" pitchFamily="65" charset="-120"/>
                        </a:rPr>
                        <a:t>開放平臺排名</a:t>
                      </a:r>
                      <a:endParaRPr lang="zh-TW" altLang="en-US" sz="2000" b="0" i="0" u="none" strike="noStrike" dirty="0">
                        <a:effectLst/>
                        <a:latin typeface="標楷體" panose="03000509000000000000" pitchFamily="65" charset="-120"/>
                        <a:ea typeface="標楷體" panose="03000509000000000000" pitchFamily="65" charset="-12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99">
                        <a:alpha val="62000"/>
                      </a:srgbClr>
                    </a:solidFill>
                  </a:tcPr>
                </a:tc>
              </a:tr>
              <a:tr h="357338">
                <a:tc>
                  <a:txBody>
                    <a:bodyPr/>
                    <a:lstStyle/>
                    <a:p>
                      <a:pPr algn="ctr" fontAlgn="b"/>
                      <a:r>
                        <a:rPr lang="en-US" altLang="zh-TW" sz="2400" b="0" i="0" u="none" strike="noStrike" dirty="0">
                          <a:effectLst/>
                          <a:latin typeface="標楷體" panose="03000509000000000000" pitchFamily="65" charset="-120"/>
                          <a:ea typeface="標楷體" panose="03000509000000000000" pitchFamily="65" charset="-120"/>
                        </a:rPr>
                        <a:t>1</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alpha val="42000"/>
                      </a:srgbClr>
                    </a:solidFill>
                  </a:tcPr>
                </a:tc>
                <a:tc>
                  <a:txBody>
                    <a:bodyPr/>
                    <a:lstStyle/>
                    <a:p>
                      <a:pPr algn="just">
                        <a:spcAft>
                          <a:spcPts val="0"/>
                        </a:spcAft>
                      </a:pPr>
                      <a:r>
                        <a:rPr lang="en-US" sz="2400" kern="100">
                          <a:effectLst/>
                          <a:latin typeface="標楷體" panose="03000509000000000000" pitchFamily="65" charset="-120"/>
                          <a:ea typeface="標楷體" panose="03000509000000000000" pitchFamily="65" charset="-120"/>
                        </a:rPr>
                        <a:t>CNS11643</a:t>
                      </a:r>
                      <a:r>
                        <a:rPr lang="zh-TW" sz="2400" kern="100">
                          <a:effectLst/>
                          <a:latin typeface="標楷體" panose="03000509000000000000" pitchFamily="65" charset="-120"/>
                          <a:ea typeface="標楷體" panose="03000509000000000000" pitchFamily="65" charset="-120"/>
                        </a:rPr>
                        <a:t>中文標準交換碼全字庫</a:t>
                      </a:r>
                      <a:r>
                        <a:rPr lang="en-US" sz="2400" kern="100">
                          <a:effectLst/>
                          <a:latin typeface="標楷體" panose="03000509000000000000" pitchFamily="65" charset="-120"/>
                          <a:ea typeface="標楷體" panose="03000509000000000000" pitchFamily="65" charset="-120"/>
                        </a:rPr>
                        <a:t>(</a:t>
                      </a:r>
                      <a:r>
                        <a:rPr lang="zh-TW" sz="2400" kern="100">
                          <a:effectLst/>
                          <a:latin typeface="標楷體" panose="03000509000000000000" pitchFamily="65" charset="-120"/>
                          <a:ea typeface="標楷體" panose="03000509000000000000" pitchFamily="65" charset="-120"/>
                        </a:rPr>
                        <a:t>簡稱全字庫</a:t>
                      </a:r>
                      <a:r>
                        <a:rPr lang="en-US" sz="2400" kern="100">
                          <a:effectLst/>
                          <a:latin typeface="標楷體" panose="03000509000000000000" pitchFamily="65" charset="-120"/>
                          <a:ea typeface="標楷體" panose="03000509000000000000" pitchFamily="65" charset="-120"/>
                        </a:rPr>
                        <a:t>)</a:t>
                      </a:r>
                      <a:endParaRPr lang="zh-TW" sz="2000" kern="100">
                        <a:effectLst/>
                        <a:latin typeface="標楷體" panose="03000509000000000000" pitchFamily="65" charset="-120"/>
                        <a:ea typeface="標楷體" panose="03000509000000000000" pitchFamily="65" charset="-120"/>
                      </a:endParaRPr>
                    </a:p>
                  </a:txBody>
                  <a:tcPr marL="17780" marR="177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alpha val="42000"/>
                      </a:srgbClr>
                    </a:solidFill>
                  </a:tcPr>
                </a:tc>
                <a:tc>
                  <a:txBody>
                    <a:bodyPr/>
                    <a:lstStyle/>
                    <a:p>
                      <a:pPr algn="ctr">
                        <a:spcAft>
                          <a:spcPts val="0"/>
                        </a:spcAft>
                      </a:pPr>
                      <a:r>
                        <a:rPr lang="en-US" sz="2400" kern="100">
                          <a:effectLst/>
                          <a:latin typeface="Times New Roman" panose="02020603050405020304" pitchFamily="18" charset="0"/>
                          <a:ea typeface="新細明體" panose="02020500000000000000" pitchFamily="18" charset="-120"/>
                        </a:rPr>
                        <a:t>47</a:t>
                      </a:r>
                      <a:endParaRPr lang="zh-TW" sz="2000" kern="100">
                        <a:effectLst/>
                        <a:latin typeface="Times New Roman" panose="02020603050405020304" pitchFamily="18" charset="0"/>
                        <a:ea typeface="新細明體" panose="02020500000000000000" pitchFamily="18" charset="-120"/>
                      </a:endParaRPr>
                    </a:p>
                  </a:txBody>
                  <a:tcPr marL="17780" marR="177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alpha val="42000"/>
                      </a:srgbClr>
                    </a:solidFill>
                  </a:tcPr>
                </a:tc>
              </a:tr>
              <a:tr h="357338">
                <a:tc>
                  <a:txBody>
                    <a:bodyPr/>
                    <a:lstStyle/>
                    <a:p>
                      <a:pPr algn="ctr" fontAlgn="b"/>
                      <a:r>
                        <a:rPr lang="en-US" altLang="zh-TW" sz="2400" b="0" i="0" u="none" strike="noStrike" dirty="0">
                          <a:effectLst/>
                          <a:latin typeface="標楷體" panose="03000509000000000000" pitchFamily="65" charset="-120"/>
                          <a:ea typeface="標楷體" panose="03000509000000000000" pitchFamily="65" charset="-120"/>
                        </a:rPr>
                        <a:t>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alpha val="42000"/>
                      </a:srgbClr>
                    </a:solidFill>
                  </a:tcPr>
                </a:tc>
                <a:tc>
                  <a:txBody>
                    <a:bodyPr/>
                    <a:lstStyle/>
                    <a:p>
                      <a:pPr algn="just">
                        <a:spcAft>
                          <a:spcPts val="0"/>
                        </a:spcAft>
                      </a:pPr>
                      <a:r>
                        <a:rPr lang="zh-TW" sz="2400" kern="100">
                          <a:effectLst/>
                          <a:latin typeface="標楷體" panose="03000509000000000000" pitchFamily="65" charset="-120"/>
                          <a:ea typeface="標楷體" panose="03000509000000000000" pitchFamily="65" charset="-120"/>
                        </a:rPr>
                        <a:t>政府資料開放平臺資料集瀏覽及下載次數統計</a:t>
                      </a:r>
                      <a:endParaRPr lang="zh-TW" sz="2000" kern="100">
                        <a:effectLst/>
                        <a:latin typeface="標楷體" panose="03000509000000000000" pitchFamily="65" charset="-120"/>
                        <a:ea typeface="標楷體" panose="03000509000000000000" pitchFamily="65" charset="-120"/>
                      </a:endParaRPr>
                    </a:p>
                  </a:txBody>
                  <a:tcPr marL="17780" marR="177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alpha val="42000"/>
                      </a:srgbClr>
                    </a:solidFill>
                  </a:tcPr>
                </a:tc>
                <a:tc>
                  <a:txBody>
                    <a:bodyPr/>
                    <a:lstStyle/>
                    <a:p>
                      <a:pPr algn="ctr">
                        <a:spcAft>
                          <a:spcPts val="0"/>
                        </a:spcAft>
                      </a:pPr>
                      <a:r>
                        <a:rPr lang="en-US" sz="2400" kern="100">
                          <a:effectLst/>
                          <a:latin typeface="Times New Roman" panose="02020603050405020304" pitchFamily="18" charset="0"/>
                          <a:ea typeface="新細明體" panose="02020500000000000000" pitchFamily="18" charset="-120"/>
                        </a:rPr>
                        <a:t>55</a:t>
                      </a:r>
                      <a:endParaRPr lang="zh-TW" sz="2000" kern="100">
                        <a:effectLst/>
                        <a:latin typeface="Times New Roman" panose="02020603050405020304" pitchFamily="18" charset="0"/>
                        <a:ea typeface="新細明體" panose="02020500000000000000" pitchFamily="18" charset="-120"/>
                      </a:endParaRPr>
                    </a:p>
                  </a:txBody>
                  <a:tcPr marL="17780" marR="177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alpha val="42000"/>
                      </a:srgbClr>
                    </a:solidFill>
                  </a:tcPr>
                </a:tc>
              </a:tr>
              <a:tr h="357338">
                <a:tc>
                  <a:txBody>
                    <a:bodyPr/>
                    <a:lstStyle/>
                    <a:p>
                      <a:pPr algn="ctr" fontAlgn="b"/>
                      <a:r>
                        <a:rPr lang="en-US" altLang="zh-TW" sz="2400" b="0" i="0" u="none" strike="noStrike" dirty="0">
                          <a:effectLst/>
                          <a:latin typeface="標楷體" panose="03000509000000000000" pitchFamily="65" charset="-120"/>
                          <a:ea typeface="標楷體" panose="03000509000000000000" pitchFamily="65" charset="-120"/>
                        </a:rPr>
                        <a:t>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just">
                        <a:spcAft>
                          <a:spcPts val="0"/>
                        </a:spcAft>
                      </a:pPr>
                      <a:r>
                        <a:rPr lang="zh-TW" sz="2400" kern="100">
                          <a:effectLst/>
                          <a:latin typeface="標楷體" panose="03000509000000000000" pitchFamily="65" charset="-120"/>
                          <a:ea typeface="標楷體" panose="03000509000000000000" pitchFamily="65" charset="-120"/>
                        </a:rPr>
                        <a:t>政府資料開放平臺資料集清單</a:t>
                      </a:r>
                      <a:endParaRPr lang="zh-TW" sz="2000" kern="100">
                        <a:effectLst/>
                        <a:latin typeface="標楷體" panose="03000509000000000000" pitchFamily="65" charset="-120"/>
                        <a:ea typeface="標楷體" panose="03000509000000000000" pitchFamily="65" charset="-120"/>
                      </a:endParaRPr>
                    </a:p>
                  </a:txBody>
                  <a:tcPr marL="17780" marR="177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spcAft>
                          <a:spcPts val="0"/>
                        </a:spcAft>
                      </a:pPr>
                      <a:r>
                        <a:rPr lang="en-US" sz="2400" kern="100">
                          <a:effectLst/>
                          <a:latin typeface="Times New Roman" panose="02020603050405020304" pitchFamily="18" charset="0"/>
                          <a:ea typeface="新細明體" panose="02020500000000000000" pitchFamily="18" charset="-120"/>
                        </a:rPr>
                        <a:t>127</a:t>
                      </a:r>
                      <a:endParaRPr lang="zh-TW" sz="2000" kern="100">
                        <a:effectLst/>
                        <a:latin typeface="Times New Roman" panose="02020603050405020304" pitchFamily="18" charset="0"/>
                        <a:ea typeface="新細明體" panose="02020500000000000000" pitchFamily="18" charset="-120"/>
                      </a:endParaRPr>
                    </a:p>
                  </a:txBody>
                  <a:tcPr marL="17780" marR="177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392028">
                <a:tc>
                  <a:txBody>
                    <a:bodyPr/>
                    <a:lstStyle/>
                    <a:p>
                      <a:pPr algn="ctr" fontAlgn="b"/>
                      <a:r>
                        <a:rPr lang="en-US" altLang="zh-TW" sz="2400" b="0" i="0" u="none" strike="noStrike" dirty="0">
                          <a:effectLst/>
                          <a:latin typeface="標楷體" panose="03000509000000000000" pitchFamily="65" charset="-120"/>
                          <a:ea typeface="標楷體" panose="03000509000000000000" pitchFamily="65" charset="-120"/>
                        </a:rPr>
                        <a:t>4</a:t>
                      </a:r>
                    </a:p>
                  </a:txBody>
                  <a:tcPr marL="7620" marR="7620" marT="762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a:spcAft>
                          <a:spcPts val="0"/>
                        </a:spcAft>
                      </a:pPr>
                      <a:r>
                        <a:rPr lang="zh-TW" sz="2400" kern="100" dirty="0">
                          <a:effectLst/>
                          <a:latin typeface="標楷體" panose="03000509000000000000" pitchFamily="65" charset="-120"/>
                          <a:ea typeface="標楷體" panose="03000509000000000000" pitchFamily="65" charset="-120"/>
                        </a:rPr>
                        <a:t>公文電子交換系統地址簿</a:t>
                      </a:r>
                      <a:endParaRPr lang="zh-TW" sz="2000" kern="100" dirty="0">
                        <a:effectLst/>
                        <a:latin typeface="標楷體" panose="03000509000000000000" pitchFamily="65" charset="-120"/>
                        <a:ea typeface="標楷體" panose="03000509000000000000" pitchFamily="65" charset="-120"/>
                      </a:endParaRPr>
                    </a:p>
                  </a:txBody>
                  <a:tcPr marL="17780" marR="177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effectLst/>
                          <a:latin typeface="Times New Roman" panose="02020603050405020304" pitchFamily="18" charset="0"/>
                          <a:ea typeface="新細明體" panose="02020500000000000000" pitchFamily="18" charset="-120"/>
                        </a:rPr>
                        <a:t>176</a:t>
                      </a:r>
                      <a:endParaRPr lang="zh-TW" sz="2000" kern="100">
                        <a:effectLst/>
                        <a:latin typeface="Times New Roman" panose="02020603050405020304" pitchFamily="18" charset="0"/>
                        <a:ea typeface="新細明體" panose="02020500000000000000" pitchFamily="18" charset="-120"/>
                      </a:endParaRPr>
                    </a:p>
                  </a:txBody>
                  <a:tcPr marL="17780" marR="177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57338">
                <a:tc>
                  <a:txBody>
                    <a:bodyPr/>
                    <a:lstStyle/>
                    <a:p>
                      <a:pPr algn="ctr" fontAlgn="b"/>
                      <a:r>
                        <a:rPr lang="en-US" altLang="zh-TW" sz="2400" b="0" i="0" u="none" strike="noStrike" dirty="0">
                          <a:effectLst/>
                          <a:latin typeface="標楷體" panose="03000509000000000000" pitchFamily="65" charset="-120"/>
                          <a:ea typeface="標楷體" panose="03000509000000000000" pitchFamily="65" charset="-120"/>
                        </a:rPr>
                        <a:t>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a:spcAft>
                          <a:spcPts val="0"/>
                        </a:spcAft>
                      </a:pPr>
                      <a:r>
                        <a:rPr lang="en-US" sz="2400" kern="100">
                          <a:effectLst/>
                          <a:latin typeface="標楷體" panose="03000509000000000000" pitchFamily="65" charset="-120"/>
                          <a:ea typeface="標楷體" panose="03000509000000000000" pitchFamily="65" charset="-120"/>
                        </a:rPr>
                        <a:t>iTaiwan</a:t>
                      </a:r>
                      <a:r>
                        <a:rPr lang="zh-TW" sz="2400" kern="100">
                          <a:effectLst/>
                          <a:latin typeface="標楷體" panose="03000509000000000000" pitchFamily="65" charset="-120"/>
                          <a:ea typeface="標楷體" panose="03000509000000000000" pitchFamily="65" charset="-120"/>
                        </a:rPr>
                        <a:t>中央行政機關室內公共區域免費無線上網熱點查詢服務</a:t>
                      </a:r>
                      <a:endParaRPr lang="zh-TW" sz="2000" kern="100">
                        <a:effectLst/>
                        <a:latin typeface="標楷體" panose="03000509000000000000" pitchFamily="65" charset="-120"/>
                        <a:ea typeface="標楷體" panose="03000509000000000000" pitchFamily="65" charset="-120"/>
                      </a:endParaRPr>
                    </a:p>
                  </a:txBody>
                  <a:tcPr marL="17780" marR="177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effectLst/>
                          <a:latin typeface="Times New Roman" panose="02020603050405020304" pitchFamily="18" charset="0"/>
                          <a:ea typeface="新細明體" panose="02020500000000000000" pitchFamily="18" charset="-120"/>
                        </a:rPr>
                        <a:t>208</a:t>
                      </a:r>
                      <a:endParaRPr lang="zh-TW" sz="2000" kern="100">
                        <a:effectLst/>
                        <a:latin typeface="Times New Roman" panose="02020603050405020304" pitchFamily="18" charset="0"/>
                        <a:ea typeface="新細明體" panose="02020500000000000000" pitchFamily="18" charset="-120"/>
                      </a:endParaRPr>
                    </a:p>
                  </a:txBody>
                  <a:tcPr marL="17780" marR="177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57338">
                <a:tc>
                  <a:txBody>
                    <a:bodyPr/>
                    <a:lstStyle/>
                    <a:p>
                      <a:pPr algn="ctr" fontAlgn="b"/>
                      <a:r>
                        <a:rPr lang="en-US" altLang="zh-TW" sz="2400" b="0" i="0" u="none" strike="noStrike" dirty="0">
                          <a:effectLst/>
                          <a:latin typeface="標楷體" panose="03000509000000000000" pitchFamily="65" charset="-120"/>
                          <a:ea typeface="標楷體" panose="03000509000000000000" pitchFamily="65" charset="-120"/>
                        </a:rPr>
                        <a:t>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a:spcAft>
                          <a:spcPts val="0"/>
                        </a:spcAft>
                      </a:pPr>
                      <a:r>
                        <a:rPr lang="zh-TW" sz="2400" kern="100">
                          <a:effectLst/>
                          <a:latin typeface="標楷體" panose="03000509000000000000" pitchFamily="65" charset="-120"/>
                          <a:ea typeface="標楷體" panose="03000509000000000000" pitchFamily="65" charset="-120"/>
                        </a:rPr>
                        <a:t>政府機關唯一識別代碼</a:t>
                      </a:r>
                      <a:r>
                        <a:rPr lang="en-US" sz="2400" kern="100">
                          <a:effectLst/>
                          <a:latin typeface="標楷體" panose="03000509000000000000" pitchFamily="65" charset="-120"/>
                          <a:ea typeface="標楷體" panose="03000509000000000000" pitchFamily="65" charset="-120"/>
                        </a:rPr>
                        <a:t>(OID)</a:t>
                      </a:r>
                      <a:endParaRPr lang="zh-TW" sz="2000" kern="100">
                        <a:effectLst/>
                        <a:latin typeface="標楷體" panose="03000509000000000000" pitchFamily="65" charset="-120"/>
                        <a:ea typeface="標楷體" panose="03000509000000000000" pitchFamily="65" charset="-120"/>
                      </a:endParaRPr>
                    </a:p>
                  </a:txBody>
                  <a:tcPr marL="17780" marR="177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effectLst/>
                          <a:latin typeface="Times New Roman" panose="02020603050405020304" pitchFamily="18" charset="0"/>
                          <a:ea typeface="新細明體" panose="02020500000000000000" pitchFamily="18" charset="-120"/>
                        </a:rPr>
                        <a:t>270</a:t>
                      </a:r>
                      <a:endParaRPr lang="zh-TW" sz="2000" kern="100">
                        <a:effectLst/>
                        <a:latin typeface="Times New Roman" panose="02020603050405020304" pitchFamily="18" charset="0"/>
                        <a:ea typeface="新細明體" panose="02020500000000000000" pitchFamily="18" charset="-120"/>
                      </a:endParaRPr>
                    </a:p>
                  </a:txBody>
                  <a:tcPr marL="17780" marR="177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57338">
                <a:tc>
                  <a:txBody>
                    <a:bodyPr/>
                    <a:lstStyle/>
                    <a:p>
                      <a:pPr algn="ctr" fontAlgn="b"/>
                      <a:r>
                        <a:rPr lang="en-US" altLang="zh-TW" sz="2400" b="0" i="0" u="none" strike="noStrike" dirty="0">
                          <a:effectLst/>
                          <a:latin typeface="標楷體" panose="03000509000000000000" pitchFamily="65" charset="-120"/>
                          <a:ea typeface="標楷體" panose="03000509000000000000" pitchFamily="65" charset="-120"/>
                        </a:rPr>
                        <a:t>7</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a:spcAft>
                          <a:spcPts val="0"/>
                        </a:spcAft>
                      </a:pPr>
                      <a:r>
                        <a:rPr lang="zh-TW" sz="2400" kern="100">
                          <a:effectLst/>
                          <a:latin typeface="標楷體" panose="03000509000000000000" pitchFamily="65" charset="-120"/>
                          <a:ea typeface="標楷體" panose="03000509000000000000" pitchFamily="65" charset="-120"/>
                        </a:rPr>
                        <a:t>機關施政績效評估報告</a:t>
                      </a:r>
                      <a:endParaRPr lang="zh-TW" sz="2000" kern="100">
                        <a:effectLst/>
                        <a:latin typeface="標楷體" panose="03000509000000000000" pitchFamily="65" charset="-120"/>
                        <a:ea typeface="標楷體" panose="03000509000000000000" pitchFamily="65" charset="-120"/>
                      </a:endParaRPr>
                    </a:p>
                  </a:txBody>
                  <a:tcPr marL="17780" marR="177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effectLst/>
                          <a:latin typeface="Times New Roman" panose="02020603050405020304" pitchFamily="18" charset="0"/>
                          <a:ea typeface="新細明體" panose="02020500000000000000" pitchFamily="18" charset="-120"/>
                        </a:rPr>
                        <a:t>278</a:t>
                      </a:r>
                      <a:endParaRPr lang="zh-TW" sz="2000" kern="100">
                        <a:effectLst/>
                        <a:latin typeface="Times New Roman" panose="02020603050405020304" pitchFamily="18" charset="0"/>
                        <a:ea typeface="新細明體" panose="02020500000000000000" pitchFamily="18" charset="-120"/>
                      </a:endParaRPr>
                    </a:p>
                  </a:txBody>
                  <a:tcPr marL="17780" marR="177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57338">
                <a:tc>
                  <a:txBody>
                    <a:bodyPr/>
                    <a:lstStyle/>
                    <a:p>
                      <a:pPr algn="ctr" fontAlgn="b"/>
                      <a:r>
                        <a:rPr lang="en-US" altLang="zh-TW" sz="2400" b="0" i="0" u="none" strike="noStrike" dirty="0">
                          <a:effectLst/>
                          <a:latin typeface="標楷體" panose="03000509000000000000" pitchFamily="65" charset="-120"/>
                          <a:ea typeface="標楷體" panose="03000509000000000000" pitchFamily="65" charset="-120"/>
                        </a:rPr>
                        <a:t>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a:spcAft>
                          <a:spcPts val="0"/>
                        </a:spcAft>
                      </a:pPr>
                      <a:r>
                        <a:rPr lang="zh-TW" sz="2400" kern="100">
                          <a:effectLst/>
                          <a:latin typeface="標楷體" panose="03000509000000000000" pitchFamily="65" charset="-120"/>
                          <a:ea typeface="標楷體" panose="03000509000000000000" pitchFamily="65" charset="-120"/>
                        </a:rPr>
                        <a:t>景氣指標及燈號</a:t>
                      </a:r>
                      <a:endParaRPr lang="zh-TW" sz="2000" kern="100">
                        <a:effectLst/>
                        <a:latin typeface="標楷體" panose="03000509000000000000" pitchFamily="65" charset="-120"/>
                        <a:ea typeface="標楷體" panose="03000509000000000000" pitchFamily="65" charset="-120"/>
                      </a:endParaRPr>
                    </a:p>
                  </a:txBody>
                  <a:tcPr marL="17780" marR="177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effectLst/>
                          <a:latin typeface="Times New Roman" panose="02020603050405020304" pitchFamily="18" charset="0"/>
                          <a:ea typeface="新細明體" panose="02020500000000000000" pitchFamily="18" charset="-120"/>
                        </a:rPr>
                        <a:t>355</a:t>
                      </a:r>
                      <a:endParaRPr lang="zh-TW" sz="2000" kern="100">
                        <a:effectLst/>
                        <a:latin typeface="Times New Roman" panose="02020603050405020304" pitchFamily="18" charset="0"/>
                        <a:ea typeface="新細明體" panose="02020500000000000000" pitchFamily="18" charset="-120"/>
                      </a:endParaRPr>
                    </a:p>
                  </a:txBody>
                  <a:tcPr marL="17780" marR="177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57338">
                <a:tc>
                  <a:txBody>
                    <a:bodyPr/>
                    <a:lstStyle/>
                    <a:p>
                      <a:pPr algn="ctr" fontAlgn="b"/>
                      <a:r>
                        <a:rPr lang="en-US" altLang="zh-TW" sz="2400" b="0" i="0" u="none" strike="noStrike" dirty="0">
                          <a:effectLst/>
                          <a:latin typeface="標楷體" panose="03000509000000000000" pitchFamily="65" charset="-120"/>
                          <a:ea typeface="標楷體" panose="03000509000000000000" pitchFamily="65" charset="-120"/>
                        </a:rPr>
                        <a:t>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a:spcAft>
                          <a:spcPts val="0"/>
                        </a:spcAft>
                      </a:pPr>
                      <a:r>
                        <a:rPr lang="zh-TW" sz="2400" kern="100">
                          <a:effectLst/>
                          <a:latin typeface="標楷體" panose="03000509000000000000" pitchFamily="65" charset="-120"/>
                          <a:ea typeface="標楷體" panose="03000509000000000000" pitchFamily="65" charset="-120"/>
                        </a:rPr>
                        <a:t>數位機會調查</a:t>
                      </a:r>
                      <a:endParaRPr lang="zh-TW" sz="2000" kern="100">
                        <a:effectLst/>
                        <a:latin typeface="標楷體" panose="03000509000000000000" pitchFamily="65" charset="-120"/>
                        <a:ea typeface="標楷體" panose="03000509000000000000" pitchFamily="65" charset="-120"/>
                      </a:endParaRPr>
                    </a:p>
                  </a:txBody>
                  <a:tcPr marL="17780" marR="177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effectLst/>
                          <a:latin typeface="Times New Roman" panose="02020603050405020304" pitchFamily="18" charset="0"/>
                          <a:ea typeface="新細明體" panose="02020500000000000000" pitchFamily="18" charset="-120"/>
                        </a:rPr>
                        <a:t>359</a:t>
                      </a:r>
                      <a:endParaRPr lang="zh-TW" sz="2000" kern="100">
                        <a:effectLst/>
                        <a:latin typeface="Times New Roman" panose="02020603050405020304" pitchFamily="18" charset="0"/>
                        <a:ea typeface="新細明體" panose="02020500000000000000" pitchFamily="18" charset="-120"/>
                      </a:endParaRPr>
                    </a:p>
                  </a:txBody>
                  <a:tcPr marL="17780" marR="177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357338">
                <a:tc>
                  <a:txBody>
                    <a:bodyPr/>
                    <a:lstStyle/>
                    <a:p>
                      <a:pPr algn="ctr" fontAlgn="b"/>
                      <a:r>
                        <a:rPr lang="en-US" altLang="zh-TW" sz="2400" b="0" i="0" u="none" strike="noStrike" dirty="0">
                          <a:effectLst/>
                          <a:latin typeface="標楷體" panose="03000509000000000000" pitchFamily="65" charset="-120"/>
                          <a:ea typeface="標楷體" panose="03000509000000000000" pitchFamily="65" charset="-120"/>
                        </a:rPr>
                        <a:t>10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a:spcAft>
                          <a:spcPts val="0"/>
                        </a:spcAft>
                      </a:pPr>
                      <a:r>
                        <a:rPr lang="zh-TW" sz="2400" kern="100" dirty="0">
                          <a:effectLst/>
                          <a:latin typeface="標楷體" panose="03000509000000000000" pitchFamily="65" charset="-120"/>
                          <a:ea typeface="標楷體" panose="03000509000000000000" pitchFamily="65" charset="-120"/>
                        </a:rPr>
                        <a:t>行政院公報</a:t>
                      </a:r>
                      <a:endParaRPr lang="zh-TW" sz="2000" kern="100" dirty="0">
                        <a:effectLst/>
                        <a:latin typeface="標楷體" panose="03000509000000000000" pitchFamily="65" charset="-120"/>
                        <a:ea typeface="標楷體" panose="03000509000000000000" pitchFamily="65" charset="-120"/>
                      </a:endParaRPr>
                    </a:p>
                  </a:txBody>
                  <a:tcPr marL="17780" marR="1778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effectLst/>
                          <a:latin typeface="Times New Roman" panose="02020603050405020304" pitchFamily="18" charset="0"/>
                          <a:ea typeface="新細明體" panose="02020500000000000000" pitchFamily="18" charset="-120"/>
                        </a:rPr>
                        <a:t>411</a:t>
                      </a:r>
                      <a:endParaRPr lang="zh-TW" sz="2000" kern="100" dirty="0">
                        <a:effectLst/>
                        <a:latin typeface="Times New Roman" panose="02020603050405020304" pitchFamily="18" charset="0"/>
                        <a:ea typeface="新細明體" panose="02020500000000000000" pitchFamily="18" charset="-120"/>
                      </a:endParaRPr>
                    </a:p>
                  </a:txBody>
                  <a:tcPr marL="17780" marR="1778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7" name="標題 1"/>
          <p:cNvSpPr txBox="1">
            <a:spLocks/>
          </p:cNvSpPr>
          <p:nvPr/>
        </p:nvSpPr>
        <p:spPr>
          <a:xfrm>
            <a:off x="7277100" y="729987"/>
            <a:ext cx="1829372" cy="417764"/>
          </a:xfrm>
          <a:prstGeom prst="rect">
            <a:avLst/>
          </a:prstGeom>
          <a:noFill/>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r"/>
            <a:r>
              <a:rPr lang="en-US" altLang="zh-TW" sz="1600" kern="0" dirty="0" smtClean="0">
                <a:solidFill>
                  <a:srgbClr val="C00000"/>
                </a:solidFill>
                <a:latin typeface="標楷體" panose="03000509000000000000" pitchFamily="65" charset="-120"/>
                <a:ea typeface="標楷體" panose="03000509000000000000" pitchFamily="65" charset="-120"/>
              </a:rPr>
              <a:t>(</a:t>
            </a:r>
            <a:r>
              <a:rPr lang="zh-TW" altLang="en-US" sz="1600" kern="0" dirty="0" smtClean="0">
                <a:solidFill>
                  <a:srgbClr val="C00000"/>
                </a:solidFill>
                <a:latin typeface="標楷體" panose="03000509000000000000" pitchFamily="65" charset="-120"/>
                <a:ea typeface="標楷體" panose="03000509000000000000" pitchFamily="65" charset="-120"/>
              </a:rPr>
              <a:t>詳議程</a:t>
            </a:r>
            <a:r>
              <a:rPr lang="en-US" altLang="zh-TW" sz="1600" kern="0" dirty="0" smtClean="0">
                <a:solidFill>
                  <a:srgbClr val="C00000"/>
                </a:solidFill>
                <a:latin typeface="標楷體" panose="03000509000000000000" pitchFamily="65" charset="-120"/>
                <a:ea typeface="標楷體" panose="03000509000000000000" pitchFamily="65" charset="-120"/>
              </a:rPr>
              <a:t>P.5/</a:t>
            </a:r>
            <a:r>
              <a:rPr lang="zh-TW" altLang="en-US" sz="1600" kern="0" dirty="0" smtClean="0">
                <a:solidFill>
                  <a:srgbClr val="C00000"/>
                </a:solidFill>
                <a:latin typeface="標楷體" panose="03000509000000000000" pitchFamily="65" charset="-120"/>
                <a:ea typeface="標楷體" panose="03000509000000000000" pitchFamily="65" charset="-120"/>
              </a:rPr>
              <a:t>表</a:t>
            </a:r>
            <a:r>
              <a:rPr lang="en-US" altLang="zh-TW" sz="1600" kern="0" dirty="0" smtClean="0">
                <a:solidFill>
                  <a:srgbClr val="C00000"/>
                </a:solidFill>
                <a:latin typeface="標楷體" panose="03000509000000000000" pitchFamily="65" charset="-120"/>
                <a:ea typeface="標楷體" panose="03000509000000000000" pitchFamily="65" charset="-120"/>
              </a:rPr>
              <a:t>3)</a:t>
            </a:r>
            <a:endParaRPr lang="zh-TW" altLang="en-US" sz="1600" kern="0" dirty="0">
              <a:solidFill>
                <a:srgbClr val="C00000"/>
              </a:solidFill>
              <a:latin typeface="標楷體" panose="03000509000000000000" pitchFamily="65" charset="-120"/>
              <a:ea typeface="標楷體" panose="03000509000000000000" pitchFamily="65" charset="-120"/>
            </a:endParaRPr>
          </a:p>
        </p:txBody>
      </p:sp>
      <p:sp>
        <p:nvSpPr>
          <p:cNvPr id="10" name="標題 1"/>
          <p:cNvSpPr txBox="1">
            <a:spLocks/>
          </p:cNvSpPr>
          <p:nvPr/>
        </p:nvSpPr>
        <p:spPr>
          <a:xfrm>
            <a:off x="28187" y="43585"/>
            <a:ext cx="8229600" cy="764704"/>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en-US" altLang="zh-TW" sz="3600" kern="0" dirty="0" smtClean="0"/>
              <a:t>(</a:t>
            </a:r>
            <a:r>
              <a:rPr lang="zh-TW" altLang="en-US" sz="3600" kern="0" dirty="0" smtClean="0"/>
              <a:t>三</a:t>
            </a:r>
            <a:r>
              <a:rPr lang="en-US" altLang="zh-TW" sz="3600" kern="0" dirty="0" smtClean="0"/>
              <a:t>)</a:t>
            </a:r>
            <a:r>
              <a:rPr lang="zh-TW" altLang="en-US" sz="3600" kern="0" dirty="0"/>
              <a:t>資料集下載</a:t>
            </a:r>
            <a:r>
              <a:rPr lang="zh-TW" altLang="en-US" sz="3600" kern="0" dirty="0" smtClean="0"/>
              <a:t>情形</a:t>
            </a:r>
            <a:r>
              <a:rPr lang="en-US" altLang="zh-TW" sz="3600" kern="0" dirty="0" smtClean="0"/>
              <a:t>-2</a:t>
            </a:r>
            <a:r>
              <a:rPr lang="zh-TW" altLang="en-US" sz="3600" kern="0" dirty="0" smtClean="0"/>
              <a:t>項百名內</a:t>
            </a:r>
            <a:endParaRPr lang="zh-TW" altLang="en-US" sz="3600" kern="0" dirty="0"/>
          </a:p>
        </p:txBody>
      </p:sp>
      <p:sp>
        <p:nvSpPr>
          <p:cNvPr id="11" name="標題 1"/>
          <p:cNvSpPr>
            <a:spLocks noGrp="1"/>
          </p:cNvSpPr>
          <p:nvPr>
            <p:ph type="title"/>
          </p:nvPr>
        </p:nvSpPr>
        <p:spPr>
          <a:xfrm>
            <a:off x="467544" y="705248"/>
            <a:ext cx="4248472" cy="430976"/>
          </a:xfrm>
        </p:spPr>
        <p:txBody>
          <a:bodyPr/>
          <a:lstStyle/>
          <a:p>
            <a:pPr algn="l"/>
            <a:r>
              <a:rPr lang="zh-TW" altLang="en-US" sz="2000" dirty="0" smtClean="0"/>
              <a:t>資料開放平臺資料集統計</a:t>
            </a:r>
            <a:r>
              <a:rPr lang="en-US" altLang="zh-TW" sz="2000" dirty="0" smtClean="0"/>
              <a:t>-</a:t>
            </a:r>
            <a:r>
              <a:rPr lang="zh-TW" altLang="en-US" sz="2000" dirty="0" smtClean="0">
                <a:solidFill>
                  <a:srgbClr val="D0610E"/>
                </a:solidFill>
              </a:rPr>
              <a:t>依下載量</a:t>
            </a:r>
            <a:endParaRPr lang="zh-TW" altLang="en-US" sz="2000" dirty="0">
              <a:solidFill>
                <a:srgbClr val="D0610E"/>
              </a:solidFill>
            </a:endParaRPr>
          </a:p>
        </p:txBody>
      </p:sp>
      <p:sp>
        <p:nvSpPr>
          <p:cNvPr id="12" name="文字方塊 11">
            <a:hlinkClick r:id="rId2"/>
          </p:cNvPr>
          <p:cNvSpPr txBox="1"/>
          <p:nvPr/>
        </p:nvSpPr>
        <p:spPr>
          <a:xfrm>
            <a:off x="441123" y="1016749"/>
            <a:ext cx="6809556" cy="261610"/>
          </a:xfrm>
          <a:prstGeom prst="rect">
            <a:avLst/>
          </a:prstGeom>
          <a:noFill/>
        </p:spPr>
        <p:txBody>
          <a:bodyPr vert="horz" wrap="square" rtlCol="0">
            <a:spAutoFit/>
          </a:bodyPr>
          <a:lstStyle/>
          <a:p>
            <a:r>
              <a:rPr lang="en-US" altLang="zh-TW" sz="1100" b="1" dirty="0">
                <a:solidFill>
                  <a:schemeClr val="accent6">
                    <a:lumMod val="75000"/>
                  </a:schemeClr>
                </a:solidFill>
              </a:rPr>
              <a:t>https://data.gov.tw/statistics/datasets?page=0&amp;sort=desc&amp;order=%E4%B8%8B%E8%BC%89%E6%AC%A1%E6%95%B8</a:t>
            </a:r>
            <a:endParaRPr lang="zh-TW" altLang="en-US" sz="1100" b="1" dirty="0" smtClean="0">
              <a:solidFill>
                <a:schemeClr val="accent6">
                  <a:lumMod val="75000"/>
                </a:schemeClr>
              </a:solidFill>
            </a:endParaRPr>
          </a:p>
        </p:txBody>
      </p:sp>
    </p:spTree>
    <p:extLst>
      <p:ext uri="{BB962C8B-B14F-4D97-AF65-F5344CB8AC3E}">
        <p14:creationId xmlns:p14="http://schemas.microsoft.com/office/powerpoint/2010/main" val="406273162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900B4382-7C4E-4E7B-8DB7-FB39E0211E21}" type="slidenum">
              <a:rPr lang="zh-TW" altLang="en-US" smtClean="0">
                <a:solidFill>
                  <a:prstClr val="black"/>
                </a:solidFill>
              </a:rPr>
              <a:pPr/>
              <a:t>10</a:t>
            </a:fld>
            <a:endParaRPr lang="zh-TW" altLang="en-US">
              <a:solidFill>
                <a:prstClr val="black"/>
              </a:solidFill>
            </a:endParaRPr>
          </a:p>
        </p:txBody>
      </p:sp>
      <p:sp>
        <p:nvSpPr>
          <p:cNvPr id="8" name="標題 1"/>
          <p:cNvSpPr txBox="1">
            <a:spLocks/>
          </p:cNvSpPr>
          <p:nvPr/>
        </p:nvSpPr>
        <p:spPr>
          <a:xfrm>
            <a:off x="7668343" y="902103"/>
            <a:ext cx="1415515" cy="417764"/>
          </a:xfrm>
          <a:prstGeom prst="rect">
            <a:avLst/>
          </a:prstGeom>
          <a:noFill/>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r"/>
            <a:r>
              <a:rPr lang="en-US" altLang="zh-TW" sz="1600" kern="0" dirty="0" smtClean="0">
                <a:solidFill>
                  <a:srgbClr val="C00000"/>
                </a:solidFill>
                <a:latin typeface="標楷體" panose="03000509000000000000" pitchFamily="65" charset="-120"/>
                <a:ea typeface="標楷體" panose="03000509000000000000" pitchFamily="65" charset="-120"/>
              </a:rPr>
              <a:t>(</a:t>
            </a:r>
            <a:r>
              <a:rPr lang="zh-TW" altLang="en-US" sz="1600" kern="0" dirty="0" smtClean="0">
                <a:solidFill>
                  <a:srgbClr val="C00000"/>
                </a:solidFill>
                <a:latin typeface="標楷體" panose="03000509000000000000" pitchFamily="65" charset="-120"/>
                <a:ea typeface="標楷體" panose="03000509000000000000" pitchFamily="65" charset="-120"/>
              </a:rPr>
              <a:t>詳議程</a:t>
            </a:r>
            <a:r>
              <a:rPr lang="en-US" altLang="zh-TW" sz="1600" kern="0" dirty="0" smtClean="0">
                <a:solidFill>
                  <a:srgbClr val="C00000"/>
                </a:solidFill>
                <a:latin typeface="標楷體" panose="03000509000000000000" pitchFamily="65" charset="-120"/>
                <a:ea typeface="標楷體" panose="03000509000000000000" pitchFamily="65" charset="-120"/>
              </a:rPr>
              <a:t>P.6)</a:t>
            </a:r>
            <a:endParaRPr lang="zh-TW" altLang="en-US" sz="1600" kern="0" dirty="0">
              <a:solidFill>
                <a:srgbClr val="C00000"/>
              </a:solidFill>
              <a:latin typeface="標楷體" panose="03000509000000000000" pitchFamily="65" charset="-120"/>
              <a:ea typeface="標楷體" panose="03000509000000000000" pitchFamily="65" charset="-120"/>
            </a:endParaRPr>
          </a:p>
        </p:txBody>
      </p:sp>
      <p:graphicFrame>
        <p:nvGraphicFramePr>
          <p:cNvPr id="7" name="資料庫圖表 6"/>
          <p:cNvGraphicFramePr/>
          <p:nvPr>
            <p:extLst>
              <p:ext uri="{D42A27DB-BD31-4B8C-83A1-F6EECF244321}">
                <p14:modId xmlns:p14="http://schemas.microsoft.com/office/powerpoint/2010/main" val="3364034288"/>
              </p:ext>
            </p:extLst>
          </p:nvPr>
        </p:nvGraphicFramePr>
        <p:xfrm>
          <a:off x="683568" y="2212137"/>
          <a:ext cx="7394900" cy="38726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文字方塊 9"/>
          <p:cNvSpPr txBox="1"/>
          <p:nvPr/>
        </p:nvSpPr>
        <p:spPr>
          <a:xfrm>
            <a:off x="5695998" y="1325547"/>
            <a:ext cx="3386125" cy="369332"/>
          </a:xfrm>
          <a:prstGeom prst="rect">
            <a:avLst/>
          </a:prstGeom>
          <a:noFill/>
        </p:spPr>
        <p:txBody>
          <a:bodyPr wrap="square" rtlCol="0">
            <a:spAutoFit/>
          </a:bodyPr>
          <a:lstStyle/>
          <a:p>
            <a:pPr algn="r"/>
            <a:r>
              <a:rPr lang="zh-TW" altLang="en-US" dirty="0" smtClean="0">
                <a:latin typeface="標楷體" panose="03000509000000000000" pitchFamily="65" charset="-120"/>
                <a:ea typeface="標楷體" panose="03000509000000000000" pitchFamily="65" charset="-120"/>
              </a:rPr>
              <a:t>統計區間</a:t>
            </a:r>
            <a:r>
              <a:rPr lang="en-US" altLang="zh-TW" dirty="0" smtClean="0">
                <a:latin typeface="標楷體" panose="03000509000000000000" pitchFamily="65" charset="-120"/>
                <a:ea typeface="標楷體" panose="03000509000000000000" pitchFamily="65" charset="-120"/>
              </a:rPr>
              <a:t>:107.10.1~108.4.15</a:t>
            </a:r>
            <a:endParaRPr lang="zh-TW" altLang="en-US" dirty="0">
              <a:latin typeface="標楷體" panose="03000509000000000000" pitchFamily="65" charset="-120"/>
              <a:ea typeface="標楷體" panose="03000509000000000000" pitchFamily="65" charset="-120"/>
            </a:endParaRPr>
          </a:p>
        </p:txBody>
      </p:sp>
      <p:sp>
        <p:nvSpPr>
          <p:cNvPr id="9" name="標題 1"/>
          <p:cNvSpPr txBox="1">
            <a:spLocks/>
          </p:cNvSpPr>
          <p:nvPr/>
        </p:nvSpPr>
        <p:spPr>
          <a:xfrm>
            <a:off x="28187" y="43585"/>
            <a:ext cx="8229600" cy="764704"/>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en-US" altLang="zh-TW" sz="3600" kern="0" dirty="0"/>
              <a:t>(</a:t>
            </a:r>
            <a:r>
              <a:rPr lang="zh-TW" altLang="en-US" sz="3600" kern="0" dirty="0"/>
              <a:t>四</a:t>
            </a:r>
            <a:r>
              <a:rPr lang="en-US" altLang="zh-TW" sz="3600" kern="0" dirty="0"/>
              <a:t>)</a:t>
            </a:r>
            <a:r>
              <a:rPr lang="zh-TW" altLang="en-US" sz="3600" kern="0" dirty="0"/>
              <a:t>互動專區民眾</a:t>
            </a:r>
            <a:r>
              <a:rPr lang="zh-TW" altLang="en-US" sz="3600" kern="0" dirty="0" smtClean="0"/>
              <a:t>意見</a:t>
            </a:r>
            <a:endParaRPr lang="en-US" altLang="zh-TW" sz="3600" kern="0" dirty="0"/>
          </a:p>
        </p:txBody>
      </p:sp>
      <p:sp>
        <p:nvSpPr>
          <p:cNvPr id="2" name="矩形 1">
            <a:hlinkClick r:id="rId8"/>
          </p:cNvPr>
          <p:cNvSpPr/>
          <p:nvPr/>
        </p:nvSpPr>
        <p:spPr>
          <a:xfrm>
            <a:off x="1397643" y="1102632"/>
            <a:ext cx="2061783" cy="307777"/>
          </a:xfrm>
          <a:prstGeom prst="rect">
            <a:avLst/>
          </a:prstGeom>
        </p:spPr>
        <p:txBody>
          <a:bodyPr wrap="none">
            <a:spAutoFit/>
          </a:bodyPr>
          <a:lstStyle/>
          <a:p>
            <a:r>
              <a:rPr lang="zh-TW" altLang="en-US" sz="1400" b="1" dirty="0">
                <a:solidFill>
                  <a:srgbClr val="002060"/>
                </a:solidFill>
              </a:rPr>
              <a:t>https://data.gov.tw/suggests</a:t>
            </a:r>
          </a:p>
        </p:txBody>
      </p:sp>
      <p:sp>
        <p:nvSpPr>
          <p:cNvPr id="3" name="矩形 2">
            <a:hlinkClick r:id="rId9"/>
          </p:cNvPr>
          <p:cNvSpPr/>
          <p:nvPr/>
        </p:nvSpPr>
        <p:spPr>
          <a:xfrm>
            <a:off x="1399322" y="772985"/>
            <a:ext cx="2183611" cy="307777"/>
          </a:xfrm>
          <a:prstGeom prst="rect">
            <a:avLst/>
          </a:prstGeom>
        </p:spPr>
        <p:txBody>
          <a:bodyPr wrap="none">
            <a:spAutoFit/>
          </a:bodyPr>
          <a:lstStyle/>
          <a:p>
            <a:r>
              <a:rPr lang="zh-TW" altLang="en-US" sz="1400" b="1" dirty="0">
                <a:solidFill>
                  <a:srgbClr val="002060"/>
                </a:solidFill>
              </a:rPr>
              <a:t>https://data.gov.tw/comments</a:t>
            </a:r>
          </a:p>
        </p:txBody>
      </p:sp>
      <p:sp>
        <p:nvSpPr>
          <p:cNvPr id="11" name="矩形 10"/>
          <p:cNvSpPr/>
          <p:nvPr/>
        </p:nvSpPr>
        <p:spPr>
          <a:xfrm>
            <a:off x="395536" y="816242"/>
            <a:ext cx="1082348" cy="307777"/>
          </a:xfrm>
          <a:prstGeom prst="rect">
            <a:avLst/>
          </a:prstGeom>
        </p:spPr>
        <p:txBody>
          <a:bodyPr wrap="none">
            <a:spAutoFit/>
          </a:bodyPr>
          <a:lstStyle/>
          <a:p>
            <a:r>
              <a:rPr lang="zh-TW" altLang="en-US" sz="1400" b="1" dirty="0" smtClean="0">
                <a:solidFill>
                  <a:srgbClr val="D0610E"/>
                </a:solidFill>
              </a:rPr>
              <a:t>我有話要</a:t>
            </a:r>
            <a:r>
              <a:rPr lang="zh-TW" altLang="en-US" sz="1400" b="1" dirty="0">
                <a:solidFill>
                  <a:srgbClr val="D0610E"/>
                </a:solidFill>
              </a:rPr>
              <a:t>說</a:t>
            </a:r>
          </a:p>
        </p:txBody>
      </p:sp>
      <p:sp>
        <p:nvSpPr>
          <p:cNvPr id="12" name="矩形 11"/>
          <p:cNvSpPr/>
          <p:nvPr/>
        </p:nvSpPr>
        <p:spPr>
          <a:xfrm>
            <a:off x="395536" y="1145891"/>
            <a:ext cx="1082348" cy="307777"/>
          </a:xfrm>
          <a:prstGeom prst="rect">
            <a:avLst/>
          </a:prstGeom>
        </p:spPr>
        <p:txBody>
          <a:bodyPr wrap="none">
            <a:spAutoFit/>
          </a:bodyPr>
          <a:lstStyle/>
          <a:p>
            <a:r>
              <a:rPr lang="zh-TW" altLang="en-US" sz="1400" b="1" dirty="0" smtClean="0">
                <a:solidFill>
                  <a:srgbClr val="D0610E"/>
                </a:solidFill>
              </a:rPr>
              <a:t>我想要更多</a:t>
            </a:r>
            <a:endParaRPr lang="zh-TW" altLang="en-US" sz="1400" b="1" dirty="0">
              <a:solidFill>
                <a:srgbClr val="D0610E"/>
              </a:solidFill>
            </a:endParaRPr>
          </a:p>
        </p:txBody>
      </p:sp>
    </p:spTree>
    <p:extLst>
      <p:ext uri="{BB962C8B-B14F-4D97-AF65-F5344CB8AC3E}">
        <p14:creationId xmlns:p14="http://schemas.microsoft.com/office/powerpoint/2010/main" val="98294948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900B4382-7C4E-4E7B-8DB7-FB39E0211E21}" type="slidenum">
              <a:rPr lang="zh-TW" altLang="en-US" smtClean="0">
                <a:solidFill>
                  <a:prstClr val="black"/>
                </a:solidFill>
              </a:rPr>
              <a:pPr/>
              <a:t>11</a:t>
            </a:fld>
            <a:endParaRPr lang="zh-TW" altLang="en-US">
              <a:solidFill>
                <a:prstClr val="black"/>
              </a:solidFill>
            </a:endParaRPr>
          </a:p>
        </p:txBody>
      </p:sp>
      <p:sp>
        <p:nvSpPr>
          <p:cNvPr id="10" name="矩形 9"/>
          <p:cNvSpPr/>
          <p:nvPr/>
        </p:nvSpPr>
        <p:spPr>
          <a:xfrm>
            <a:off x="502883" y="1342970"/>
            <a:ext cx="5724644" cy="461665"/>
          </a:xfrm>
          <a:prstGeom prst="rect">
            <a:avLst/>
          </a:prstGeom>
        </p:spPr>
        <p:txBody>
          <a:bodyPr wrap="none">
            <a:spAutoFit/>
          </a:bodyPr>
          <a:lstStyle/>
          <a:p>
            <a:pPr marL="1076325" indent="-1076325" fontAlgn="t"/>
            <a:r>
              <a:rPr lang="en-US" altLang="zh-TW" sz="2400" b="1" dirty="0" smtClean="0">
                <a:solidFill>
                  <a:srgbClr val="7030A0"/>
                </a:solidFill>
                <a:latin typeface="標楷體" panose="03000509000000000000" pitchFamily="65" charset="-120"/>
                <a:ea typeface="標楷體" panose="03000509000000000000" pitchFamily="65" charset="-120"/>
              </a:rPr>
              <a:t>#2.</a:t>
            </a:r>
            <a:r>
              <a:rPr lang="zh-TW" altLang="en-US" sz="2400" b="1" dirty="0" smtClean="0">
                <a:solidFill>
                  <a:srgbClr val="7030A0"/>
                </a:solidFill>
                <a:latin typeface="標楷體" panose="03000509000000000000" pitchFamily="65" charset="-120"/>
                <a:ea typeface="標楷體" panose="03000509000000000000" pitchFamily="65" charset="-120"/>
              </a:rPr>
              <a:t>資管處</a:t>
            </a:r>
            <a:r>
              <a:rPr lang="en-US" altLang="zh-TW" sz="2400" b="1" dirty="0" smtClean="0">
                <a:solidFill>
                  <a:srgbClr val="000000"/>
                </a:solidFill>
                <a:latin typeface="標楷體" panose="03000509000000000000" pitchFamily="65" charset="-120"/>
                <a:ea typeface="標楷體" panose="03000509000000000000" pitchFamily="65" charset="-120"/>
              </a:rPr>
              <a:t>-</a:t>
            </a:r>
            <a:r>
              <a:rPr lang="zh-TW" altLang="en-US" sz="2400" b="1" dirty="0">
                <a:solidFill>
                  <a:srgbClr val="0070C0"/>
                </a:solidFill>
                <a:latin typeface="標楷體" panose="03000509000000000000" pitchFamily="65" charset="-120"/>
                <a:ea typeface="標楷體" panose="03000509000000000000" pitchFamily="65" charset="-120"/>
              </a:rPr>
              <a:t>政府資料開放平臺資料集清單</a:t>
            </a:r>
            <a:endParaRPr lang="en-US" altLang="zh-TW" sz="2400" b="1" dirty="0">
              <a:solidFill>
                <a:srgbClr val="0070C0"/>
              </a:solidFill>
              <a:latin typeface="標楷體" panose="03000509000000000000" pitchFamily="65" charset="-120"/>
              <a:ea typeface="標楷體" panose="03000509000000000000" pitchFamily="65" charset="-120"/>
            </a:endParaRPr>
          </a:p>
        </p:txBody>
      </p:sp>
      <p:graphicFrame>
        <p:nvGraphicFramePr>
          <p:cNvPr id="11" name="表格 10"/>
          <p:cNvGraphicFramePr>
            <a:graphicFrameLocks noGrp="1"/>
          </p:cNvGraphicFramePr>
          <p:nvPr>
            <p:extLst>
              <p:ext uri="{D42A27DB-BD31-4B8C-83A1-F6EECF244321}">
                <p14:modId xmlns:p14="http://schemas.microsoft.com/office/powerpoint/2010/main" val="1266713560"/>
              </p:ext>
            </p:extLst>
          </p:nvPr>
        </p:nvGraphicFramePr>
        <p:xfrm>
          <a:off x="496519" y="1804635"/>
          <a:ext cx="8136000" cy="3405013"/>
        </p:xfrm>
        <a:graphic>
          <a:graphicData uri="http://schemas.openxmlformats.org/drawingml/2006/table">
            <a:tbl>
              <a:tblPr/>
              <a:tblGrid>
                <a:gridCol w="771484"/>
                <a:gridCol w="3303997"/>
                <a:gridCol w="4060519"/>
              </a:tblGrid>
              <a:tr h="387493">
                <a:tc>
                  <a:txBody>
                    <a:bodyPr/>
                    <a:lstStyle/>
                    <a:p>
                      <a:pPr algn="ctr" rtl="0" fontAlgn="ctr"/>
                      <a:r>
                        <a:rPr lang="zh-TW" altLang="en-US" sz="2400" b="1" i="0" u="none" strike="noStrike" dirty="0">
                          <a:solidFill>
                            <a:srgbClr val="FFFFFF"/>
                          </a:solidFill>
                          <a:effectLst/>
                          <a:latin typeface="標楷體" panose="03000509000000000000" pitchFamily="65" charset="-120"/>
                          <a:ea typeface="標楷體" panose="03000509000000000000" pitchFamily="65" charset="-120"/>
                        </a:rPr>
                        <a:t>類別</a:t>
                      </a:r>
                    </a:p>
                  </a:txBody>
                  <a:tcPr marL="4792" marR="4792" marT="47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04099"/>
                    </a:solidFill>
                  </a:tcPr>
                </a:tc>
                <a:tc>
                  <a:txBody>
                    <a:bodyPr/>
                    <a:lstStyle/>
                    <a:p>
                      <a:pPr algn="ctr" rtl="0" fontAlgn="ctr"/>
                      <a:r>
                        <a:rPr lang="zh-TW" altLang="en-US" sz="2400" b="1" i="0" u="none" strike="noStrike" dirty="0">
                          <a:solidFill>
                            <a:srgbClr val="FFFFFF"/>
                          </a:solidFill>
                          <a:effectLst/>
                          <a:latin typeface="標楷體" panose="03000509000000000000" pitchFamily="65" charset="-120"/>
                          <a:ea typeface="標楷體" panose="03000509000000000000" pitchFamily="65" charset="-120"/>
                        </a:rPr>
                        <a:t>內容摘要</a:t>
                      </a:r>
                    </a:p>
                  </a:txBody>
                  <a:tcPr marL="4792" marR="4792" marT="47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04099"/>
                    </a:solidFill>
                  </a:tcPr>
                </a:tc>
                <a:tc>
                  <a:txBody>
                    <a:bodyPr/>
                    <a:lstStyle/>
                    <a:p>
                      <a:pPr algn="ctr" rtl="0" fontAlgn="t"/>
                      <a:r>
                        <a:rPr lang="zh-TW" altLang="en-US" sz="2400" b="1" i="0" u="none" strike="noStrike" dirty="0" smtClean="0">
                          <a:solidFill>
                            <a:srgbClr val="FFFFFF"/>
                          </a:solidFill>
                          <a:effectLst/>
                          <a:latin typeface="標楷體" panose="03000509000000000000" pitchFamily="65" charset="-120"/>
                          <a:ea typeface="標楷體" panose="03000509000000000000" pitchFamily="65" charset="-120"/>
                        </a:rPr>
                        <a:t>回應內容</a:t>
                      </a:r>
                      <a:endParaRPr lang="zh-TW" altLang="en-US" sz="2400" b="1" i="0" u="none" strike="noStrike" dirty="0">
                        <a:solidFill>
                          <a:srgbClr val="FFFFFF"/>
                        </a:solidFill>
                        <a:effectLst/>
                        <a:latin typeface="標楷體" panose="03000509000000000000" pitchFamily="65" charset="-120"/>
                        <a:ea typeface="標楷體" panose="03000509000000000000" pitchFamily="65" charset="-120"/>
                      </a:endParaRPr>
                    </a:p>
                  </a:txBody>
                  <a:tcPr marL="4792" marR="4792" marT="479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04099"/>
                    </a:solidFill>
                  </a:tcPr>
                </a:tc>
              </a:tr>
              <a:tr h="866284">
                <a:tc>
                  <a:txBody>
                    <a:bodyPr/>
                    <a:lstStyle/>
                    <a:p>
                      <a:pPr algn="ctr" rtl="0" fontAlgn="t"/>
                      <a:r>
                        <a:rPr lang="zh-TW" altLang="en-US" sz="2400" b="0" i="0" u="none" strike="noStrike" dirty="0">
                          <a:solidFill>
                            <a:srgbClr val="000000"/>
                          </a:solidFill>
                          <a:effectLst/>
                          <a:latin typeface="標楷體" panose="03000509000000000000" pitchFamily="65" charset="-120"/>
                          <a:ea typeface="標楷體" panose="03000509000000000000" pitchFamily="65" charset="-120"/>
                        </a:rPr>
                        <a:t>建議　</a:t>
                      </a:r>
                    </a:p>
                  </a:txBody>
                  <a:tcPr marL="4792" marR="4792" marT="47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a:txBody>
                    <a:bodyPr/>
                    <a:lstStyle/>
                    <a:p>
                      <a:pPr marL="342900" indent="-342900" algn="l" rtl="0" fontAlgn="t">
                        <a:buFont typeface="Arial" panose="020B0604020202020204" pitchFamily="34" charset="0"/>
                        <a:buChar char="•"/>
                      </a:pPr>
                      <a:r>
                        <a:rPr lang="zh-TW" altLang="en-US" sz="2400" b="0" i="0" u="none" strike="noStrike" dirty="0" smtClean="0">
                          <a:solidFill>
                            <a:srgbClr val="000000"/>
                          </a:solidFill>
                          <a:effectLst/>
                          <a:latin typeface="標楷體" panose="03000509000000000000" pitchFamily="65" charset="-120"/>
                          <a:ea typeface="標楷體" panose="03000509000000000000" pitchFamily="65" charset="-120"/>
                        </a:rPr>
                        <a:t>檔案開始有點變大，是否可以開 </a:t>
                      </a:r>
                      <a:r>
                        <a:rPr lang="en-US" altLang="zh-TW" sz="2400" b="0" i="0" u="none" strike="noStrike" dirty="0" err="1" smtClean="0">
                          <a:solidFill>
                            <a:srgbClr val="000000"/>
                          </a:solidFill>
                          <a:effectLst/>
                          <a:latin typeface="標楷體" panose="03000509000000000000" pitchFamily="65" charset="-120"/>
                          <a:ea typeface="標楷體" panose="03000509000000000000" pitchFamily="65" charset="-120"/>
                        </a:rPr>
                        <a:t>gzip</a:t>
                      </a:r>
                      <a:r>
                        <a:rPr lang="en-US" altLang="zh-TW" sz="2400" b="0" i="0" u="none" strike="noStrike" dirty="0" smtClean="0">
                          <a:solidFill>
                            <a:srgbClr val="000000"/>
                          </a:solidFill>
                          <a:effectLst/>
                          <a:latin typeface="標楷體" panose="03000509000000000000" pitchFamily="65" charset="-120"/>
                          <a:ea typeface="標楷體" panose="03000509000000000000" pitchFamily="65" charset="-120"/>
                        </a:rPr>
                        <a:t> </a:t>
                      </a:r>
                      <a:r>
                        <a:rPr lang="zh-TW" altLang="en-US" sz="2400" b="0" i="0" u="none" strike="noStrike" dirty="0" smtClean="0">
                          <a:solidFill>
                            <a:srgbClr val="000000"/>
                          </a:solidFill>
                          <a:effectLst/>
                          <a:latin typeface="標楷體" panose="03000509000000000000" pitchFamily="65" charset="-120"/>
                          <a:ea typeface="標楷體" panose="03000509000000000000" pitchFamily="65" charset="-120"/>
                        </a:rPr>
                        <a:t>功能，壓縮檔案方便下載。</a:t>
                      </a:r>
                      <a:endParaRPr lang="en-US" altLang="zh-TW" sz="2400" b="0" i="0" u="none" strike="noStrike" dirty="0" smtClean="0">
                        <a:solidFill>
                          <a:srgbClr val="000000"/>
                        </a:solidFill>
                        <a:effectLst/>
                        <a:latin typeface="標楷體" panose="03000509000000000000" pitchFamily="65" charset="-120"/>
                        <a:ea typeface="標楷體" panose="03000509000000000000" pitchFamily="65" charset="-120"/>
                      </a:endParaRPr>
                    </a:p>
                    <a:p>
                      <a:pPr marL="342900" indent="-342900" algn="l" rtl="0" fontAlgn="t">
                        <a:buFont typeface="Arial" panose="020B0604020202020204" pitchFamily="34" charset="0"/>
                        <a:buChar char="•"/>
                      </a:pPr>
                      <a:r>
                        <a:rPr lang="zh-TW" altLang="en-US" sz="2400" b="0" i="0" u="none" strike="noStrike" dirty="0" smtClean="0">
                          <a:solidFill>
                            <a:schemeClr val="tx1"/>
                          </a:solidFill>
                          <a:effectLst/>
                          <a:latin typeface="標楷體" panose="03000509000000000000" pitchFamily="65" charset="-120"/>
                          <a:ea typeface="標楷體" panose="03000509000000000000" pitchFamily="65" charset="-120"/>
                        </a:rPr>
                        <a:t>可否提供每一天下載資料集的檔案 </a:t>
                      </a:r>
                      <a:r>
                        <a:rPr lang="en-US" altLang="zh-TW" sz="2400" b="0" i="0" u="none" strike="noStrike" dirty="0" smtClean="0">
                          <a:solidFill>
                            <a:schemeClr val="tx1"/>
                          </a:solidFill>
                          <a:effectLst/>
                          <a:latin typeface="標楷體" panose="03000509000000000000" pitchFamily="65" charset="-120"/>
                          <a:ea typeface="標楷體" panose="03000509000000000000" pitchFamily="65" charset="-120"/>
                        </a:rPr>
                        <a:t>CRC32</a:t>
                      </a:r>
                      <a:r>
                        <a:rPr lang="zh-TW" altLang="en-US" sz="2400" b="0" i="0" u="none" strike="noStrike" dirty="0" smtClean="0">
                          <a:solidFill>
                            <a:schemeClr val="tx1"/>
                          </a:solidFill>
                          <a:effectLst/>
                          <a:latin typeface="標楷體" panose="03000509000000000000" pitchFamily="65" charset="-120"/>
                          <a:ea typeface="標楷體" panose="03000509000000000000" pitchFamily="65" charset="-120"/>
                        </a:rPr>
                        <a:t>，方便作資料完整性檢驗。</a:t>
                      </a:r>
                      <a:endParaRPr lang="zh-TW" altLang="en-US" sz="2400" b="0" i="0" u="none" strike="noStrike" dirty="0">
                        <a:solidFill>
                          <a:schemeClr val="tx1"/>
                        </a:solidFill>
                        <a:effectLst/>
                        <a:latin typeface="標楷體" panose="03000509000000000000" pitchFamily="65" charset="-120"/>
                        <a:ea typeface="標楷體" panose="03000509000000000000" pitchFamily="65" charset="-12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t"/>
                      <a:r>
                        <a:rPr lang="zh-TW" altLang="en-US" sz="2400" b="0" i="0" u="none" strike="noStrike" dirty="0" smtClean="0">
                          <a:solidFill>
                            <a:srgbClr val="000000"/>
                          </a:solidFill>
                          <a:effectLst/>
                          <a:latin typeface="標楷體" panose="03000509000000000000" pitchFamily="65" charset="-120"/>
                          <a:ea typeface="標楷體" panose="03000509000000000000" pitchFamily="65" charset="-120"/>
                        </a:rPr>
                        <a:t>本會將納入後續系統優化之參考。</a:t>
                      </a:r>
                      <a:endParaRPr lang="zh-TW" altLang="en-US" sz="2400" b="0" i="0" u="none" strike="noStrike" dirty="0">
                        <a:solidFill>
                          <a:srgbClr val="000000"/>
                        </a:solidFill>
                        <a:effectLst/>
                        <a:latin typeface="標楷體" panose="03000509000000000000" pitchFamily="65" charset="-120"/>
                        <a:ea typeface="標楷體" panose="03000509000000000000" pitchFamily="65" charset="-12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5" name="標題 1"/>
          <p:cNvSpPr txBox="1">
            <a:spLocks/>
          </p:cNvSpPr>
          <p:nvPr/>
        </p:nvSpPr>
        <p:spPr>
          <a:xfrm>
            <a:off x="0" y="54549"/>
            <a:ext cx="8229600" cy="764704"/>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zh-TW" altLang="en-US" sz="3600" kern="0" dirty="0" smtClean="0"/>
              <a:t>「我有話要說</a:t>
            </a:r>
            <a:r>
              <a:rPr lang="zh-TW" altLang="en-US" sz="3600" kern="0" dirty="0"/>
              <a:t>」</a:t>
            </a:r>
            <a:r>
              <a:rPr lang="zh-TW" altLang="en-US" sz="3600" kern="0" dirty="0" smtClean="0"/>
              <a:t>單元民眾建議事項</a:t>
            </a:r>
            <a:r>
              <a:rPr lang="en-US" altLang="zh-TW" sz="3600" kern="0" dirty="0" smtClean="0"/>
              <a:t>(1/2)</a:t>
            </a:r>
            <a:endParaRPr lang="zh-TW" altLang="en-US" sz="3600" kern="0" dirty="0"/>
          </a:p>
        </p:txBody>
      </p:sp>
      <p:sp>
        <p:nvSpPr>
          <p:cNvPr id="16" name="標題 1"/>
          <p:cNvSpPr txBox="1">
            <a:spLocks/>
          </p:cNvSpPr>
          <p:nvPr/>
        </p:nvSpPr>
        <p:spPr>
          <a:xfrm>
            <a:off x="6732240" y="805178"/>
            <a:ext cx="2378654" cy="417764"/>
          </a:xfrm>
          <a:prstGeom prst="rect">
            <a:avLst/>
          </a:prstGeom>
          <a:noFill/>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r"/>
            <a:r>
              <a:rPr lang="en-US" altLang="zh-TW" sz="1600" kern="0" dirty="0" smtClean="0">
                <a:solidFill>
                  <a:srgbClr val="C00000"/>
                </a:solidFill>
                <a:latin typeface="標楷體" panose="03000509000000000000" pitchFamily="65" charset="-120"/>
                <a:ea typeface="標楷體" panose="03000509000000000000" pitchFamily="65" charset="-120"/>
              </a:rPr>
              <a:t>(</a:t>
            </a:r>
            <a:r>
              <a:rPr lang="zh-TW" altLang="en-US" sz="1600" kern="0" dirty="0" smtClean="0">
                <a:solidFill>
                  <a:srgbClr val="C00000"/>
                </a:solidFill>
                <a:latin typeface="標楷體" panose="03000509000000000000" pitchFamily="65" charset="-120"/>
                <a:ea typeface="標楷體" panose="03000509000000000000" pitchFamily="65" charset="-120"/>
              </a:rPr>
              <a:t>詳議程</a:t>
            </a:r>
            <a:r>
              <a:rPr lang="en-US" altLang="zh-TW" sz="1600" kern="0" dirty="0" smtClean="0">
                <a:solidFill>
                  <a:srgbClr val="C00000"/>
                </a:solidFill>
                <a:latin typeface="標楷體" panose="03000509000000000000" pitchFamily="65" charset="-120"/>
                <a:ea typeface="標楷體" panose="03000509000000000000" pitchFamily="65" charset="-120"/>
              </a:rPr>
              <a:t>P.7/</a:t>
            </a:r>
            <a:r>
              <a:rPr lang="zh-TW" altLang="en-US" sz="1600" kern="0" dirty="0" smtClean="0">
                <a:solidFill>
                  <a:srgbClr val="C00000"/>
                </a:solidFill>
                <a:latin typeface="標楷體" panose="03000509000000000000" pitchFamily="65" charset="-120"/>
                <a:ea typeface="標楷體" panose="03000509000000000000" pitchFamily="65" charset="-120"/>
              </a:rPr>
              <a:t>表</a:t>
            </a:r>
            <a:r>
              <a:rPr lang="en-US" altLang="zh-TW" sz="1600" kern="0" dirty="0" smtClean="0">
                <a:solidFill>
                  <a:srgbClr val="C00000"/>
                </a:solidFill>
                <a:latin typeface="標楷體" panose="03000509000000000000" pitchFamily="65" charset="-120"/>
                <a:ea typeface="標楷體" panose="03000509000000000000" pitchFamily="65" charset="-120"/>
              </a:rPr>
              <a:t>4)</a:t>
            </a:r>
            <a:endParaRPr lang="zh-TW" altLang="en-US" sz="1600" kern="0" dirty="0">
              <a:solidFill>
                <a:srgbClr val="C00000"/>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172166047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900B4382-7C4E-4E7B-8DB7-FB39E0211E21}" type="slidenum">
              <a:rPr lang="zh-TW" altLang="en-US" smtClean="0">
                <a:solidFill>
                  <a:prstClr val="black"/>
                </a:solidFill>
              </a:rPr>
              <a:pPr/>
              <a:t>12</a:t>
            </a:fld>
            <a:endParaRPr lang="zh-TW" altLang="en-US">
              <a:solidFill>
                <a:prstClr val="black"/>
              </a:solidFill>
            </a:endParaRPr>
          </a:p>
        </p:txBody>
      </p:sp>
      <p:graphicFrame>
        <p:nvGraphicFramePr>
          <p:cNvPr id="11" name="表格 10"/>
          <p:cNvGraphicFramePr>
            <a:graphicFrameLocks noGrp="1"/>
          </p:cNvGraphicFramePr>
          <p:nvPr>
            <p:extLst>
              <p:ext uri="{D42A27DB-BD31-4B8C-83A1-F6EECF244321}">
                <p14:modId xmlns:p14="http://schemas.microsoft.com/office/powerpoint/2010/main" val="3173047109"/>
              </p:ext>
            </p:extLst>
          </p:nvPr>
        </p:nvGraphicFramePr>
        <p:xfrm>
          <a:off x="496519" y="1804635"/>
          <a:ext cx="8136000" cy="4868053"/>
        </p:xfrm>
        <a:graphic>
          <a:graphicData uri="http://schemas.openxmlformats.org/drawingml/2006/table">
            <a:tbl>
              <a:tblPr/>
              <a:tblGrid>
                <a:gridCol w="771484"/>
                <a:gridCol w="3303997"/>
                <a:gridCol w="4060519"/>
              </a:tblGrid>
              <a:tr h="387493">
                <a:tc>
                  <a:txBody>
                    <a:bodyPr/>
                    <a:lstStyle/>
                    <a:p>
                      <a:pPr algn="ctr" rtl="0" fontAlgn="ctr"/>
                      <a:r>
                        <a:rPr lang="zh-TW" altLang="en-US" sz="2400" b="1" i="0" u="none" strike="noStrike" dirty="0">
                          <a:solidFill>
                            <a:srgbClr val="FFFFFF"/>
                          </a:solidFill>
                          <a:effectLst/>
                          <a:latin typeface="標楷體" panose="03000509000000000000" pitchFamily="65" charset="-120"/>
                          <a:ea typeface="標楷體" panose="03000509000000000000" pitchFamily="65" charset="-120"/>
                        </a:rPr>
                        <a:t>類別</a:t>
                      </a:r>
                    </a:p>
                  </a:txBody>
                  <a:tcPr marL="4792" marR="4792" marT="47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04099"/>
                    </a:solidFill>
                  </a:tcPr>
                </a:tc>
                <a:tc>
                  <a:txBody>
                    <a:bodyPr/>
                    <a:lstStyle/>
                    <a:p>
                      <a:pPr algn="ctr" rtl="0" fontAlgn="ctr"/>
                      <a:r>
                        <a:rPr lang="zh-TW" altLang="en-US" sz="2400" b="1" i="0" u="none" strike="noStrike" dirty="0">
                          <a:solidFill>
                            <a:srgbClr val="FFFFFF"/>
                          </a:solidFill>
                          <a:effectLst/>
                          <a:latin typeface="標楷體" panose="03000509000000000000" pitchFamily="65" charset="-120"/>
                          <a:ea typeface="標楷體" panose="03000509000000000000" pitchFamily="65" charset="-120"/>
                        </a:rPr>
                        <a:t>內容摘要</a:t>
                      </a:r>
                    </a:p>
                  </a:txBody>
                  <a:tcPr marL="4792" marR="4792" marT="47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04099"/>
                    </a:solidFill>
                  </a:tcPr>
                </a:tc>
                <a:tc>
                  <a:txBody>
                    <a:bodyPr/>
                    <a:lstStyle/>
                    <a:p>
                      <a:pPr algn="ctr" rtl="0" fontAlgn="t"/>
                      <a:r>
                        <a:rPr lang="zh-TW" altLang="en-US" sz="2400" b="1" i="0" u="none" strike="noStrike" dirty="0" smtClean="0">
                          <a:solidFill>
                            <a:srgbClr val="FFFFFF"/>
                          </a:solidFill>
                          <a:effectLst/>
                          <a:latin typeface="標楷體" panose="03000509000000000000" pitchFamily="65" charset="-120"/>
                          <a:ea typeface="標楷體" panose="03000509000000000000" pitchFamily="65" charset="-120"/>
                        </a:rPr>
                        <a:t>回應內容</a:t>
                      </a:r>
                      <a:endParaRPr lang="zh-TW" altLang="en-US" sz="2400" b="1" i="0" u="none" strike="noStrike" dirty="0">
                        <a:solidFill>
                          <a:srgbClr val="FFFFFF"/>
                        </a:solidFill>
                        <a:effectLst/>
                        <a:latin typeface="標楷體" panose="03000509000000000000" pitchFamily="65" charset="-120"/>
                        <a:ea typeface="標楷體" panose="03000509000000000000" pitchFamily="65" charset="-120"/>
                      </a:endParaRPr>
                    </a:p>
                  </a:txBody>
                  <a:tcPr marL="4792" marR="4792" marT="479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04099"/>
                    </a:solidFill>
                  </a:tcPr>
                </a:tc>
              </a:tr>
              <a:tr h="866284">
                <a:tc>
                  <a:txBody>
                    <a:bodyPr/>
                    <a:lstStyle/>
                    <a:p>
                      <a:pPr algn="ctr" rtl="0" fontAlgn="t"/>
                      <a:r>
                        <a:rPr lang="zh-TW" altLang="en-US" sz="2400" b="0" i="0" u="none" strike="noStrike" dirty="0">
                          <a:solidFill>
                            <a:srgbClr val="000000"/>
                          </a:solidFill>
                          <a:effectLst/>
                          <a:latin typeface="標楷體" panose="03000509000000000000" pitchFamily="65" charset="-120"/>
                          <a:ea typeface="標楷體" panose="03000509000000000000" pitchFamily="65" charset="-120"/>
                        </a:rPr>
                        <a:t>建議　</a:t>
                      </a:r>
                    </a:p>
                  </a:txBody>
                  <a:tcPr marL="4792" marR="4792" marT="47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a:txBody>
                    <a:bodyPr/>
                    <a:lstStyle/>
                    <a:p>
                      <a:pPr marL="0" indent="0" algn="l" rtl="0" fontAlgn="t"/>
                      <a:r>
                        <a:rPr lang="zh-TW" altLang="en-US" sz="2400" b="0" i="0" u="none" strike="noStrike" dirty="0" smtClean="0">
                          <a:solidFill>
                            <a:srgbClr val="000000"/>
                          </a:solidFill>
                          <a:effectLst/>
                          <a:latin typeface="標楷體" panose="03000509000000000000" pitchFamily="65" charset="-120"/>
                          <a:ea typeface="標楷體" panose="03000509000000000000" pitchFamily="65" charset="-120"/>
                        </a:rPr>
                        <a:t>字型是否能採用較適合字型的 </a:t>
                      </a:r>
                      <a:r>
                        <a:rPr lang="en-US" altLang="zh-TW" sz="2400" b="0" i="0" u="none" strike="noStrike" dirty="0" smtClean="0">
                          <a:solidFill>
                            <a:srgbClr val="000000"/>
                          </a:solidFill>
                          <a:effectLst/>
                          <a:latin typeface="標楷體" panose="03000509000000000000" pitchFamily="65" charset="-120"/>
                          <a:ea typeface="標楷體" panose="03000509000000000000" pitchFamily="65" charset="-120"/>
                        </a:rPr>
                        <a:t>SIL Open Font License (OFL) </a:t>
                      </a:r>
                      <a:r>
                        <a:rPr lang="zh-TW" altLang="en-US" sz="2400" b="0" i="0" u="none" strike="noStrike" dirty="0" smtClean="0">
                          <a:solidFill>
                            <a:srgbClr val="000000"/>
                          </a:solidFill>
                          <a:effectLst/>
                          <a:latin typeface="標楷體" panose="03000509000000000000" pitchFamily="65" charset="-120"/>
                          <a:ea typeface="標楷體" panose="03000509000000000000" pitchFamily="65" charset="-120"/>
                        </a:rPr>
                        <a:t>授權？</a:t>
                      </a:r>
                      <a:endParaRPr lang="zh-TW" altLang="en-US" sz="2400" b="0" i="0" u="none" strike="noStrike" dirty="0">
                        <a:solidFill>
                          <a:srgbClr val="7030A0"/>
                        </a:solidFill>
                        <a:effectLst/>
                        <a:latin typeface="標楷體" panose="03000509000000000000" pitchFamily="65" charset="-120"/>
                        <a:ea typeface="標楷體" panose="03000509000000000000" pitchFamily="65" charset="-12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t"/>
                      <a:r>
                        <a:rPr lang="zh-TW" altLang="en-US" sz="2400" b="0" i="0" u="none" strike="noStrike" dirty="0" smtClean="0">
                          <a:solidFill>
                            <a:srgbClr val="000000"/>
                          </a:solidFill>
                          <a:effectLst/>
                          <a:latin typeface="標楷體" panose="03000509000000000000" pitchFamily="65" charset="-120"/>
                          <a:ea typeface="標楷體" panose="03000509000000000000" pitchFamily="65" charset="-120"/>
                        </a:rPr>
                        <a:t>依據「行政院及所屬各機關政府資料分類及授權利用收費原則」之資料類型區分，全字庫字型係為甲類資料，開放於政府資料開放平臺提供民眾免費使用下載，並統一使用政府資料開放平臺之授權條款</a:t>
                      </a:r>
                      <a:r>
                        <a:rPr lang="en-US" altLang="zh-TW" sz="2400" b="0" i="0" u="none" strike="noStrike" dirty="0" smtClean="0">
                          <a:solidFill>
                            <a:srgbClr val="000000"/>
                          </a:solidFill>
                          <a:effectLst/>
                          <a:latin typeface="標楷體" panose="03000509000000000000" pitchFamily="65" charset="-120"/>
                          <a:ea typeface="標楷體" panose="03000509000000000000" pitchFamily="65" charset="-120"/>
                        </a:rPr>
                        <a:t>(</a:t>
                      </a:r>
                      <a:r>
                        <a:rPr lang="zh-TW" altLang="en-US" sz="2400" b="0" i="0" u="none" strike="noStrike" dirty="0" smtClean="0">
                          <a:solidFill>
                            <a:srgbClr val="000000"/>
                          </a:solidFill>
                          <a:effectLst/>
                          <a:latin typeface="標楷體" panose="03000509000000000000" pitchFamily="65" charset="-120"/>
                          <a:ea typeface="標楷體" panose="03000509000000000000" pitchFamily="65" charset="-120"/>
                        </a:rPr>
                        <a:t>授權條款網頁請參考：</a:t>
                      </a:r>
                      <a:r>
                        <a:rPr lang="en-US" altLang="zh-TW" sz="2400" b="0" i="0" u="none" strike="noStrike" dirty="0" smtClean="0">
                          <a:solidFill>
                            <a:srgbClr val="000000"/>
                          </a:solidFill>
                          <a:effectLst/>
                          <a:latin typeface="標楷體" panose="03000509000000000000" pitchFamily="65" charset="-120"/>
                          <a:ea typeface="標楷體" panose="03000509000000000000" pitchFamily="65" charset="-120"/>
                        </a:rPr>
                        <a:t>https://data.gov.tw/license)</a:t>
                      </a:r>
                      <a:r>
                        <a:rPr lang="zh-TW" altLang="en-US" sz="2400" b="0" i="0" u="none" strike="noStrike" dirty="0" smtClean="0">
                          <a:solidFill>
                            <a:srgbClr val="000000"/>
                          </a:solidFill>
                          <a:effectLst/>
                          <a:latin typeface="標楷體" panose="03000509000000000000" pitchFamily="65" charset="-120"/>
                          <a:ea typeface="標楷體" panose="03000509000000000000" pitchFamily="65" charset="-120"/>
                        </a:rPr>
                        <a:t>，如有授權條款疑義可洽詢平臺。</a:t>
                      </a:r>
                      <a:endParaRPr lang="zh-TW" altLang="en-US" sz="2000" b="0" i="0" u="none" strike="noStrike" dirty="0">
                        <a:solidFill>
                          <a:srgbClr val="000000"/>
                        </a:solidFill>
                        <a:effectLst/>
                        <a:latin typeface="標楷體" panose="03000509000000000000" pitchFamily="65" charset="-120"/>
                        <a:ea typeface="標楷體" panose="03000509000000000000" pitchFamily="65" charset="-120"/>
                      </a:endParaRPr>
                    </a:p>
                  </a:txBody>
                  <a:tcPr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3" name="矩形 12"/>
          <p:cNvSpPr/>
          <p:nvPr/>
        </p:nvSpPr>
        <p:spPr>
          <a:xfrm>
            <a:off x="496519" y="1342970"/>
            <a:ext cx="7879080" cy="461665"/>
          </a:xfrm>
          <a:prstGeom prst="rect">
            <a:avLst/>
          </a:prstGeom>
        </p:spPr>
        <p:txBody>
          <a:bodyPr wrap="none">
            <a:spAutoFit/>
          </a:bodyPr>
          <a:lstStyle/>
          <a:p>
            <a:pPr marL="1076325" indent="-1076325" fontAlgn="t"/>
            <a:r>
              <a:rPr lang="en-US" altLang="zh-TW" sz="2400" b="1" dirty="0" smtClean="0">
                <a:solidFill>
                  <a:srgbClr val="7030A0"/>
                </a:solidFill>
                <a:latin typeface="標楷體" panose="03000509000000000000" pitchFamily="65" charset="-120"/>
                <a:ea typeface="標楷體" panose="03000509000000000000" pitchFamily="65" charset="-120"/>
              </a:rPr>
              <a:t>#5.</a:t>
            </a:r>
            <a:r>
              <a:rPr lang="zh-TW" altLang="en-US" sz="2400" b="1" dirty="0" smtClean="0">
                <a:solidFill>
                  <a:srgbClr val="7030A0"/>
                </a:solidFill>
                <a:latin typeface="標楷體" panose="03000509000000000000" pitchFamily="65" charset="-120"/>
                <a:ea typeface="標楷體" panose="03000509000000000000" pitchFamily="65" charset="-120"/>
              </a:rPr>
              <a:t>資管</a:t>
            </a:r>
            <a:r>
              <a:rPr lang="zh-TW" altLang="en-US" sz="2400" b="1" dirty="0">
                <a:solidFill>
                  <a:srgbClr val="7030A0"/>
                </a:solidFill>
                <a:latin typeface="標楷體" panose="03000509000000000000" pitchFamily="65" charset="-120"/>
                <a:ea typeface="標楷體" panose="03000509000000000000" pitchFamily="65" charset="-120"/>
              </a:rPr>
              <a:t>處</a:t>
            </a:r>
            <a:r>
              <a:rPr lang="en-US" altLang="zh-TW" sz="2400" b="1" dirty="0" smtClean="0">
                <a:solidFill>
                  <a:srgbClr val="000000"/>
                </a:solidFill>
                <a:latin typeface="標楷體" panose="03000509000000000000" pitchFamily="65" charset="-120"/>
                <a:ea typeface="標楷體" panose="03000509000000000000" pitchFamily="65" charset="-120"/>
              </a:rPr>
              <a:t>-</a:t>
            </a:r>
            <a:r>
              <a:rPr lang="en-US" altLang="zh-TW" sz="2400" b="1" dirty="0">
                <a:solidFill>
                  <a:srgbClr val="0070C0"/>
                </a:solidFill>
                <a:latin typeface="標楷體" panose="03000509000000000000" pitchFamily="65" charset="-120"/>
                <a:ea typeface="標楷體" panose="03000509000000000000" pitchFamily="65" charset="-120"/>
              </a:rPr>
              <a:t>CNS11643</a:t>
            </a:r>
            <a:r>
              <a:rPr lang="zh-TW" altLang="en-US" sz="2400" b="1" dirty="0">
                <a:solidFill>
                  <a:srgbClr val="0070C0"/>
                </a:solidFill>
                <a:latin typeface="標楷體" panose="03000509000000000000" pitchFamily="65" charset="-120"/>
                <a:ea typeface="標楷體" panose="03000509000000000000" pitchFamily="65" charset="-120"/>
              </a:rPr>
              <a:t>中文標準交換碼全字庫</a:t>
            </a:r>
            <a:r>
              <a:rPr lang="en-US" altLang="zh-TW" sz="2400" b="1" dirty="0">
                <a:solidFill>
                  <a:srgbClr val="0070C0"/>
                </a:solidFill>
                <a:latin typeface="標楷體" panose="03000509000000000000" pitchFamily="65" charset="-120"/>
                <a:ea typeface="標楷體" panose="03000509000000000000" pitchFamily="65" charset="-120"/>
              </a:rPr>
              <a:t>(</a:t>
            </a:r>
            <a:r>
              <a:rPr lang="zh-TW" altLang="en-US" sz="2400" b="1" dirty="0">
                <a:solidFill>
                  <a:srgbClr val="0070C0"/>
                </a:solidFill>
                <a:latin typeface="標楷體" panose="03000509000000000000" pitchFamily="65" charset="-120"/>
                <a:ea typeface="標楷體" panose="03000509000000000000" pitchFamily="65" charset="-120"/>
              </a:rPr>
              <a:t>簡稱全字庫</a:t>
            </a:r>
            <a:r>
              <a:rPr lang="en-US" altLang="zh-TW" sz="2400" b="1" dirty="0">
                <a:solidFill>
                  <a:srgbClr val="0070C0"/>
                </a:solidFill>
                <a:latin typeface="標楷體" panose="03000509000000000000" pitchFamily="65" charset="-120"/>
                <a:ea typeface="標楷體" panose="03000509000000000000" pitchFamily="65" charset="-120"/>
              </a:rPr>
              <a:t>)</a:t>
            </a:r>
          </a:p>
        </p:txBody>
      </p:sp>
      <p:sp>
        <p:nvSpPr>
          <p:cNvPr id="16" name="標題 1"/>
          <p:cNvSpPr txBox="1">
            <a:spLocks/>
          </p:cNvSpPr>
          <p:nvPr/>
        </p:nvSpPr>
        <p:spPr>
          <a:xfrm>
            <a:off x="6804248" y="805178"/>
            <a:ext cx="2306646" cy="417764"/>
          </a:xfrm>
          <a:prstGeom prst="rect">
            <a:avLst/>
          </a:prstGeom>
          <a:noFill/>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r"/>
            <a:r>
              <a:rPr lang="en-US" altLang="zh-TW" sz="1600" kern="0" dirty="0" smtClean="0">
                <a:solidFill>
                  <a:srgbClr val="C00000"/>
                </a:solidFill>
                <a:latin typeface="標楷體" panose="03000509000000000000" pitchFamily="65" charset="-120"/>
                <a:ea typeface="標楷體" panose="03000509000000000000" pitchFamily="65" charset="-120"/>
              </a:rPr>
              <a:t>(</a:t>
            </a:r>
            <a:r>
              <a:rPr lang="zh-TW" altLang="en-US" sz="1600" kern="0" dirty="0" smtClean="0">
                <a:solidFill>
                  <a:srgbClr val="C00000"/>
                </a:solidFill>
                <a:latin typeface="標楷體" panose="03000509000000000000" pitchFamily="65" charset="-120"/>
                <a:ea typeface="標楷體" panose="03000509000000000000" pitchFamily="65" charset="-120"/>
              </a:rPr>
              <a:t>詳議程</a:t>
            </a:r>
            <a:r>
              <a:rPr lang="en-US" altLang="zh-TW" sz="1600" kern="0" dirty="0" smtClean="0">
                <a:solidFill>
                  <a:srgbClr val="C00000"/>
                </a:solidFill>
                <a:latin typeface="標楷體" panose="03000509000000000000" pitchFamily="65" charset="-120"/>
                <a:ea typeface="標楷體" panose="03000509000000000000" pitchFamily="65" charset="-120"/>
              </a:rPr>
              <a:t>P.7/</a:t>
            </a:r>
            <a:r>
              <a:rPr lang="zh-TW" altLang="en-US" sz="1600" kern="0" dirty="0" smtClean="0">
                <a:solidFill>
                  <a:srgbClr val="C00000"/>
                </a:solidFill>
                <a:latin typeface="標楷體" panose="03000509000000000000" pitchFamily="65" charset="-120"/>
                <a:ea typeface="標楷體" panose="03000509000000000000" pitchFamily="65" charset="-120"/>
              </a:rPr>
              <a:t>表</a:t>
            </a:r>
            <a:r>
              <a:rPr lang="en-US" altLang="zh-TW" sz="1600" kern="0" dirty="0" smtClean="0">
                <a:solidFill>
                  <a:srgbClr val="C00000"/>
                </a:solidFill>
                <a:latin typeface="標楷體" panose="03000509000000000000" pitchFamily="65" charset="-120"/>
                <a:ea typeface="標楷體" panose="03000509000000000000" pitchFamily="65" charset="-120"/>
              </a:rPr>
              <a:t>4)</a:t>
            </a:r>
            <a:endParaRPr lang="zh-TW" altLang="en-US" sz="1600" kern="0" dirty="0">
              <a:solidFill>
                <a:srgbClr val="C00000"/>
              </a:solidFill>
              <a:latin typeface="標楷體" panose="03000509000000000000" pitchFamily="65" charset="-120"/>
              <a:ea typeface="標楷體" panose="03000509000000000000" pitchFamily="65" charset="-120"/>
            </a:endParaRPr>
          </a:p>
        </p:txBody>
      </p:sp>
      <p:sp>
        <p:nvSpPr>
          <p:cNvPr id="17" name="標題 1"/>
          <p:cNvSpPr txBox="1">
            <a:spLocks/>
          </p:cNvSpPr>
          <p:nvPr/>
        </p:nvSpPr>
        <p:spPr>
          <a:xfrm>
            <a:off x="0" y="54549"/>
            <a:ext cx="8229600" cy="764704"/>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zh-TW" altLang="en-US" sz="3600" kern="0" dirty="0" smtClean="0"/>
              <a:t>「我有話要說</a:t>
            </a:r>
            <a:r>
              <a:rPr lang="zh-TW" altLang="en-US" sz="3600" kern="0" dirty="0"/>
              <a:t>」</a:t>
            </a:r>
            <a:r>
              <a:rPr lang="zh-TW" altLang="en-US" sz="3600" kern="0" dirty="0" smtClean="0"/>
              <a:t>單元民眾建議事項</a:t>
            </a:r>
            <a:r>
              <a:rPr lang="en-US" altLang="zh-TW" sz="3600" kern="0" dirty="0" smtClean="0"/>
              <a:t>(2/2)</a:t>
            </a:r>
            <a:endParaRPr lang="zh-TW" altLang="en-US" sz="3600" kern="0" dirty="0"/>
          </a:p>
        </p:txBody>
      </p:sp>
    </p:spTree>
    <p:extLst>
      <p:ext uri="{BB962C8B-B14F-4D97-AF65-F5344CB8AC3E}">
        <p14:creationId xmlns:p14="http://schemas.microsoft.com/office/powerpoint/2010/main" val="236673441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900B4382-7C4E-4E7B-8DB7-FB39E0211E21}" type="slidenum">
              <a:rPr lang="zh-TW" altLang="en-US" smtClean="0">
                <a:solidFill>
                  <a:prstClr val="black"/>
                </a:solidFill>
              </a:rPr>
              <a:pPr/>
              <a:t>13</a:t>
            </a:fld>
            <a:endParaRPr lang="zh-TW" altLang="en-US">
              <a:solidFill>
                <a:prstClr val="black"/>
              </a:solidFill>
            </a:endParaRPr>
          </a:p>
        </p:txBody>
      </p:sp>
      <p:graphicFrame>
        <p:nvGraphicFramePr>
          <p:cNvPr id="13" name="表格 12"/>
          <p:cNvGraphicFramePr>
            <a:graphicFrameLocks noGrp="1"/>
          </p:cNvGraphicFramePr>
          <p:nvPr>
            <p:extLst>
              <p:ext uri="{D42A27DB-BD31-4B8C-83A1-F6EECF244321}">
                <p14:modId xmlns:p14="http://schemas.microsoft.com/office/powerpoint/2010/main" val="3154597149"/>
              </p:ext>
            </p:extLst>
          </p:nvPr>
        </p:nvGraphicFramePr>
        <p:xfrm>
          <a:off x="395536" y="1222942"/>
          <a:ext cx="8424936" cy="5205428"/>
        </p:xfrm>
        <a:graphic>
          <a:graphicData uri="http://schemas.openxmlformats.org/drawingml/2006/table">
            <a:tbl>
              <a:tblPr/>
              <a:tblGrid>
                <a:gridCol w="5512625"/>
                <a:gridCol w="2912311"/>
              </a:tblGrid>
              <a:tr h="523523">
                <a:tc>
                  <a:txBody>
                    <a:bodyPr/>
                    <a:lstStyle/>
                    <a:p>
                      <a:pPr algn="ctr" rtl="0" fontAlgn="ctr"/>
                      <a:r>
                        <a:rPr lang="zh-TW" altLang="en-US" sz="2400" b="1" i="0" u="none" strike="noStrike" dirty="0" smtClean="0">
                          <a:solidFill>
                            <a:srgbClr val="FFFFFF"/>
                          </a:solidFill>
                          <a:effectLst/>
                          <a:latin typeface="標楷體" panose="03000509000000000000" pitchFamily="65" charset="-120"/>
                          <a:ea typeface="標楷體" panose="03000509000000000000" pitchFamily="65" charset="-120"/>
                        </a:rPr>
                        <a:t>民眾建議資料集名稱</a:t>
                      </a:r>
                      <a:r>
                        <a:rPr lang="en-US" altLang="zh-TW" sz="2400" b="1" i="0" u="none" strike="noStrike" dirty="0" smtClean="0">
                          <a:solidFill>
                            <a:srgbClr val="FFFFFF"/>
                          </a:solidFill>
                          <a:effectLst/>
                          <a:latin typeface="標楷體" panose="03000509000000000000" pitchFamily="65" charset="-120"/>
                          <a:ea typeface="標楷體" panose="03000509000000000000" pitchFamily="65" charset="-120"/>
                        </a:rPr>
                        <a:t>/</a:t>
                      </a:r>
                      <a:r>
                        <a:rPr lang="zh-TW" altLang="en-US" sz="2400" b="1" i="0" u="none" strike="noStrike" dirty="0" smtClean="0">
                          <a:solidFill>
                            <a:srgbClr val="FFFFFF"/>
                          </a:solidFill>
                          <a:effectLst/>
                          <a:latin typeface="標楷體" panose="03000509000000000000" pitchFamily="65" charset="-120"/>
                          <a:ea typeface="標楷體" panose="03000509000000000000" pitchFamily="65" charset="-120"/>
                        </a:rPr>
                        <a:t>欄位</a:t>
                      </a:r>
                      <a:endParaRPr lang="zh-TW" altLang="en-US" sz="2400" b="1" i="0" u="none" strike="noStrike" dirty="0">
                        <a:solidFill>
                          <a:srgbClr val="FFFFFF"/>
                        </a:solidFill>
                        <a:effectLst/>
                        <a:latin typeface="標楷體" panose="03000509000000000000" pitchFamily="65" charset="-120"/>
                        <a:ea typeface="標楷體" panose="03000509000000000000" pitchFamily="65" charset="-120"/>
                      </a:endParaRPr>
                    </a:p>
                  </a:txBody>
                  <a:tcPr marL="4792" marR="4792" marT="47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828A8"/>
                    </a:solidFill>
                  </a:tcPr>
                </a:tc>
                <a:tc>
                  <a:txBody>
                    <a:bodyPr/>
                    <a:lstStyle/>
                    <a:p>
                      <a:pPr algn="ctr" rtl="0" fontAlgn="t"/>
                      <a:r>
                        <a:rPr lang="zh-TW" altLang="en-US" sz="2400" b="1" i="0" u="none" strike="noStrike" dirty="0" smtClean="0">
                          <a:solidFill>
                            <a:srgbClr val="FFFFFF"/>
                          </a:solidFill>
                          <a:effectLst/>
                          <a:latin typeface="標楷體" panose="03000509000000000000" pitchFamily="65" charset="-120"/>
                          <a:ea typeface="標楷體" panose="03000509000000000000" pitchFamily="65" charset="-120"/>
                        </a:rPr>
                        <a:t>執行進度</a:t>
                      </a:r>
                      <a:endParaRPr lang="zh-TW" altLang="en-US" sz="2400" b="1" i="0" u="none" strike="noStrike" dirty="0">
                        <a:solidFill>
                          <a:srgbClr val="FFFFFF"/>
                        </a:solidFill>
                        <a:effectLst/>
                        <a:latin typeface="標楷體" panose="03000509000000000000" pitchFamily="65" charset="-120"/>
                        <a:ea typeface="標楷體" panose="03000509000000000000" pitchFamily="65" charset="-120"/>
                      </a:endParaRPr>
                    </a:p>
                  </a:txBody>
                  <a:tcPr marL="4792" marR="4792" marT="47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828A8"/>
                    </a:solidFill>
                  </a:tcPr>
                </a:tc>
              </a:tr>
              <a:tr h="4681905">
                <a:tc>
                  <a:txBody>
                    <a:bodyPr/>
                    <a:lstStyle/>
                    <a:p>
                      <a:pPr>
                        <a:spcBef>
                          <a:spcPts val="600"/>
                        </a:spcBef>
                        <a:spcAft>
                          <a:spcPts val="0"/>
                        </a:spcAft>
                      </a:pPr>
                      <a:r>
                        <a:rPr lang="zh-TW" altLang="en-US" sz="2000" b="1" u="sng" kern="0" dirty="0" smtClean="0">
                          <a:solidFill>
                            <a:srgbClr val="A828A8"/>
                          </a:solidFill>
                          <a:effectLst/>
                          <a:latin typeface="標楷體" panose="03000509000000000000" pitchFamily="65" charset="-120"/>
                          <a:ea typeface="標楷體" panose="03000509000000000000" pitchFamily="65" charset="-120"/>
                          <a:cs typeface="Tahoma" panose="020B0604030504040204" pitchFamily="34" charset="0"/>
                        </a:rPr>
                        <a:t>發表日期</a:t>
                      </a:r>
                      <a:r>
                        <a:rPr lang="en-US" altLang="zh-TW" sz="2000" b="1" u="sng" kern="0" dirty="0" smtClean="0">
                          <a:solidFill>
                            <a:srgbClr val="A828A8"/>
                          </a:solidFill>
                          <a:effectLst/>
                          <a:latin typeface="標楷體" panose="03000509000000000000" pitchFamily="65" charset="-120"/>
                          <a:ea typeface="標楷體" panose="03000509000000000000" pitchFamily="65" charset="-120"/>
                          <a:cs typeface="Tahoma" panose="020B0604030504040204" pitchFamily="34" charset="0"/>
                        </a:rPr>
                        <a:t>:</a:t>
                      </a:r>
                      <a:r>
                        <a:rPr lang="en-US" altLang="zh-TW" sz="2000" b="0" u="none" kern="0" dirty="0" smtClean="0">
                          <a:solidFill>
                            <a:schemeClr val="accent6">
                              <a:lumMod val="75000"/>
                            </a:schemeClr>
                          </a:solidFill>
                          <a:effectLst/>
                          <a:latin typeface="標楷體" panose="03000509000000000000" pitchFamily="65" charset="-120"/>
                          <a:ea typeface="標楷體" panose="03000509000000000000" pitchFamily="65" charset="-120"/>
                          <a:cs typeface="Tahoma" panose="020B0604030504040204" pitchFamily="34" charset="0"/>
                        </a:rPr>
                        <a:t>107</a:t>
                      </a:r>
                      <a:r>
                        <a:rPr lang="zh-TW" altLang="en-US" sz="2000" b="0" u="none" kern="0" dirty="0" smtClean="0">
                          <a:solidFill>
                            <a:schemeClr val="accent6">
                              <a:lumMod val="75000"/>
                            </a:schemeClr>
                          </a:solidFill>
                          <a:effectLst/>
                          <a:latin typeface="標楷體" panose="03000509000000000000" pitchFamily="65" charset="-120"/>
                          <a:ea typeface="標楷體" panose="03000509000000000000" pitchFamily="65" charset="-120"/>
                          <a:cs typeface="Tahoma" panose="020B0604030504040204" pitchFamily="34" charset="0"/>
                        </a:rPr>
                        <a:t>年</a:t>
                      </a:r>
                      <a:r>
                        <a:rPr lang="en-US" altLang="zh-TW" sz="2000" b="0" u="none" kern="0" dirty="0" smtClean="0">
                          <a:solidFill>
                            <a:schemeClr val="accent6">
                              <a:lumMod val="75000"/>
                            </a:schemeClr>
                          </a:solidFill>
                          <a:effectLst/>
                          <a:latin typeface="標楷體" panose="03000509000000000000" pitchFamily="65" charset="-120"/>
                          <a:ea typeface="標楷體" panose="03000509000000000000" pitchFamily="65" charset="-120"/>
                          <a:cs typeface="Tahoma" panose="020B0604030504040204" pitchFamily="34" charset="0"/>
                        </a:rPr>
                        <a:t>10</a:t>
                      </a:r>
                      <a:r>
                        <a:rPr lang="zh-TW" altLang="en-US" sz="2000" b="0" u="none" kern="0" dirty="0" smtClean="0">
                          <a:solidFill>
                            <a:schemeClr val="accent6">
                              <a:lumMod val="75000"/>
                            </a:schemeClr>
                          </a:solidFill>
                          <a:effectLst/>
                          <a:latin typeface="標楷體" panose="03000509000000000000" pitchFamily="65" charset="-120"/>
                          <a:ea typeface="標楷體" panose="03000509000000000000" pitchFamily="65" charset="-120"/>
                          <a:cs typeface="Tahoma" panose="020B0604030504040204" pitchFamily="34" charset="0"/>
                        </a:rPr>
                        <a:t>月</a:t>
                      </a:r>
                      <a:r>
                        <a:rPr lang="en-US" altLang="zh-TW" sz="2000" b="0" u="none" kern="0" dirty="0" smtClean="0">
                          <a:solidFill>
                            <a:schemeClr val="accent6">
                              <a:lumMod val="75000"/>
                            </a:schemeClr>
                          </a:solidFill>
                          <a:effectLst/>
                          <a:latin typeface="標楷體" panose="03000509000000000000" pitchFamily="65" charset="-120"/>
                          <a:ea typeface="標楷體" panose="03000509000000000000" pitchFamily="65" charset="-120"/>
                          <a:cs typeface="Tahoma" panose="020B0604030504040204" pitchFamily="34" charset="0"/>
                        </a:rPr>
                        <a:t>1</a:t>
                      </a:r>
                      <a:r>
                        <a:rPr lang="zh-TW" altLang="en-US" sz="2000" b="0" u="none" kern="0" dirty="0" smtClean="0">
                          <a:solidFill>
                            <a:schemeClr val="accent6">
                              <a:lumMod val="75000"/>
                            </a:schemeClr>
                          </a:solidFill>
                          <a:effectLst/>
                          <a:latin typeface="標楷體" panose="03000509000000000000" pitchFamily="65" charset="-120"/>
                          <a:ea typeface="標楷體" panose="03000509000000000000" pitchFamily="65" charset="-120"/>
                          <a:cs typeface="Tahoma" panose="020B0604030504040204" pitchFamily="34" charset="0"/>
                        </a:rPr>
                        <a:t>日</a:t>
                      </a:r>
                      <a:endParaRPr lang="en-US" altLang="zh-TW" sz="2000" b="0" u="none" kern="0" dirty="0" smtClean="0">
                        <a:solidFill>
                          <a:schemeClr val="accent6">
                            <a:lumMod val="75000"/>
                          </a:schemeClr>
                        </a:solidFill>
                        <a:effectLst/>
                        <a:latin typeface="標楷體" panose="03000509000000000000" pitchFamily="65" charset="-120"/>
                        <a:ea typeface="標楷體" panose="03000509000000000000" pitchFamily="65" charset="-120"/>
                        <a:cs typeface="Tahoma" panose="020B0604030504040204" pitchFamily="34" charset="0"/>
                      </a:endParaRPr>
                    </a:p>
                    <a:p>
                      <a:pPr>
                        <a:spcBef>
                          <a:spcPts val="600"/>
                        </a:spcBef>
                        <a:spcAft>
                          <a:spcPts val="0"/>
                        </a:spcAft>
                      </a:pPr>
                      <a:r>
                        <a:rPr lang="zh-TW" altLang="en-US" sz="2000" b="1" u="sng" kern="0" dirty="0" smtClean="0">
                          <a:solidFill>
                            <a:srgbClr val="A828A8"/>
                          </a:solidFill>
                          <a:effectLst/>
                          <a:latin typeface="標楷體" panose="03000509000000000000" pitchFamily="65" charset="-120"/>
                          <a:ea typeface="標楷體" panose="03000509000000000000" pitchFamily="65" charset="-120"/>
                          <a:cs typeface="Tahoma" panose="020B0604030504040204" pitchFamily="34" charset="0"/>
                        </a:rPr>
                        <a:t>建議資料集名稱</a:t>
                      </a:r>
                      <a:r>
                        <a:rPr lang="en-US" altLang="zh-TW" sz="2000" b="1" u="sng" kern="0" dirty="0" smtClean="0">
                          <a:solidFill>
                            <a:srgbClr val="A828A8"/>
                          </a:solidFill>
                          <a:effectLst/>
                          <a:latin typeface="標楷體" panose="03000509000000000000" pitchFamily="65" charset="-120"/>
                          <a:ea typeface="標楷體" panose="03000509000000000000" pitchFamily="65" charset="-120"/>
                          <a:cs typeface="Tahoma" panose="020B0604030504040204" pitchFamily="34" charset="0"/>
                        </a:rPr>
                        <a:t>: </a:t>
                      </a:r>
                    </a:p>
                    <a:p>
                      <a:pPr>
                        <a:spcBef>
                          <a:spcPts val="600"/>
                        </a:spcBef>
                        <a:spcAft>
                          <a:spcPts val="0"/>
                        </a:spcAft>
                      </a:pPr>
                      <a:r>
                        <a:rPr lang="en-US" altLang="zh-TW" sz="2000" kern="0" dirty="0" smtClean="0">
                          <a:solidFill>
                            <a:schemeClr val="accent6">
                              <a:lumMod val="75000"/>
                            </a:schemeClr>
                          </a:solidFill>
                          <a:effectLst/>
                          <a:latin typeface="標楷體" panose="03000509000000000000" pitchFamily="65" charset="-120"/>
                          <a:ea typeface="標楷體" panose="03000509000000000000" pitchFamily="65" charset="-120"/>
                          <a:cs typeface="Tahoma" panose="020B0604030504040204" pitchFamily="34" charset="0"/>
                        </a:rPr>
                        <a:t>CNS11643</a:t>
                      </a:r>
                      <a:r>
                        <a:rPr lang="zh-TW" altLang="en-US" sz="2000" kern="0" dirty="0" smtClean="0">
                          <a:solidFill>
                            <a:schemeClr val="accent6">
                              <a:lumMod val="75000"/>
                            </a:schemeClr>
                          </a:solidFill>
                          <a:effectLst/>
                          <a:latin typeface="標楷體" panose="03000509000000000000" pitchFamily="65" charset="-120"/>
                          <a:ea typeface="標楷體" panose="03000509000000000000" pitchFamily="65" charset="-120"/>
                          <a:cs typeface="Tahoma" panose="020B0604030504040204" pitchFamily="34" charset="0"/>
                        </a:rPr>
                        <a:t>中文標準交換碼全字庫的全套男聲和女聲國語語音單音檔</a:t>
                      </a:r>
                      <a:endParaRPr lang="en-US" altLang="zh-TW" sz="2000" kern="0" dirty="0" smtClean="0">
                        <a:solidFill>
                          <a:schemeClr val="accent6">
                            <a:lumMod val="75000"/>
                          </a:schemeClr>
                        </a:solidFill>
                        <a:effectLst/>
                        <a:latin typeface="標楷體" panose="03000509000000000000" pitchFamily="65" charset="-120"/>
                        <a:ea typeface="標楷體" panose="03000509000000000000" pitchFamily="65" charset="-120"/>
                        <a:cs typeface="Tahoma" panose="020B0604030504040204" pitchFamily="34" charset="0"/>
                      </a:endParaRPr>
                    </a:p>
                    <a:p>
                      <a:pPr>
                        <a:spcBef>
                          <a:spcPts val="600"/>
                        </a:spcBef>
                        <a:spcAft>
                          <a:spcPts val="0"/>
                        </a:spcAft>
                      </a:pPr>
                      <a:r>
                        <a:rPr lang="zh-TW" altLang="en-US" sz="2000" b="1" u="sng" kern="0" dirty="0" smtClean="0">
                          <a:solidFill>
                            <a:srgbClr val="A828A8"/>
                          </a:solidFill>
                          <a:effectLst/>
                          <a:latin typeface="標楷體" panose="03000509000000000000" pitchFamily="65" charset="-120"/>
                          <a:ea typeface="標楷體" panose="03000509000000000000" pitchFamily="65" charset="-120"/>
                          <a:cs typeface="Tahoma" panose="020B0604030504040204" pitchFamily="34" charset="0"/>
                        </a:rPr>
                        <a:t>建議原因</a:t>
                      </a:r>
                      <a:r>
                        <a:rPr lang="en-US" altLang="zh-TW" sz="2000" b="1" u="sng" kern="0" dirty="0" smtClean="0">
                          <a:solidFill>
                            <a:srgbClr val="A828A8"/>
                          </a:solidFill>
                          <a:effectLst/>
                          <a:latin typeface="標楷體" panose="03000509000000000000" pitchFamily="65" charset="-120"/>
                          <a:ea typeface="標楷體" panose="03000509000000000000" pitchFamily="65" charset="-120"/>
                          <a:cs typeface="Tahoma" panose="020B0604030504040204" pitchFamily="34" charset="0"/>
                        </a:rPr>
                        <a:t>: </a:t>
                      </a:r>
                    </a:p>
                    <a:p>
                      <a:pPr algn="l">
                        <a:spcBef>
                          <a:spcPts val="600"/>
                        </a:spcBef>
                        <a:spcAft>
                          <a:spcPts val="0"/>
                        </a:spcAft>
                      </a:pPr>
                      <a:r>
                        <a:rPr lang="zh-TW" altLang="en-US" sz="2000" kern="0" dirty="0" smtClean="0">
                          <a:solidFill>
                            <a:schemeClr val="accent6">
                              <a:lumMod val="75000"/>
                            </a:schemeClr>
                          </a:solidFill>
                          <a:effectLst/>
                          <a:latin typeface="標楷體" panose="03000509000000000000" pitchFamily="65" charset="-120"/>
                          <a:ea typeface="標楷體" panose="03000509000000000000" pitchFamily="65" charset="-120"/>
                          <a:cs typeface="Tahoma" panose="020B0604030504040204" pitchFamily="34" charset="0"/>
                        </a:rPr>
                        <a:t>原本的</a:t>
                      </a:r>
                      <a:r>
                        <a:rPr lang="en-US" altLang="zh-TW" sz="2000" kern="0" dirty="0" smtClean="0">
                          <a:solidFill>
                            <a:schemeClr val="accent6">
                              <a:lumMod val="75000"/>
                            </a:schemeClr>
                          </a:solidFill>
                          <a:effectLst/>
                          <a:latin typeface="標楷體" panose="03000509000000000000" pitchFamily="65" charset="-120"/>
                          <a:ea typeface="標楷體" panose="03000509000000000000" pitchFamily="65" charset="-120"/>
                          <a:cs typeface="Tahoma" panose="020B0604030504040204" pitchFamily="34" charset="0"/>
                        </a:rPr>
                        <a:t>CNS11643</a:t>
                      </a:r>
                      <a:r>
                        <a:rPr lang="zh-TW" altLang="en-US" sz="2000" kern="0" dirty="0" smtClean="0">
                          <a:solidFill>
                            <a:schemeClr val="accent6">
                              <a:lumMod val="75000"/>
                            </a:schemeClr>
                          </a:solidFill>
                          <a:effectLst/>
                          <a:latin typeface="標楷體" panose="03000509000000000000" pitchFamily="65" charset="-120"/>
                          <a:ea typeface="標楷體" panose="03000509000000000000" pitchFamily="65" charset="-120"/>
                          <a:cs typeface="Tahoma" panose="020B0604030504040204" pitchFamily="34" charset="0"/>
                        </a:rPr>
                        <a:t>中文標準交換碼全字庫</a:t>
                      </a:r>
                      <a:r>
                        <a:rPr lang="en-US" altLang="zh-TW" sz="2000" kern="0" dirty="0" smtClean="0">
                          <a:solidFill>
                            <a:schemeClr val="accent6">
                              <a:lumMod val="75000"/>
                            </a:schemeClr>
                          </a:solidFill>
                          <a:effectLst/>
                          <a:latin typeface="標楷體" panose="03000509000000000000" pitchFamily="65" charset="-120"/>
                          <a:ea typeface="標楷體" panose="03000509000000000000" pitchFamily="65" charset="-120"/>
                          <a:cs typeface="Tahoma" panose="020B0604030504040204" pitchFamily="34" charset="0"/>
                        </a:rPr>
                        <a:t>(</a:t>
                      </a:r>
                      <a:r>
                        <a:rPr lang="zh-TW" altLang="en-US" sz="2000" kern="0" dirty="0" smtClean="0">
                          <a:solidFill>
                            <a:schemeClr val="accent6">
                              <a:lumMod val="75000"/>
                            </a:schemeClr>
                          </a:solidFill>
                          <a:effectLst/>
                          <a:latin typeface="標楷體" panose="03000509000000000000" pitchFamily="65" charset="-120"/>
                          <a:ea typeface="標楷體" panose="03000509000000000000" pitchFamily="65" charset="-120"/>
                          <a:cs typeface="Tahoma" panose="020B0604030504040204" pitchFamily="34" charset="0"/>
                        </a:rPr>
                        <a:t>簡稱全字庫</a:t>
                      </a:r>
                      <a:r>
                        <a:rPr lang="en-US" altLang="zh-TW" sz="2000" kern="0" dirty="0" smtClean="0">
                          <a:solidFill>
                            <a:schemeClr val="accent6">
                              <a:lumMod val="75000"/>
                            </a:schemeClr>
                          </a:solidFill>
                          <a:effectLst/>
                          <a:latin typeface="標楷體" panose="03000509000000000000" pitchFamily="65" charset="-120"/>
                          <a:ea typeface="標楷體" panose="03000509000000000000" pitchFamily="65" charset="-120"/>
                          <a:cs typeface="Tahoma" panose="020B0604030504040204" pitchFamily="34" charset="0"/>
                        </a:rPr>
                        <a:t>)</a:t>
                      </a:r>
                      <a:r>
                        <a:rPr lang="zh-TW" altLang="en-US" sz="2000" kern="0" dirty="0" smtClean="0">
                          <a:solidFill>
                            <a:schemeClr val="accent6">
                              <a:lumMod val="75000"/>
                            </a:schemeClr>
                          </a:solidFill>
                          <a:effectLst/>
                          <a:latin typeface="標楷體" panose="03000509000000000000" pitchFamily="65" charset="-120"/>
                          <a:ea typeface="標楷體" panose="03000509000000000000" pitchFamily="65" charset="-120"/>
                          <a:cs typeface="Tahoma" panose="020B0604030504040204" pitchFamily="34" charset="0"/>
                        </a:rPr>
                        <a:t>下載打包檔之中，「並沒有」包含到全字庫網站上的「男聲和女聲國語語音單音檔」，男聲和女聲國語語音範例音檔也是要跟一起開放打包下載的資料。所以請把全字庫網站網站背後的「所有全套」男聲和女聲國語語音單音檔（包含 </a:t>
                      </a:r>
                      <a:r>
                        <a:rPr lang="en-US" altLang="zh-TW" sz="2000" kern="0" dirty="0" smtClean="0">
                          <a:solidFill>
                            <a:schemeClr val="accent6">
                              <a:lumMod val="75000"/>
                            </a:schemeClr>
                          </a:solidFill>
                          <a:effectLst/>
                          <a:latin typeface="標楷體" panose="03000509000000000000" pitchFamily="65" charset="-120"/>
                          <a:ea typeface="標楷體" panose="03000509000000000000" pitchFamily="65" charset="-120"/>
                          <a:cs typeface="Tahoma" panose="020B0604030504040204" pitchFamily="34" charset="0"/>
                        </a:rPr>
                        <a:t>Mxxxx.mp3 </a:t>
                      </a:r>
                      <a:r>
                        <a:rPr lang="zh-TW" altLang="en-US" sz="2000" kern="0" dirty="0" smtClean="0">
                          <a:solidFill>
                            <a:schemeClr val="accent6">
                              <a:lumMod val="75000"/>
                            </a:schemeClr>
                          </a:solidFill>
                          <a:effectLst/>
                          <a:latin typeface="標楷體" panose="03000509000000000000" pitchFamily="65" charset="-120"/>
                          <a:ea typeface="標楷體" panose="03000509000000000000" pitchFamily="65" charset="-120"/>
                          <a:cs typeface="Tahoma" panose="020B0604030504040204" pitchFamily="34" charset="0"/>
                        </a:rPr>
                        <a:t>和 </a:t>
                      </a:r>
                      <a:r>
                        <a:rPr lang="en-US" altLang="zh-TW" sz="2000" kern="0" dirty="0" smtClean="0">
                          <a:solidFill>
                            <a:schemeClr val="accent6">
                              <a:lumMod val="75000"/>
                            </a:schemeClr>
                          </a:solidFill>
                          <a:effectLst/>
                          <a:latin typeface="標楷體" panose="03000509000000000000" pitchFamily="65" charset="-120"/>
                          <a:ea typeface="標楷體" panose="03000509000000000000" pitchFamily="65" charset="-120"/>
                          <a:cs typeface="Tahoma" panose="020B0604030504040204" pitchFamily="34" charset="0"/>
                        </a:rPr>
                        <a:t>Lxxxx.mp3 </a:t>
                      </a:r>
                      <a:r>
                        <a:rPr lang="zh-TW" altLang="en-US" sz="2000" kern="0" dirty="0" smtClean="0">
                          <a:solidFill>
                            <a:schemeClr val="accent6">
                              <a:lumMod val="75000"/>
                            </a:schemeClr>
                          </a:solidFill>
                          <a:effectLst/>
                          <a:latin typeface="標楷體" panose="03000509000000000000" pitchFamily="65" charset="-120"/>
                          <a:ea typeface="標楷體" panose="03000509000000000000" pitchFamily="65" charset="-120"/>
                          <a:cs typeface="Tahoma" panose="020B0604030504040204" pitchFamily="34" charset="0"/>
                        </a:rPr>
                        <a:t>的「所有全套」語音檔）也一起打包進來。</a:t>
                      </a:r>
                      <a:endParaRPr lang="zh-TW" altLang="en-US" sz="2000" kern="0" dirty="0">
                        <a:solidFill>
                          <a:schemeClr val="accent6">
                            <a:lumMod val="75000"/>
                          </a:schemeClr>
                        </a:solidFill>
                        <a:effectLst/>
                        <a:latin typeface="標楷體" panose="03000509000000000000" pitchFamily="65" charset="-120"/>
                        <a:ea typeface="標楷體" panose="03000509000000000000" pitchFamily="65" charset="-120"/>
                        <a:cs typeface="Tahoma" panose="020B0604030504040204" pitchFamily="34"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spcBef>
                          <a:spcPts val="600"/>
                        </a:spcBef>
                        <a:spcAft>
                          <a:spcPts val="0"/>
                        </a:spcAft>
                      </a:pPr>
                      <a:r>
                        <a:rPr lang="en-US" altLang="zh-TW" sz="2000" b="1" kern="0" dirty="0" smtClean="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a:t>
                      </a:r>
                      <a:r>
                        <a:rPr lang="zh-TW" altLang="en-US" sz="2000" b="1" kern="0" dirty="0" smtClean="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資訊管理處回應</a:t>
                      </a:r>
                      <a:r>
                        <a:rPr lang="en-US" altLang="zh-TW" sz="2000" b="1" kern="0" dirty="0" smtClean="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a:t>
                      </a:r>
                    </a:p>
                    <a:p>
                      <a:pPr>
                        <a:spcBef>
                          <a:spcPts val="600"/>
                        </a:spcBef>
                        <a:spcAft>
                          <a:spcPts val="0"/>
                        </a:spcAft>
                      </a:pPr>
                      <a:r>
                        <a:rPr lang="zh-TW" altLang="en-US" sz="2000" kern="0" dirty="0" smtClean="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感謝您的建議。</a:t>
                      </a:r>
                    </a:p>
                    <a:p>
                      <a:pPr>
                        <a:spcBef>
                          <a:spcPts val="600"/>
                        </a:spcBef>
                        <a:spcAft>
                          <a:spcPts val="0"/>
                        </a:spcAft>
                      </a:pPr>
                      <a:r>
                        <a:rPr lang="zh-TW" altLang="en-US" sz="2000" kern="0" dirty="0" smtClean="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您所提全字庫網站男聲和女聲國語語音單音檔打包以供下載，目前正研擬資料開放方式。</a:t>
                      </a:r>
                    </a:p>
                    <a:p>
                      <a:pPr>
                        <a:spcBef>
                          <a:spcPts val="600"/>
                        </a:spcBef>
                        <a:spcAft>
                          <a:spcPts val="0"/>
                        </a:spcAft>
                      </a:pPr>
                      <a:endParaRPr lang="en-US" altLang="zh-TW" sz="2000" kern="0" dirty="0" smtClean="0">
                        <a:solidFill>
                          <a:srgbClr val="002060"/>
                        </a:solidFill>
                        <a:effectLst/>
                        <a:latin typeface="標楷體" panose="03000509000000000000" pitchFamily="65" charset="-120"/>
                        <a:ea typeface="標楷體" panose="03000509000000000000" pitchFamily="65" charset="-120"/>
                        <a:cs typeface="Tahoma" panose="020B0604030504040204" pitchFamily="34" charset="0"/>
                      </a:endParaRPr>
                    </a:p>
                    <a:p>
                      <a:pPr>
                        <a:spcBef>
                          <a:spcPts val="600"/>
                        </a:spcBef>
                        <a:spcAft>
                          <a:spcPts val="0"/>
                        </a:spcAft>
                      </a:pPr>
                      <a:r>
                        <a:rPr lang="en-US" altLang="zh-TW" sz="2000" b="1" kern="0" dirty="0" smtClean="0">
                          <a:solidFill>
                            <a:srgbClr val="A828A8"/>
                          </a:solidFill>
                          <a:effectLst/>
                          <a:latin typeface="標楷體" panose="03000509000000000000" pitchFamily="65" charset="-120"/>
                          <a:ea typeface="標楷體" panose="03000509000000000000" pitchFamily="65" charset="-120"/>
                          <a:cs typeface="Tahoma" panose="020B0604030504040204" pitchFamily="34" charset="0"/>
                        </a:rPr>
                        <a:t>(</a:t>
                      </a:r>
                      <a:r>
                        <a:rPr lang="zh-TW" altLang="en-US" sz="2000" b="1" kern="0" dirty="0" smtClean="0">
                          <a:solidFill>
                            <a:srgbClr val="A828A8"/>
                          </a:solidFill>
                          <a:effectLst/>
                          <a:latin typeface="標楷體" panose="03000509000000000000" pitchFamily="65" charset="-120"/>
                          <a:ea typeface="標楷體" panose="03000509000000000000" pitchFamily="65" charset="-120"/>
                          <a:cs typeface="Tahoma" panose="020B0604030504040204" pitchFamily="34" charset="0"/>
                        </a:rPr>
                        <a:t>本項建議已於</a:t>
                      </a:r>
                      <a:r>
                        <a:rPr lang="en-US" altLang="zh-TW" sz="2000" b="1" kern="0" dirty="0" smtClean="0">
                          <a:solidFill>
                            <a:srgbClr val="A828A8"/>
                          </a:solidFill>
                          <a:effectLst/>
                          <a:latin typeface="標楷體" panose="03000509000000000000" pitchFamily="65" charset="-120"/>
                          <a:ea typeface="標楷體" panose="03000509000000000000" pitchFamily="65" charset="-120"/>
                          <a:cs typeface="Tahoma" panose="020B0604030504040204" pitchFamily="34" charset="0"/>
                        </a:rPr>
                        <a:t>108</a:t>
                      </a:r>
                      <a:r>
                        <a:rPr lang="zh-TW" altLang="en-US" sz="2000" b="1" kern="0" dirty="0" smtClean="0">
                          <a:solidFill>
                            <a:srgbClr val="A828A8"/>
                          </a:solidFill>
                          <a:effectLst/>
                          <a:latin typeface="標楷體" panose="03000509000000000000" pitchFamily="65" charset="-120"/>
                          <a:ea typeface="標楷體" panose="03000509000000000000" pitchFamily="65" charset="-120"/>
                          <a:cs typeface="Tahoma" panose="020B0604030504040204" pitchFamily="34" charset="0"/>
                        </a:rPr>
                        <a:t>年</a:t>
                      </a:r>
                      <a:r>
                        <a:rPr lang="en-US" altLang="zh-TW" sz="2000" b="1" kern="0" dirty="0" smtClean="0">
                          <a:solidFill>
                            <a:srgbClr val="A828A8"/>
                          </a:solidFill>
                          <a:effectLst/>
                          <a:latin typeface="標楷體" panose="03000509000000000000" pitchFamily="65" charset="-120"/>
                          <a:ea typeface="標楷體" panose="03000509000000000000" pitchFamily="65" charset="-120"/>
                          <a:cs typeface="Tahoma" panose="020B0604030504040204" pitchFamily="34" charset="0"/>
                        </a:rPr>
                        <a:t>1</a:t>
                      </a:r>
                      <a:r>
                        <a:rPr lang="zh-TW" altLang="en-US" sz="2000" b="1" kern="0" dirty="0" smtClean="0">
                          <a:solidFill>
                            <a:srgbClr val="A828A8"/>
                          </a:solidFill>
                          <a:effectLst/>
                          <a:latin typeface="標楷體" panose="03000509000000000000" pitchFamily="65" charset="-120"/>
                          <a:ea typeface="標楷體" panose="03000509000000000000" pitchFamily="65" charset="-120"/>
                          <a:cs typeface="Tahoma" panose="020B0604030504040204" pitchFamily="34" charset="0"/>
                        </a:rPr>
                        <a:t>月完成，併入全字庫資料集提供下載</a:t>
                      </a:r>
                      <a:r>
                        <a:rPr lang="en-US" altLang="zh-TW" sz="2000" b="1" kern="0" dirty="0" smtClean="0">
                          <a:solidFill>
                            <a:srgbClr val="A828A8"/>
                          </a:solidFill>
                          <a:effectLst/>
                          <a:latin typeface="標楷體" panose="03000509000000000000" pitchFamily="65" charset="-120"/>
                          <a:ea typeface="標楷體" panose="03000509000000000000" pitchFamily="65" charset="-120"/>
                          <a:cs typeface="Tahoma" panose="020B0604030504040204" pitchFamily="34" charset="0"/>
                        </a:rPr>
                        <a:t>)</a:t>
                      </a:r>
                      <a:endParaRPr lang="zh-TW" sz="2000" b="1" kern="100" dirty="0">
                        <a:solidFill>
                          <a:srgbClr val="A828A8"/>
                        </a:solidFill>
                        <a:effectLst/>
                        <a:latin typeface="標楷體" panose="03000509000000000000" pitchFamily="65" charset="-120"/>
                        <a:ea typeface="標楷體" panose="03000509000000000000" pitchFamily="65" charset="-12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7" name="標題 1"/>
          <p:cNvSpPr txBox="1">
            <a:spLocks/>
          </p:cNvSpPr>
          <p:nvPr/>
        </p:nvSpPr>
        <p:spPr>
          <a:xfrm>
            <a:off x="7236296" y="805178"/>
            <a:ext cx="1850835" cy="417764"/>
          </a:xfrm>
          <a:prstGeom prst="rect">
            <a:avLst/>
          </a:prstGeom>
          <a:noFill/>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r"/>
            <a:r>
              <a:rPr lang="en-US" altLang="zh-TW" sz="1600" kern="0" dirty="0" smtClean="0">
                <a:solidFill>
                  <a:srgbClr val="C00000"/>
                </a:solidFill>
                <a:latin typeface="標楷體" panose="03000509000000000000" pitchFamily="65" charset="-120"/>
                <a:ea typeface="標楷體" panose="03000509000000000000" pitchFamily="65" charset="-120"/>
              </a:rPr>
              <a:t>(</a:t>
            </a:r>
            <a:r>
              <a:rPr lang="zh-TW" altLang="en-US" sz="1600" kern="0" dirty="0" smtClean="0">
                <a:solidFill>
                  <a:srgbClr val="C00000"/>
                </a:solidFill>
                <a:latin typeface="標楷體" panose="03000509000000000000" pitchFamily="65" charset="-120"/>
                <a:ea typeface="標楷體" panose="03000509000000000000" pitchFamily="65" charset="-120"/>
              </a:rPr>
              <a:t>詳議程</a:t>
            </a:r>
            <a:r>
              <a:rPr lang="en-US" altLang="zh-TW" sz="1600" kern="0" dirty="0" smtClean="0">
                <a:solidFill>
                  <a:srgbClr val="C00000"/>
                </a:solidFill>
                <a:latin typeface="標楷體" panose="03000509000000000000" pitchFamily="65" charset="-120"/>
                <a:ea typeface="標楷體" panose="03000509000000000000" pitchFamily="65" charset="-120"/>
              </a:rPr>
              <a:t>P.13/</a:t>
            </a:r>
            <a:r>
              <a:rPr lang="zh-TW" altLang="en-US" sz="1600" kern="0" dirty="0" smtClean="0">
                <a:solidFill>
                  <a:srgbClr val="C00000"/>
                </a:solidFill>
                <a:latin typeface="標楷體" panose="03000509000000000000" pitchFamily="65" charset="-120"/>
                <a:ea typeface="標楷體" panose="03000509000000000000" pitchFamily="65" charset="-120"/>
              </a:rPr>
              <a:t>表</a:t>
            </a:r>
            <a:r>
              <a:rPr lang="en-US" altLang="zh-TW" sz="1600" kern="0" dirty="0" smtClean="0">
                <a:solidFill>
                  <a:srgbClr val="C00000"/>
                </a:solidFill>
                <a:latin typeface="標楷體" panose="03000509000000000000" pitchFamily="65" charset="-120"/>
                <a:ea typeface="標楷體" panose="03000509000000000000" pitchFamily="65" charset="-120"/>
              </a:rPr>
              <a:t>5)</a:t>
            </a:r>
            <a:endParaRPr lang="zh-TW" altLang="en-US" sz="1600" kern="0" dirty="0">
              <a:solidFill>
                <a:srgbClr val="C00000"/>
              </a:solidFill>
              <a:latin typeface="標楷體" panose="03000509000000000000" pitchFamily="65" charset="-120"/>
              <a:ea typeface="標楷體" panose="03000509000000000000" pitchFamily="65" charset="-120"/>
            </a:endParaRPr>
          </a:p>
        </p:txBody>
      </p:sp>
      <p:sp>
        <p:nvSpPr>
          <p:cNvPr id="10" name="標題 1"/>
          <p:cNvSpPr txBox="1">
            <a:spLocks/>
          </p:cNvSpPr>
          <p:nvPr/>
        </p:nvSpPr>
        <p:spPr>
          <a:xfrm>
            <a:off x="27773" y="40474"/>
            <a:ext cx="8229600" cy="764704"/>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zh-TW" altLang="en-US" sz="3600" kern="0" dirty="0" smtClean="0"/>
              <a:t>「</a:t>
            </a:r>
            <a:r>
              <a:rPr lang="zh-TW" altLang="en-US" sz="3600" dirty="0"/>
              <a:t>我想要更多</a:t>
            </a:r>
            <a:r>
              <a:rPr lang="zh-TW" altLang="en-US" sz="3600" kern="0" dirty="0" smtClean="0"/>
              <a:t>」單元民眾建議事項</a:t>
            </a:r>
            <a:r>
              <a:rPr lang="en-US" altLang="zh-TW" sz="3600" kern="0" dirty="0" smtClean="0"/>
              <a:t>(1/2)</a:t>
            </a:r>
            <a:endParaRPr lang="zh-TW" altLang="en-US" sz="3600" kern="0" dirty="0"/>
          </a:p>
        </p:txBody>
      </p:sp>
    </p:spTree>
    <p:extLst>
      <p:ext uri="{BB962C8B-B14F-4D97-AF65-F5344CB8AC3E}">
        <p14:creationId xmlns:p14="http://schemas.microsoft.com/office/powerpoint/2010/main" val="235934986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900B4382-7C4E-4E7B-8DB7-FB39E0211E21}" type="slidenum">
              <a:rPr lang="zh-TW" altLang="en-US" smtClean="0">
                <a:solidFill>
                  <a:prstClr val="black"/>
                </a:solidFill>
              </a:rPr>
              <a:pPr/>
              <a:t>14</a:t>
            </a:fld>
            <a:endParaRPr lang="zh-TW" altLang="en-US">
              <a:solidFill>
                <a:prstClr val="black"/>
              </a:solidFill>
            </a:endParaRPr>
          </a:p>
        </p:txBody>
      </p:sp>
      <p:graphicFrame>
        <p:nvGraphicFramePr>
          <p:cNvPr id="13" name="表格 12"/>
          <p:cNvGraphicFramePr>
            <a:graphicFrameLocks noGrp="1"/>
          </p:cNvGraphicFramePr>
          <p:nvPr>
            <p:extLst>
              <p:ext uri="{D42A27DB-BD31-4B8C-83A1-F6EECF244321}">
                <p14:modId xmlns:p14="http://schemas.microsoft.com/office/powerpoint/2010/main" val="1027818704"/>
              </p:ext>
            </p:extLst>
          </p:nvPr>
        </p:nvGraphicFramePr>
        <p:xfrm>
          <a:off x="395536" y="1222942"/>
          <a:ext cx="8424936" cy="5133038"/>
        </p:xfrm>
        <a:graphic>
          <a:graphicData uri="http://schemas.openxmlformats.org/drawingml/2006/table">
            <a:tbl>
              <a:tblPr/>
              <a:tblGrid>
                <a:gridCol w="5435986"/>
                <a:gridCol w="2988950"/>
              </a:tblGrid>
              <a:tr h="524669">
                <a:tc>
                  <a:txBody>
                    <a:bodyPr/>
                    <a:lstStyle/>
                    <a:p>
                      <a:pPr algn="ctr" rtl="0" fontAlgn="ctr"/>
                      <a:r>
                        <a:rPr lang="zh-TW" altLang="en-US" sz="2400" b="1" i="0" u="none" strike="noStrike" dirty="0" smtClean="0">
                          <a:solidFill>
                            <a:srgbClr val="FFFFFF"/>
                          </a:solidFill>
                          <a:effectLst/>
                          <a:latin typeface="標楷體" panose="03000509000000000000" pitchFamily="65" charset="-120"/>
                          <a:ea typeface="標楷體" panose="03000509000000000000" pitchFamily="65" charset="-120"/>
                        </a:rPr>
                        <a:t>民眾建議資料集名稱</a:t>
                      </a:r>
                      <a:r>
                        <a:rPr lang="en-US" altLang="zh-TW" sz="2400" b="1" i="0" u="none" strike="noStrike" dirty="0" smtClean="0">
                          <a:solidFill>
                            <a:srgbClr val="FFFFFF"/>
                          </a:solidFill>
                          <a:effectLst/>
                          <a:latin typeface="標楷體" panose="03000509000000000000" pitchFamily="65" charset="-120"/>
                          <a:ea typeface="標楷體" panose="03000509000000000000" pitchFamily="65" charset="-120"/>
                        </a:rPr>
                        <a:t>/</a:t>
                      </a:r>
                      <a:r>
                        <a:rPr lang="zh-TW" altLang="en-US" sz="2400" b="1" i="0" u="none" strike="noStrike" dirty="0" smtClean="0">
                          <a:solidFill>
                            <a:srgbClr val="FFFFFF"/>
                          </a:solidFill>
                          <a:effectLst/>
                          <a:latin typeface="標楷體" panose="03000509000000000000" pitchFamily="65" charset="-120"/>
                          <a:ea typeface="標楷體" panose="03000509000000000000" pitchFamily="65" charset="-120"/>
                        </a:rPr>
                        <a:t>欄位</a:t>
                      </a:r>
                      <a:endParaRPr lang="zh-TW" altLang="en-US" sz="2400" b="1" i="0" u="none" strike="noStrike" dirty="0">
                        <a:solidFill>
                          <a:srgbClr val="FFFFFF"/>
                        </a:solidFill>
                        <a:effectLst/>
                        <a:latin typeface="標楷體" panose="03000509000000000000" pitchFamily="65" charset="-120"/>
                        <a:ea typeface="標楷體" panose="03000509000000000000" pitchFamily="65" charset="-120"/>
                      </a:endParaRPr>
                    </a:p>
                  </a:txBody>
                  <a:tcPr marL="4792" marR="4792" marT="47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828A8"/>
                    </a:solidFill>
                  </a:tcPr>
                </a:tc>
                <a:tc>
                  <a:txBody>
                    <a:bodyPr/>
                    <a:lstStyle/>
                    <a:p>
                      <a:pPr algn="ctr" rtl="0" fontAlgn="t"/>
                      <a:r>
                        <a:rPr lang="zh-TW" altLang="en-US" sz="2400" b="1" i="0" u="none" strike="noStrike" dirty="0" smtClean="0">
                          <a:solidFill>
                            <a:srgbClr val="FFFFFF"/>
                          </a:solidFill>
                          <a:effectLst/>
                          <a:latin typeface="標楷體" panose="03000509000000000000" pitchFamily="65" charset="-120"/>
                          <a:ea typeface="標楷體" panose="03000509000000000000" pitchFamily="65" charset="-120"/>
                        </a:rPr>
                        <a:t>執行進度</a:t>
                      </a:r>
                      <a:endParaRPr lang="zh-TW" altLang="en-US" sz="2400" b="1" i="0" u="none" strike="noStrike" dirty="0">
                        <a:solidFill>
                          <a:srgbClr val="FFFFFF"/>
                        </a:solidFill>
                        <a:effectLst/>
                        <a:latin typeface="標楷體" panose="03000509000000000000" pitchFamily="65" charset="-120"/>
                        <a:ea typeface="標楷體" panose="03000509000000000000" pitchFamily="65" charset="-120"/>
                      </a:endParaRPr>
                    </a:p>
                  </a:txBody>
                  <a:tcPr marL="4792" marR="4792" marT="479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828A8"/>
                    </a:solidFill>
                  </a:tcPr>
                </a:tc>
              </a:tr>
              <a:tr h="4608369">
                <a:tc>
                  <a:txBody>
                    <a:bodyPr/>
                    <a:lstStyle/>
                    <a:p>
                      <a:pPr marL="93663" indent="0">
                        <a:spcBef>
                          <a:spcPts val="600"/>
                        </a:spcBef>
                        <a:spcAft>
                          <a:spcPts val="0"/>
                        </a:spcAft>
                      </a:pPr>
                      <a:r>
                        <a:rPr lang="zh-TW" altLang="en-US" sz="2000" b="1" u="sng" kern="0" dirty="0" smtClean="0">
                          <a:solidFill>
                            <a:srgbClr val="A828A8"/>
                          </a:solidFill>
                          <a:effectLst/>
                          <a:latin typeface="標楷體" panose="03000509000000000000" pitchFamily="65" charset="-120"/>
                          <a:ea typeface="標楷體" panose="03000509000000000000" pitchFamily="65" charset="-120"/>
                          <a:cs typeface="Tahoma" panose="020B0604030504040204" pitchFamily="34" charset="0"/>
                        </a:rPr>
                        <a:t>發表日期</a:t>
                      </a:r>
                      <a:r>
                        <a:rPr lang="en-US" altLang="zh-TW" sz="2000" b="1" u="sng" kern="0" dirty="0" smtClean="0">
                          <a:solidFill>
                            <a:srgbClr val="A828A8"/>
                          </a:solidFill>
                          <a:effectLst/>
                          <a:latin typeface="標楷體" panose="03000509000000000000" pitchFamily="65" charset="-120"/>
                          <a:ea typeface="標楷體" panose="03000509000000000000" pitchFamily="65" charset="-120"/>
                          <a:cs typeface="Tahoma" panose="020B0604030504040204" pitchFamily="34" charset="0"/>
                        </a:rPr>
                        <a:t>:</a:t>
                      </a:r>
                      <a:r>
                        <a:rPr lang="en-US" altLang="zh-TW" sz="2000" b="0" u="none" kern="0" dirty="0" smtClean="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108</a:t>
                      </a:r>
                      <a:r>
                        <a:rPr lang="zh-TW" altLang="en-US" sz="2000" b="0" u="none" kern="0" dirty="0" smtClean="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年</a:t>
                      </a:r>
                      <a:r>
                        <a:rPr lang="en-US" altLang="zh-TW" sz="2000" b="0" u="none" kern="0" dirty="0" smtClean="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2</a:t>
                      </a:r>
                      <a:r>
                        <a:rPr lang="zh-TW" altLang="en-US" sz="2000" b="0" u="none" kern="0" dirty="0" smtClean="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月</a:t>
                      </a:r>
                      <a:r>
                        <a:rPr lang="en-US" altLang="zh-TW" sz="2000" b="0" u="none" kern="0" dirty="0" smtClean="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13</a:t>
                      </a:r>
                      <a:r>
                        <a:rPr lang="zh-TW" altLang="en-US" sz="2000" b="0" u="none" kern="0" dirty="0" smtClean="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日</a:t>
                      </a:r>
                      <a:endParaRPr lang="en-US" altLang="zh-TW" sz="2000" b="0" u="none" kern="0" dirty="0" smtClean="0">
                        <a:solidFill>
                          <a:srgbClr val="002060"/>
                        </a:solidFill>
                        <a:effectLst/>
                        <a:latin typeface="標楷體" panose="03000509000000000000" pitchFamily="65" charset="-120"/>
                        <a:ea typeface="標楷體" panose="03000509000000000000" pitchFamily="65" charset="-120"/>
                        <a:cs typeface="Tahoma" panose="020B0604030504040204" pitchFamily="34" charset="0"/>
                      </a:endParaRPr>
                    </a:p>
                    <a:p>
                      <a:pPr marL="93663" indent="0">
                        <a:spcBef>
                          <a:spcPts val="600"/>
                        </a:spcBef>
                        <a:spcAft>
                          <a:spcPts val="0"/>
                        </a:spcAft>
                      </a:pPr>
                      <a:r>
                        <a:rPr lang="zh-TW" sz="2000" b="1" u="sng" kern="0" dirty="0" smtClean="0">
                          <a:solidFill>
                            <a:srgbClr val="A828A8"/>
                          </a:solidFill>
                          <a:effectLst/>
                          <a:latin typeface="標楷體" panose="03000509000000000000" pitchFamily="65" charset="-120"/>
                          <a:ea typeface="標楷體" panose="03000509000000000000" pitchFamily="65" charset="-120"/>
                          <a:cs typeface="Tahoma" panose="020B0604030504040204" pitchFamily="34" charset="0"/>
                        </a:rPr>
                        <a:t>建議</a:t>
                      </a:r>
                      <a:r>
                        <a:rPr lang="zh-TW" sz="2000" b="1" u="sng" kern="0" dirty="0">
                          <a:solidFill>
                            <a:srgbClr val="A828A8"/>
                          </a:solidFill>
                          <a:effectLst/>
                          <a:latin typeface="標楷體" panose="03000509000000000000" pitchFamily="65" charset="-120"/>
                          <a:ea typeface="標楷體" panose="03000509000000000000" pitchFamily="65" charset="-120"/>
                          <a:cs typeface="Tahoma" panose="020B0604030504040204" pitchFamily="34" charset="0"/>
                        </a:rPr>
                        <a:t>資料集名稱</a:t>
                      </a:r>
                      <a:r>
                        <a:rPr lang="en-US" sz="2000" b="1" u="sng" kern="0" dirty="0">
                          <a:solidFill>
                            <a:srgbClr val="A828A8"/>
                          </a:solidFill>
                          <a:effectLst/>
                          <a:latin typeface="標楷體" panose="03000509000000000000" pitchFamily="65" charset="-120"/>
                          <a:ea typeface="標楷體" panose="03000509000000000000" pitchFamily="65" charset="-120"/>
                          <a:cs typeface="Tahoma" panose="020B0604030504040204" pitchFamily="34" charset="0"/>
                        </a:rPr>
                        <a:t>: </a:t>
                      </a:r>
                      <a:endParaRPr lang="zh-TW" sz="2000" kern="100" dirty="0">
                        <a:solidFill>
                          <a:srgbClr val="A828A8"/>
                        </a:solidFill>
                        <a:effectLst/>
                        <a:latin typeface="標楷體" panose="03000509000000000000" pitchFamily="65" charset="-120"/>
                        <a:ea typeface="標楷體" panose="03000509000000000000" pitchFamily="65" charset="-120"/>
                      </a:endParaRPr>
                    </a:p>
                    <a:p>
                      <a:pPr marL="93663" indent="0">
                        <a:spcBef>
                          <a:spcPts val="600"/>
                        </a:spcBef>
                        <a:spcAft>
                          <a:spcPts val="0"/>
                        </a:spcAft>
                      </a:pPr>
                      <a:r>
                        <a:rPr lang="zh-TW" altLang="en-US" sz="2000" kern="0" dirty="0" smtClean="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行動支付調查</a:t>
                      </a:r>
                      <a:endParaRPr lang="en-US" altLang="zh-TW" sz="2000" kern="0" dirty="0" smtClean="0">
                        <a:solidFill>
                          <a:srgbClr val="002060"/>
                        </a:solidFill>
                        <a:effectLst/>
                        <a:latin typeface="標楷體" panose="03000509000000000000" pitchFamily="65" charset="-120"/>
                        <a:ea typeface="標楷體" panose="03000509000000000000" pitchFamily="65" charset="-120"/>
                        <a:cs typeface="Tahoma" panose="020B0604030504040204" pitchFamily="34" charset="0"/>
                      </a:endParaRPr>
                    </a:p>
                    <a:p>
                      <a:pPr marL="93663" indent="0">
                        <a:spcBef>
                          <a:spcPts val="600"/>
                        </a:spcBef>
                        <a:spcAft>
                          <a:spcPts val="0"/>
                        </a:spcAft>
                      </a:pPr>
                      <a:r>
                        <a:rPr lang="zh-TW" sz="2000" b="1" u="sng" kern="0" dirty="0" smtClean="0">
                          <a:solidFill>
                            <a:srgbClr val="A828A8"/>
                          </a:solidFill>
                          <a:effectLst/>
                          <a:latin typeface="標楷體" panose="03000509000000000000" pitchFamily="65" charset="-120"/>
                          <a:ea typeface="標楷體" panose="03000509000000000000" pitchFamily="65" charset="-120"/>
                          <a:cs typeface="Tahoma" panose="020B0604030504040204" pitchFamily="34" charset="0"/>
                        </a:rPr>
                        <a:t>建議</a:t>
                      </a:r>
                      <a:r>
                        <a:rPr lang="zh-TW" sz="2000" b="1" u="sng" kern="0" dirty="0">
                          <a:solidFill>
                            <a:srgbClr val="A828A8"/>
                          </a:solidFill>
                          <a:effectLst/>
                          <a:latin typeface="標楷體" panose="03000509000000000000" pitchFamily="65" charset="-120"/>
                          <a:ea typeface="標楷體" panose="03000509000000000000" pitchFamily="65" charset="-120"/>
                          <a:cs typeface="Tahoma" panose="020B0604030504040204" pitchFamily="34" charset="0"/>
                        </a:rPr>
                        <a:t>開放的欄位</a:t>
                      </a:r>
                      <a:r>
                        <a:rPr lang="en-US" sz="2000" b="1" u="sng" kern="0" dirty="0">
                          <a:solidFill>
                            <a:srgbClr val="A828A8"/>
                          </a:solidFill>
                          <a:effectLst/>
                          <a:latin typeface="標楷體" panose="03000509000000000000" pitchFamily="65" charset="-120"/>
                          <a:ea typeface="標楷體" panose="03000509000000000000" pitchFamily="65" charset="-120"/>
                          <a:cs typeface="Tahoma" panose="020B0604030504040204" pitchFamily="34" charset="0"/>
                        </a:rPr>
                        <a:t>: </a:t>
                      </a:r>
                      <a:endParaRPr lang="zh-TW" sz="2000" kern="100" dirty="0">
                        <a:solidFill>
                          <a:srgbClr val="A828A8"/>
                        </a:solidFill>
                        <a:effectLst/>
                        <a:latin typeface="標楷體" panose="03000509000000000000" pitchFamily="65" charset="-120"/>
                        <a:ea typeface="標楷體" panose="03000509000000000000" pitchFamily="65" charset="-120"/>
                      </a:endParaRPr>
                    </a:p>
                    <a:p>
                      <a:pPr marL="93663" indent="0">
                        <a:spcBef>
                          <a:spcPts val="600"/>
                        </a:spcBef>
                        <a:spcAft>
                          <a:spcPts val="0"/>
                        </a:spcAft>
                      </a:pPr>
                      <a:r>
                        <a:rPr lang="zh-TW" altLang="en-US" sz="2000" kern="0" dirty="0" smtClean="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年齡層使用趨勢及消費場域</a:t>
                      </a:r>
                      <a:endParaRPr lang="en-US" altLang="zh-TW" sz="2000" kern="0" dirty="0" smtClean="0">
                        <a:solidFill>
                          <a:srgbClr val="002060"/>
                        </a:solidFill>
                        <a:effectLst/>
                        <a:latin typeface="標楷體" panose="03000509000000000000" pitchFamily="65" charset="-120"/>
                        <a:ea typeface="標楷體" panose="03000509000000000000" pitchFamily="65" charset="-120"/>
                        <a:cs typeface="Tahoma" panose="020B0604030504040204" pitchFamily="34" charset="0"/>
                      </a:endParaRPr>
                    </a:p>
                    <a:p>
                      <a:pPr marL="93663" indent="0">
                        <a:spcBef>
                          <a:spcPts val="600"/>
                        </a:spcBef>
                        <a:spcAft>
                          <a:spcPts val="0"/>
                        </a:spcAft>
                      </a:pPr>
                      <a:r>
                        <a:rPr lang="zh-TW" sz="2000" b="1" u="sng" kern="0" dirty="0" smtClean="0">
                          <a:solidFill>
                            <a:srgbClr val="A828A8"/>
                          </a:solidFill>
                          <a:effectLst/>
                          <a:latin typeface="標楷體" panose="03000509000000000000" pitchFamily="65" charset="-120"/>
                          <a:ea typeface="標楷體" panose="03000509000000000000" pitchFamily="65" charset="-120"/>
                          <a:cs typeface="Tahoma" panose="020B0604030504040204" pitchFamily="34" charset="0"/>
                        </a:rPr>
                        <a:t>建議</a:t>
                      </a:r>
                      <a:r>
                        <a:rPr lang="zh-TW" sz="2000" b="1" u="sng" kern="0" dirty="0">
                          <a:solidFill>
                            <a:srgbClr val="A828A8"/>
                          </a:solidFill>
                          <a:effectLst/>
                          <a:latin typeface="標楷體" panose="03000509000000000000" pitchFamily="65" charset="-120"/>
                          <a:ea typeface="標楷體" panose="03000509000000000000" pitchFamily="65" charset="-120"/>
                          <a:cs typeface="Tahoma" panose="020B0604030504040204" pitchFamily="34" charset="0"/>
                        </a:rPr>
                        <a:t>原因</a:t>
                      </a:r>
                      <a:r>
                        <a:rPr lang="en-US" sz="2000" b="1" u="sng" kern="0" dirty="0">
                          <a:solidFill>
                            <a:srgbClr val="A828A8"/>
                          </a:solidFill>
                          <a:effectLst/>
                          <a:latin typeface="標楷體" panose="03000509000000000000" pitchFamily="65" charset="-120"/>
                          <a:ea typeface="標楷體" panose="03000509000000000000" pitchFamily="65" charset="-120"/>
                          <a:cs typeface="Tahoma" panose="020B0604030504040204" pitchFamily="34" charset="0"/>
                        </a:rPr>
                        <a:t>:</a:t>
                      </a:r>
                      <a:r>
                        <a:rPr lang="en-US" sz="2000" b="1" u="sng" kern="0" dirty="0">
                          <a:solidFill>
                            <a:srgbClr val="7030A0"/>
                          </a:solidFill>
                          <a:effectLst/>
                          <a:latin typeface="標楷體" panose="03000509000000000000" pitchFamily="65" charset="-120"/>
                          <a:ea typeface="標楷體" panose="03000509000000000000" pitchFamily="65" charset="-120"/>
                          <a:cs typeface="Tahoma" panose="020B0604030504040204" pitchFamily="34" charset="0"/>
                        </a:rPr>
                        <a:t> </a:t>
                      </a:r>
                      <a:endParaRPr lang="zh-TW" sz="2000" kern="100" dirty="0">
                        <a:solidFill>
                          <a:srgbClr val="7030A0"/>
                        </a:solidFill>
                        <a:effectLst/>
                        <a:latin typeface="標楷體" panose="03000509000000000000" pitchFamily="65" charset="-120"/>
                        <a:ea typeface="標楷體" panose="03000509000000000000" pitchFamily="65" charset="-120"/>
                      </a:endParaRPr>
                    </a:p>
                    <a:p>
                      <a:pPr marL="93663" indent="0">
                        <a:spcBef>
                          <a:spcPts val="600"/>
                        </a:spcBef>
                        <a:spcAft>
                          <a:spcPts val="0"/>
                        </a:spcAft>
                      </a:pPr>
                      <a:r>
                        <a:rPr lang="zh-TW" altLang="en-US" sz="2000" kern="0" dirty="0" smtClean="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因近年政府機關推動行動支付普及率提升之目標，若能提供不同年齡層之近年使用趨勢情形及消費場域佔比等資料，將有助於相關業者對於行動支付市場之拓展。</a:t>
                      </a:r>
                      <a:endParaRPr lang="zh-TW" sz="2000" kern="100" dirty="0">
                        <a:solidFill>
                          <a:srgbClr val="002060"/>
                        </a:solidFill>
                        <a:effectLst/>
                        <a:latin typeface="標楷體" panose="03000509000000000000" pitchFamily="65" charset="-120"/>
                        <a:ea typeface="標楷體" panose="03000509000000000000" pitchFamily="65" charset="-12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93663" indent="0" algn="just">
                        <a:spcBef>
                          <a:spcPts val="600"/>
                        </a:spcBef>
                        <a:spcAft>
                          <a:spcPts val="0"/>
                        </a:spcAft>
                      </a:pPr>
                      <a:r>
                        <a:rPr lang="en-US" sz="2000" b="1" kern="0" dirty="0" smtClean="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a:t>
                      </a:r>
                      <a:r>
                        <a:rPr lang="zh-TW" altLang="en-US" sz="2000" b="1" kern="0" dirty="0" smtClean="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產業發展處</a:t>
                      </a:r>
                      <a:r>
                        <a:rPr lang="zh-HK" sz="2000" b="1" kern="0" dirty="0" smtClean="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回應</a:t>
                      </a:r>
                      <a:r>
                        <a:rPr lang="en-US" sz="2000" b="1" kern="0" dirty="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a:t>
                      </a:r>
                      <a:endParaRPr lang="zh-TW" sz="2000" kern="100" dirty="0">
                        <a:solidFill>
                          <a:srgbClr val="002060"/>
                        </a:solidFill>
                        <a:effectLst/>
                        <a:latin typeface="標楷體" panose="03000509000000000000" pitchFamily="65" charset="-120"/>
                        <a:ea typeface="標楷體" panose="03000509000000000000" pitchFamily="65" charset="-120"/>
                      </a:endParaRPr>
                    </a:p>
                    <a:p>
                      <a:pPr marL="93663" indent="0" algn="l">
                        <a:spcBef>
                          <a:spcPts val="600"/>
                        </a:spcBef>
                        <a:spcAft>
                          <a:spcPts val="0"/>
                        </a:spcAft>
                      </a:pPr>
                      <a:r>
                        <a:rPr lang="zh-TW" altLang="en-US" sz="2000" kern="0" dirty="0" smtClean="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有關所提行動支付使用率開放資料一事，係根據資策會產業情報研究所（</a:t>
                      </a:r>
                      <a:r>
                        <a:rPr lang="en-US" altLang="zh-TW" sz="2000" kern="0" dirty="0" smtClean="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MIC</a:t>
                      </a:r>
                      <a:r>
                        <a:rPr lang="zh-TW" altLang="en-US" sz="2000" kern="0" dirty="0" smtClean="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）於本</a:t>
                      </a:r>
                      <a:r>
                        <a:rPr lang="en-US" altLang="zh-TW" sz="2000" kern="0" dirty="0" smtClean="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(108)</a:t>
                      </a:r>
                      <a:r>
                        <a:rPr lang="zh-TW" altLang="en-US" sz="2000" kern="0" dirty="0" smtClean="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年</a:t>
                      </a:r>
                      <a:r>
                        <a:rPr lang="en-US" altLang="zh-TW" sz="2000" kern="0" dirty="0" smtClean="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1</a:t>
                      </a:r>
                      <a:r>
                        <a:rPr lang="zh-TW" altLang="en-US" sz="2000" kern="0" dirty="0" smtClean="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月公布之「行動支付大調查」，更多詳細資料建議可參考該所官方新聞稿，網址</a:t>
                      </a:r>
                      <a:r>
                        <a:rPr lang="en-US" altLang="zh-TW" sz="2000" kern="0" dirty="0" smtClean="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 https://mic.iii.org.tw/IndustryObservations_PressRelease02.aspx?sqno=504</a:t>
                      </a:r>
                      <a:r>
                        <a:rPr lang="zh-TW" altLang="en-US" sz="2000" kern="0" dirty="0" smtClean="0">
                          <a:solidFill>
                            <a:srgbClr val="002060"/>
                          </a:solidFill>
                          <a:effectLst/>
                          <a:latin typeface="標楷體" panose="03000509000000000000" pitchFamily="65" charset="-120"/>
                          <a:ea typeface="標楷體" panose="03000509000000000000" pitchFamily="65" charset="-120"/>
                          <a:cs typeface="Tahoma" panose="020B0604030504040204" pitchFamily="34" charset="0"/>
                        </a:rPr>
                        <a:t>，謝謝。</a:t>
                      </a:r>
                      <a:endParaRPr lang="zh-TW" sz="2000" kern="100" dirty="0">
                        <a:solidFill>
                          <a:srgbClr val="002060"/>
                        </a:solidFill>
                        <a:effectLst/>
                        <a:latin typeface="標楷體" panose="03000509000000000000" pitchFamily="65" charset="-120"/>
                        <a:ea typeface="標楷體" panose="03000509000000000000" pitchFamily="65" charset="-120"/>
                      </a:endParaRPr>
                    </a:p>
                  </a:txBody>
                  <a:tcPr marL="9525" marR="9525" marT="9525" marB="952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0" name="標題 1"/>
          <p:cNvSpPr txBox="1">
            <a:spLocks/>
          </p:cNvSpPr>
          <p:nvPr/>
        </p:nvSpPr>
        <p:spPr>
          <a:xfrm>
            <a:off x="27773" y="40474"/>
            <a:ext cx="8229600" cy="764704"/>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zh-TW" altLang="en-US" sz="3600" kern="0" dirty="0" smtClean="0"/>
              <a:t>「</a:t>
            </a:r>
            <a:r>
              <a:rPr lang="zh-TW" altLang="en-US" sz="3600" dirty="0"/>
              <a:t>我想要更多</a:t>
            </a:r>
            <a:r>
              <a:rPr lang="zh-TW" altLang="en-US" sz="3600" kern="0" dirty="0" smtClean="0"/>
              <a:t>」</a:t>
            </a:r>
            <a:r>
              <a:rPr lang="zh-TW" altLang="en-US" sz="3600" kern="0" dirty="0"/>
              <a:t>單元民眾建議事項</a:t>
            </a:r>
            <a:r>
              <a:rPr lang="en-US" altLang="zh-TW" sz="3600" kern="0" dirty="0" smtClean="0"/>
              <a:t>(2/2)</a:t>
            </a:r>
            <a:endParaRPr lang="zh-TW" altLang="en-US" sz="3600" kern="0" dirty="0"/>
          </a:p>
        </p:txBody>
      </p:sp>
      <p:sp>
        <p:nvSpPr>
          <p:cNvPr id="11" name="標題 1"/>
          <p:cNvSpPr txBox="1">
            <a:spLocks/>
          </p:cNvSpPr>
          <p:nvPr/>
        </p:nvSpPr>
        <p:spPr>
          <a:xfrm>
            <a:off x="7236296" y="805178"/>
            <a:ext cx="1882304" cy="417764"/>
          </a:xfrm>
          <a:prstGeom prst="rect">
            <a:avLst/>
          </a:prstGeom>
          <a:noFill/>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r"/>
            <a:r>
              <a:rPr lang="en-US" altLang="zh-TW" sz="1600" kern="0" dirty="0" smtClean="0">
                <a:solidFill>
                  <a:srgbClr val="C00000"/>
                </a:solidFill>
                <a:latin typeface="標楷體" panose="03000509000000000000" pitchFamily="65" charset="-120"/>
                <a:ea typeface="標楷體" panose="03000509000000000000" pitchFamily="65" charset="-120"/>
              </a:rPr>
              <a:t>(</a:t>
            </a:r>
            <a:r>
              <a:rPr lang="zh-TW" altLang="en-US" sz="1600" kern="0" dirty="0" smtClean="0">
                <a:solidFill>
                  <a:srgbClr val="C00000"/>
                </a:solidFill>
                <a:latin typeface="標楷體" panose="03000509000000000000" pitchFamily="65" charset="-120"/>
                <a:ea typeface="標楷體" panose="03000509000000000000" pitchFamily="65" charset="-120"/>
              </a:rPr>
              <a:t>詳議程</a:t>
            </a:r>
            <a:r>
              <a:rPr lang="en-US" altLang="zh-TW" sz="1600" kern="0" dirty="0" smtClean="0">
                <a:solidFill>
                  <a:srgbClr val="C00000"/>
                </a:solidFill>
                <a:latin typeface="標楷體" panose="03000509000000000000" pitchFamily="65" charset="-120"/>
                <a:ea typeface="標楷體" panose="03000509000000000000" pitchFamily="65" charset="-120"/>
              </a:rPr>
              <a:t>P.14/</a:t>
            </a:r>
            <a:r>
              <a:rPr lang="zh-TW" altLang="en-US" sz="1600" kern="0" dirty="0" smtClean="0">
                <a:solidFill>
                  <a:srgbClr val="C00000"/>
                </a:solidFill>
                <a:latin typeface="標楷體" panose="03000509000000000000" pitchFamily="65" charset="-120"/>
                <a:ea typeface="標楷體" panose="03000509000000000000" pitchFamily="65" charset="-120"/>
              </a:rPr>
              <a:t>表</a:t>
            </a:r>
            <a:r>
              <a:rPr lang="en-US" altLang="zh-TW" sz="1600" kern="0" dirty="0" smtClean="0">
                <a:solidFill>
                  <a:srgbClr val="C00000"/>
                </a:solidFill>
                <a:latin typeface="標楷體" panose="03000509000000000000" pitchFamily="65" charset="-120"/>
                <a:ea typeface="標楷體" panose="03000509000000000000" pitchFamily="65" charset="-120"/>
              </a:rPr>
              <a:t>5)</a:t>
            </a:r>
            <a:endParaRPr lang="zh-TW" altLang="en-US" sz="1600" kern="0" dirty="0">
              <a:solidFill>
                <a:srgbClr val="C00000"/>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52417659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圖片 1"/>
          <p:cNvPicPr>
            <a:picLocks noChangeAspect="1"/>
          </p:cNvPicPr>
          <p:nvPr/>
        </p:nvPicPr>
        <p:blipFill>
          <a:blip r:embed="rId3">
            <a:lum bright="70000" contrast="-70000"/>
          </a:blip>
          <a:stretch>
            <a:fillRect/>
          </a:stretch>
        </p:blipFill>
        <p:spPr>
          <a:xfrm>
            <a:off x="35496" y="1"/>
            <a:ext cx="2657757" cy="2636912"/>
          </a:xfrm>
          <a:prstGeom prst="rect">
            <a:avLst/>
          </a:prstGeom>
        </p:spPr>
      </p:pic>
      <p:sp>
        <p:nvSpPr>
          <p:cNvPr id="3" name="投影片編號版面配置區 2"/>
          <p:cNvSpPr>
            <a:spLocks noGrp="1"/>
          </p:cNvSpPr>
          <p:nvPr>
            <p:ph type="sldNum" sz="quarter" idx="10"/>
          </p:nvPr>
        </p:nvSpPr>
        <p:spPr/>
        <p:txBody>
          <a:bodyPr/>
          <a:lstStyle/>
          <a:p>
            <a:fld id="{7D2482D3-2F6B-4BC9-8197-F5C0F2E18EF8}" type="slidenum">
              <a:rPr lang="en-US" altLang="zh-TW" smtClean="0">
                <a:solidFill>
                  <a:srgbClr val="000000"/>
                </a:solidFill>
              </a:rPr>
              <a:pPr/>
              <a:t>15</a:t>
            </a:fld>
            <a:endParaRPr lang="en-US" altLang="zh-TW">
              <a:solidFill>
                <a:srgbClr val="000000"/>
              </a:solidFill>
            </a:endParaRPr>
          </a:p>
        </p:txBody>
      </p:sp>
      <p:sp>
        <p:nvSpPr>
          <p:cNvPr id="10" name="標題 1"/>
          <p:cNvSpPr txBox="1">
            <a:spLocks/>
          </p:cNvSpPr>
          <p:nvPr/>
        </p:nvSpPr>
        <p:spPr>
          <a:xfrm>
            <a:off x="1223120" y="1170320"/>
            <a:ext cx="7920880" cy="720080"/>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zh-TW" altLang="en-US" kern="0" dirty="0" smtClean="0"/>
              <a:t>肆、</a:t>
            </a:r>
            <a:r>
              <a:rPr lang="zh-TW" altLang="en-US" kern="0" dirty="0"/>
              <a:t>本會資料開放推動現況</a:t>
            </a:r>
          </a:p>
        </p:txBody>
      </p:sp>
      <mc:AlternateContent xmlns:mc="http://schemas.openxmlformats.org/markup-compatibility/2006" xmlns:a14="http://schemas.microsoft.com/office/drawing/2010/main">
        <mc:Choice Requires="a14">
          <p:sp>
            <p:nvSpPr>
              <p:cNvPr id="8" name="文字方塊 7"/>
              <p:cNvSpPr txBox="1"/>
              <p:nvPr/>
            </p:nvSpPr>
            <p:spPr>
              <a:xfrm rot="17062641">
                <a:off x="210024" y="3212065"/>
                <a:ext cx="1322991" cy="940963"/>
              </a:xfrm>
              <a:prstGeom prst="rect">
                <a:avLst/>
              </a:prstGeom>
              <a:noFill/>
            </p:spPr>
            <p:txBody>
              <a:bodyPr vert="eaVert"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8000" b="1" i="0" smtClean="0">
                          <a:solidFill>
                            <a:srgbClr val="D0610E"/>
                          </a:solidFill>
                          <a:effectLst>
                            <a:outerShdw blurRad="38100" dist="38100" dir="2700000" algn="tl">
                              <a:srgbClr val="000000">
                                <a:alpha val="43137"/>
                              </a:srgbClr>
                            </a:outerShdw>
                          </a:effectLst>
                          <a:latin typeface="Cambria Math" panose="02040503050406030204" pitchFamily="18" charset="0"/>
                        </a:rPr>
                        <m:t>√</m:t>
                      </m:r>
                    </m:oMath>
                  </m:oMathPara>
                </a14:m>
                <a:endParaRPr lang="zh-TW" altLang="en-US" sz="8000" b="1" dirty="0" smtClean="0">
                  <a:solidFill>
                    <a:srgbClr val="D0610E"/>
                  </a:solidFill>
                  <a:effectLst>
                    <a:outerShdw blurRad="38100" dist="38100" dir="2700000" algn="tl">
                      <a:srgbClr val="000000">
                        <a:alpha val="43137"/>
                      </a:srgbClr>
                    </a:outerShdw>
                  </a:effectLst>
                </a:endParaRPr>
              </a:p>
            </p:txBody>
          </p:sp>
        </mc:Choice>
        <mc:Fallback xmlns="">
          <p:sp>
            <p:nvSpPr>
              <p:cNvPr id="8" name="文字方塊 7"/>
              <p:cNvSpPr txBox="1">
                <a:spLocks noRot="1" noChangeAspect="1" noMove="1" noResize="1" noEditPoints="1" noAdjustHandles="1" noChangeArrowheads="1" noChangeShapeType="1" noTextEdit="1"/>
              </p:cNvSpPr>
              <p:nvPr/>
            </p:nvSpPr>
            <p:spPr>
              <a:xfrm rot="17062641">
                <a:off x="210024" y="3212065"/>
                <a:ext cx="1322991" cy="940963"/>
              </a:xfrm>
              <a:prstGeom prst="rect">
                <a:avLst/>
              </a:prstGeom>
              <a:blipFill rotWithShape="0">
                <a:blip r:embed="rId4"/>
                <a:stretch>
                  <a:fillRect/>
                </a:stretch>
              </a:blipFill>
            </p:spPr>
            <p:txBody>
              <a:bodyPr/>
              <a:lstStyle/>
              <a:p>
                <a:r>
                  <a:rPr lang="zh-TW" altLang="en-US">
                    <a:noFill/>
                  </a:rPr>
                  <a:t> </a:t>
                </a:r>
              </a:p>
            </p:txBody>
          </p:sp>
        </mc:Fallback>
      </mc:AlternateContent>
      <p:sp>
        <p:nvSpPr>
          <p:cNvPr id="11" name="標題 1"/>
          <p:cNvSpPr txBox="1">
            <a:spLocks/>
          </p:cNvSpPr>
          <p:nvPr/>
        </p:nvSpPr>
        <p:spPr>
          <a:xfrm>
            <a:off x="989540" y="2427769"/>
            <a:ext cx="8125777" cy="3672408"/>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marL="901700" indent="-901700" algn="l">
              <a:lnSpc>
                <a:spcPct val="150000"/>
              </a:lnSpc>
              <a:spcBef>
                <a:spcPts val="600"/>
              </a:spcBef>
              <a:spcAft>
                <a:spcPts val="600"/>
              </a:spcAft>
            </a:pPr>
            <a:r>
              <a:rPr lang="zh-TW" altLang="en-US" sz="3600" kern="0" dirty="0" smtClean="0">
                <a:latin typeface="微軟正黑體 Light" panose="020B0304030504040204" pitchFamily="34" charset="-120"/>
                <a:ea typeface="微軟正黑體 Light" panose="020B0304030504040204" pitchFamily="34" charset="-120"/>
              </a:rPr>
              <a:t>一、本會於政府資料開放平臺開放情形</a:t>
            </a:r>
            <a:endParaRPr lang="en-US" altLang="zh-TW" sz="3600" kern="0" dirty="0">
              <a:latin typeface="微軟正黑體 Light" panose="020B0304030504040204" pitchFamily="34" charset="-120"/>
              <a:ea typeface="微軟正黑體 Light" panose="020B0304030504040204" pitchFamily="34" charset="-120"/>
            </a:endParaRPr>
          </a:p>
          <a:p>
            <a:pPr algn="l">
              <a:lnSpc>
                <a:spcPct val="150000"/>
              </a:lnSpc>
              <a:spcBef>
                <a:spcPts val="600"/>
              </a:spcBef>
              <a:spcAft>
                <a:spcPts val="600"/>
              </a:spcAft>
            </a:pPr>
            <a:r>
              <a:rPr lang="zh-TW" altLang="en-US" sz="3600" u="sng" kern="0" dirty="0" smtClean="0">
                <a:solidFill>
                  <a:srgbClr val="D0610E"/>
                </a:solidFill>
                <a:latin typeface="微軟正黑體 Light" panose="020B0304030504040204" pitchFamily="34" charset="-120"/>
                <a:ea typeface="微軟正黑體 Light" panose="020B0304030504040204" pitchFamily="34" charset="-120"/>
              </a:rPr>
              <a:t>二、</a:t>
            </a:r>
            <a:r>
              <a:rPr lang="zh-TW" altLang="en-US" sz="3600" u="sng" kern="0" dirty="0">
                <a:solidFill>
                  <a:srgbClr val="D0610E"/>
                </a:solidFill>
                <a:latin typeface="微軟正黑體 Light" panose="020B0304030504040204" pitchFamily="34" charset="-120"/>
                <a:ea typeface="微軟正黑體 Light" panose="020B0304030504040204" pitchFamily="34" charset="-120"/>
              </a:rPr>
              <a:t>各</a:t>
            </a:r>
            <a:r>
              <a:rPr lang="zh-TW" altLang="en-US" sz="3600" u="sng" kern="0" dirty="0" smtClean="0">
                <a:solidFill>
                  <a:srgbClr val="D0610E"/>
                </a:solidFill>
                <a:latin typeface="微軟正黑體 Light" panose="020B0304030504040204" pitchFamily="34" charset="-120"/>
                <a:ea typeface="微軟正黑體 Light" panose="020B0304030504040204" pitchFamily="34" charset="-120"/>
              </a:rPr>
              <a:t>單位</a:t>
            </a:r>
            <a:r>
              <a:rPr lang="zh-TW" altLang="zh-TW" sz="3600" u="sng" kern="0" dirty="0" smtClean="0">
                <a:solidFill>
                  <a:srgbClr val="D0610E"/>
                </a:solidFill>
                <a:latin typeface="微軟正黑體 Light" panose="020B0304030504040204" pitchFamily="34" charset="-120"/>
                <a:ea typeface="微軟正黑體 Light" panose="020B0304030504040204" pitchFamily="34" charset="-120"/>
              </a:rPr>
              <a:t>資料</a:t>
            </a:r>
            <a:r>
              <a:rPr lang="zh-TW" altLang="zh-TW" sz="3600" u="sng" kern="0" dirty="0">
                <a:solidFill>
                  <a:srgbClr val="D0610E"/>
                </a:solidFill>
                <a:latin typeface="微軟正黑體 Light" panose="020B0304030504040204" pitchFamily="34" charset="-120"/>
                <a:ea typeface="微軟正黑體 Light" panose="020B0304030504040204" pitchFamily="34" charset="-120"/>
              </a:rPr>
              <a:t>開放</a:t>
            </a:r>
            <a:r>
              <a:rPr lang="zh-TW" altLang="zh-TW" sz="3600" u="sng" kern="0" dirty="0" smtClean="0">
                <a:solidFill>
                  <a:srgbClr val="D0610E"/>
                </a:solidFill>
                <a:latin typeface="微軟正黑體 Light" panose="020B0304030504040204" pitchFamily="34" charset="-120"/>
                <a:ea typeface="微軟正黑體 Light" panose="020B0304030504040204" pitchFamily="34" charset="-120"/>
              </a:rPr>
              <a:t>情形</a:t>
            </a:r>
            <a:endParaRPr lang="en-US" altLang="zh-TW" sz="3600" u="sng" kern="0" dirty="0" smtClean="0">
              <a:solidFill>
                <a:srgbClr val="D0610E"/>
              </a:solidFill>
              <a:latin typeface="微軟正黑體 Light" panose="020B0304030504040204" pitchFamily="34" charset="-120"/>
              <a:ea typeface="微軟正黑體 Light" panose="020B0304030504040204" pitchFamily="34" charset="-120"/>
            </a:endParaRPr>
          </a:p>
          <a:p>
            <a:pPr algn="l">
              <a:lnSpc>
                <a:spcPct val="150000"/>
              </a:lnSpc>
              <a:spcBef>
                <a:spcPts val="600"/>
              </a:spcBef>
              <a:spcAft>
                <a:spcPts val="600"/>
              </a:spcAft>
            </a:pPr>
            <a:r>
              <a:rPr lang="zh-TW" altLang="en-US" sz="3600" kern="0" dirty="0" smtClean="0">
                <a:latin typeface="微軟正黑體 Light" panose="020B0304030504040204" pitchFamily="34" charset="-120"/>
                <a:ea typeface="微軟正黑體 Light" panose="020B0304030504040204" pitchFamily="34" charset="-120"/>
              </a:rPr>
              <a:t>三、</a:t>
            </a:r>
            <a:r>
              <a:rPr lang="zh-TW" altLang="en-US" sz="3600" kern="0" dirty="0">
                <a:latin typeface="微軟正黑體 Light" panose="020B0304030504040204" pitchFamily="34" charset="-120"/>
                <a:ea typeface="微軟正黑體 Light" panose="020B0304030504040204" pitchFamily="34" charset="-120"/>
              </a:rPr>
              <a:t>前次會議至今執行成果</a:t>
            </a:r>
            <a:endParaRPr lang="en-US" altLang="zh-TW" sz="3600" kern="0" dirty="0">
              <a:latin typeface="微軟正黑體 Light" panose="020B0304030504040204" pitchFamily="34" charset="-120"/>
              <a:ea typeface="微軟正黑體 Light" panose="020B0304030504040204" pitchFamily="34" charset="-120"/>
            </a:endParaRPr>
          </a:p>
          <a:p>
            <a:pPr algn="l">
              <a:lnSpc>
                <a:spcPct val="150000"/>
              </a:lnSpc>
              <a:spcBef>
                <a:spcPts val="600"/>
              </a:spcBef>
              <a:spcAft>
                <a:spcPts val="600"/>
              </a:spcAft>
            </a:pPr>
            <a:r>
              <a:rPr lang="zh-TW" altLang="en-US" sz="3600" kern="100" dirty="0" smtClean="0">
                <a:latin typeface="微軟正黑體 Light" panose="020B0304030504040204" pitchFamily="34" charset="-120"/>
                <a:ea typeface="微軟正黑體 Light" panose="020B0304030504040204" pitchFamily="34" charset="-120"/>
                <a:cs typeface="Times New Roman"/>
              </a:rPr>
              <a:t>四、資料開放相關訊息</a:t>
            </a:r>
            <a:endParaRPr lang="zh-TW" altLang="en-US" sz="3600" kern="0" dirty="0">
              <a:latin typeface="微軟正黑體 Light" panose="020B0304030504040204" pitchFamily="34" charset="-120"/>
              <a:ea typeface="微軟正黑體 Light" panose="020B0304030504040204" pitchFamily="34" charset="-120"/>
            </a:endParaRPr>
          </a:p>
          <a:p>
            <a:pPr algn="l">
              <a:spcBef>
                <a:spcPts val="600"/>
              </a:spcBef>
              <a:spcAft>
                <a:spcPts val="600"/>
              </a:spcAft>
            </a:pPr>
            <a:endParaRPr lang="zh-TW" altLang="en-US" sz="3600" kern="0" dirty="0">
              <a:latin typeface="微軟正黑體 Light" panose="020B0304030504040204" pitchFamily="34" charset="-120"/>
              <a:ea typeface="微軟正黑體 Light" panose="020B0304030504040204" pitchFamily="34" charset="-120"/>
            </a:endParaRPr>
          </a:p>
        </p:txBody>
      </p:sp>
    </p:spTree>
    <p:extLst>
      <p:ext uri="{BB962C8B-B14F-4D97-AF65-F5344CB8AC3E}">
        <p14:creationId xmlns:p14="http://schemas.microsoft.com/office/powerpoint/2010/main" val="2389533085"/>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a:xfrm>
            <a:off x="1" y="0"/>
            <a:ext cx="9152466" cy="764704"/>
          </a:xfrm>
        </p:spPr>
        <p:txBody>
          <a:bodyPr/>
          <a:lstStyle/>
          <a:p>
            <a:pPr algn="l"/>
            <a:r>
              <a:rPr lang="zh-TW" altLang="en-US" sz="3600" dirty="0"/>
              <a:t>二</a:t>
            </a:r>
            <a:r>
              <a:rPr lang="zh-TW" altLang="en-US" sz="3600" dirty="0" smtClean="0"/>
              <a:t>、</a:t>
            </a:r>
            <a:r>
              <a:rPr lang="zh-TW" altLang="en-US" sz="3600" dirty="0"/>
              <a:t>各</a:t>
            </a:r>
            <a:r>
              <a:rPr lang="zh-TW" altLang="en-US" sz="3600" dirty="0" smtClean="0"/>
              <a:t>單位資料</a:t>
            </a:r>
            <a:r>
              <a:rPr lang="zh-TW" altLang="en-US" sz="3600" dirty="0"/>
              <a:t>開放</a:t>
            </a:r>
            <a:r>
              <a:rPr lang="zh-TW" altLang="en-US" sz="3600" dirty="0" smtClean="0"/>
              <a:t>情形</a:t>
            </a:r>
            <a:endParaRPr lang="zh-TW" altLang="en-US" sz="3600" dirty="0"/>
          </a:p>
        </p:txBody>
      </p:sp>
      <p:sp>
        <p:nvSpPr>
          <p:cNvPr id="4" name="投影片編號版面配置區 3"/>
          <p:cNvSpPr>
            <a:spLocks noGrp="1"/>
          </p:cNvSpPr>
          <p:nvPr>
            <p:ph type="sldNum" sz="quarter" idx="10"/>
          </p:nvPr>
        </p:nvSpPr>
        <p:spPr/>
        <p:txBody>
          <a:bodyPr/>
          <a:lstStyle/>
          <a:p>
            <a:fld id="{900B4382-7C4E-4E7B-8DB7-FB39E0211E21}" type="slidenum">
              <a:rPr lang="zh-TW" altLang="en-US" smtClean="0">
                <a:solidFill>
                  <a:prstClr val="black"/>
                </a:solidFill>
              </a:rPr>
              <a:pPr/>
              <a:t>16</a:t>
            </a:fld>
            <a:endParaRPr lang="zh-TW" altLang="en-US">
              <a:solidFill>
                <a:prstClr val="black"/>
              </a:solidFill>
            </a:endParaRPr>
          </a:p>
        </p:txBody>
      </p:sp>
      <p:sp>
        <p:nvSpPr>
          <p:cNvPr id="7" name="標題 1"/>
          <p:cNvSpPr txBox="1">
            <a:spLocks/>
          </p:cNvSpPr>
          <p:nvPr/>
        </p:nvSpPr>
        <p:spPr>
          <a:xfrm>
            <a:off x="7236296" y="816112"/>
            <a:ext cx="1883750" cy="417764"/>
          </a:xfrm>
          <a:prstGeom prst="rect">
            <a:avLst/>
          </a:prstGeom>
          <a:noFill/>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r"/>
            <a:r>
              <a:rPr lang="en-US" altLang="zh-TW" sz="1600" kern="0" dirty="0" smtClean="0">
                <a:solidFill>
                  <a:srgbClr val="C00000"/>
                </a:solidFill>
                <a:latin typeface="標楷體" panose="03000509000000000000" pitchFamily="65" charset="-120"/>
                <a:ea typeface="標楷體" panose="03000509000000000000" pitchFamily="65" charset="-120"/>
              </a:rPr>
              <a:t>(</a:t>
            </a:r>
            <a:r>
              <a:rPr lang="zh-TW" altLang="en-US" sz="1600" kern="0" dirty="0" smtClean="0">
                <a:solidFill>
                  <a:srgbClr val="C00000"/>
                </a:solidFill>
                <a:latin typeface="標楷體" panose="03000509000000000000" pitchFamily="65" charset="-120"/>
                <a:ea typeface="標楷體" panose="03000509000000000000" pitchFamily="65" charset="-120"/>
              </a:rPr>
              <a:t>詳議程</a:t>
            </a:r>
            <a:r>
              <a:rPr lang="en-US" altLang="zh-TW" sz="1600" kern="0" dirty="0" smtClean="0">
                <a:solidFill>
                  <a:srgbClr val="C00000"/>
                </a:solidFill>
                <a:latin typeface="標楷體" panose="03000509000000000000" pitchFamily="65" charset="-120"/>
                <a:ea typeface="標楷體" panose="03000509000000000000" pitchFamily="65" charset="-120"/>
              </a:rPr>
              <a:t>P.14/</a:t>
            </a:r>
            <a:r>
              <a:rPr lang="zh-TW" altLang="en-US" sz="1600" kern="0" dirty="0" smtClean="0">
                <a:solidFill>
                  <a:srgbClr val="C00000"/>
                </a:solidFill>
                <a:latin typeface="標楷體" panose="03000509000000000000" pitchFamily="65" charset="-120"/>
                <a:ea typeface="標楷體" panose="03000509000000000000" pitchFamily="65" charset="-120"/>
              </a:rPr>
              <a:t>表</a:t>
            </a:r>
            <a:r>
              <a:rPr lang="en-US" altLang="zh-TW" sz="1600" kern="0" dirty="0" smtClean="0">
                <a:solidFill>
                  <a:srgbClr val="C00000"/>
                </a:solidFill>
                <a:latin typeface="標楷體" panose="03000509000000000000" pitchFamily="65" charset="-120"/>
                <a:ea typeface="標楷體" panose="03000509000000000000" pitchFamily="65" charset="-120"/>
              </a:rPr>
              <a:t>6)</a:t>
            </a:r>
            <a:endParaRPr lang="zh-TW" altLang="en-US" sz="1600" kern="0" dirty="0">
              <a:solidFill>
                <a:srgbClr val="C00000"/>
              </a:solidFill>
              <a:latin typeface="標楷體" panose="03000509000000000000" pitchFamily="65" charset="-120"/>
              <a:ea typeface="標楷體" panose="03000509000000000000" pitchFamily="65" charset="-120"/>
            </a:endParaRPr>
          </a:p>
        </p:txBody>
      </p:sp>
      <p:graphicFrame>
        <p:nvGraphicFramePr>
          <p:cNvPr id="9" name="圖表 8"/>
          <p:cNvGraphicFramePr>
            <a:graphicFrameLocks/>
          </p:cNvGraphicFramePr>
          <p:nvPr>
            <p:extLst>
              <p:ext uri="{D42A27DB-BD31-4B8C-83A1-F6EECF244321}">
                <p14:modId xmlns:p14="http://schemas.microsoft.com/office/powerpoint/2010/main" val="4178355040"/>
              </p:ext>
            </p:extLst>
          </p:nvPr>
        </p:nvGraphicFramePr>
        <p:xfrm>
          <a:off x="416373" y="816112"/>
          <a:ext cx="6315868" cy="5417285"/>
        </p:xfrm>
        <a:graphic>
          <a:graphicData uri="http://schemas.openxmlformats.org/drawingml/2006/chart">
            <c:chart xmlns:c="http://schemas.openxmlformats.org/drawingml/2006/chart" xmlns:r="http://schemas.openxmlformats.org/officeDocument/2006/relationships" r:id="rId3"/>
          </a:graphicData>
        </a:graphic>
      </p:graphicFrame>
      <p:sp>
        <p:nvSpPr>
          <p:cNvPr id="6" name="矩形 5"/>
          <p:cNvSpPr/>
          <p:nvPr/>
        </p:nvSpPr>
        <p:spPr>
          <a:xfrm>
            <a:off x="6673952" y="2924944"/>
            <a:ext cx="2376264" cy="2246769"/>
          </a:xfrm>
          <a:prstGeom prst="rect">
            <a:avLst/>
          </a:prstGeom>
        </p:spPr>
        <p:txBody>
          <a:bodyPr/>
          <a:lstStyle/>
          <a:p>
            <a:pPr lvl="0" rtl="0"/>
            <a:r>
              <a:rPr lang="zh-TW" u="sng" dirty="0" smtClean="0">
                <a:latin typeface="標楷體" panose="03000509000000000000" pitchFamily="65" charset="-120"/>
                <a:ea typeface="標楷體" panose="03000509000000000000" pitchFamily="65" charset="-120"/>
              </a:rPr>
              <a:t>已達指標數之單位</a:t>
            </a:r>
            <a:r>
              <a:rPr lang="en-US" u="sng" dirty="0" smtClean="0">
                <a:latin typeface="標楷體" panose="03000509000000000000" pitchFamily="65" charset="-120"/>
                <a:ea typeface="標楷體" panose="03000509000000000000" pitchFamily="65" charset="-120"/>
              </a:rPr>
              <a:t>(6</a:t>
            </a:r>
            <a:r>
              <a:rPr lang="en-US" dirty="0" smtClean="0">
                <a:latin typeface="標楷體" panose="03000509000000000000" pitchFamily="65" charset="-120"/>
                <a:ea typeface="標楷體" panose="03000509000000000000" pitchFamily="65" charset="-120"/>
              </a:rPr>
              <a:t>)</a:t>
            </a:r>
            <a:endParaRPr lang="zh-TW" dirty="0">
              <a:latin typeface="標楷體" panose="03000509000000000000" pitchFamily="65" charset="-120"/>
              <a:ea typeface="標楷體" panose="03000509000000000000" pitchFamily="65" charset="-120"/>
            </a:endParaRPr>
          </a:p>
          <a:p>
            <a:pPr lvl="0" rtl="0">
              <a:spcBef>
                <a:spcPts val="600"/>
              </a:spcBef>
              <a:buChar char="•"/>
            </a:pPr>
            <a:r>
              <a:rPr lang="zh-TW" dirty="0" smtClean="0">
                <a:latin typeface="標楷體" panose="03000509000000000000" pitchFamily="65" charset="-120"/>
                <a:ea typeface="標楷體" panose="03000509000000000000" pitchFamily="65" charset="-120"/>
              </a:rPr>
              <a:t>社發處</a:t>
            </a:r>
            <a:endParaRPr lang="zh-TW" dirty="0">
              <a:latin typeface="標楷體" panose="03000509000000000000" pitchFamily="65" charset="-120"/>
              <a:ea typeface="標楷體" panose="03000509000000000000" pitchFamily="65" charset="-120"/>
            </a:endParaRPr>
          </a:p>
          <a:p>
            <a:pPr lvl="0" rtl="0">
              <a:buChar char="•"/>
            </a:pPr>
            <a:r>
              <a:rPr lang="zh-TW" dirty="0" smtClean="0">
                <a:latin typeface="標楷體" panose="03000509000000000000" pitchFamily="65" charset="-120"/>
                <a:ea typeface="標楷體" panose="03000509000000000000" pitchFamily="65" charset="-120"/>
              </a:rPr>
              <a:t>國發基金</a:t>
            </a:r>
            <a:endParaRPr lang="zh-TW" dirty="0">
              <a:latin typeface="標楷體" panose="03000509000000000000" pitchFamily="65" charset="-120"/>
              <a:ea typeface="標楷體" panose="03000509000000000000" pitchFamily="65" charset="-120"/>
            </a:endParaRPr>
          </a:p>
          <a:p>
            <a:pPr lvl="0" rtl="0">
              <a:buChar char="•"/>
            </a:pPr>
            <a:r>
              <a:rPr lang="zh-TW" dirty="0" smtClean="0">
                <a:latin typeface="標楷體" panose="03000509000000000000" pitchFamily="65" charset="-120"/>
                <a:ea typeface="標楷體" panose="03000509000000000000" pitchFamily="65" charset="-120"/>
              </a:rPr>
              <a:t>秘書室</a:t>
            </a:r>
            <a:endParaRPr lang="zh-TW" dirty="0">
              <a:latin typeface="標楷體" panose="03000509000000000000" pitchFamily="65" charset="-120"/>
              <a:ea typeface="標楷體" panose="03000509000000000000" pitchFamily="65" charset="-120"/>
            </a:endParaRPr>
          </a:p>
          <a:p>
            <a:pPr lvl="0" rtl="0">
              <a:buChar char="•"/>
            </a:pPr>
            <a:r>
              <a:rPr lang="zh-TW" dirty="0" smtClean="0">
                <a:latin typeface="標楷體" panose="03000509000000000000" pitchFamily="65" charset="-120"/>
                <a:ea typeface="標楷體" panose="03000509000000000000" pitchFamily="65" charset="-120"/>
              </a:rPr>
              <a:t>人事室</a:t>
            </a:r>
            <a:endParaRPr lang="zh-TW" dirty="0">
              <a:latin typeface="標楷體" panose="03000509000000000000" pitchFamily="65" charset="-120"/>
              <a:ea typeface="標楷體" panose="03000509000000000000" pitchFamily="65" charset="-120"/>
            </a:endParaRPr>
          </a:p>
          <a:p>
            <a:pPr lvl="0" rtl="0">
              <a:buChar char="•"/>
            </a:pPr>
            <a:r>
              <a:rPr lang="zh-TW" dirty="0" smtClean="0">
                <a:latin typeface="標楷體" panose="03000509000000000000" pitchFamily="65" charset="-120"/>
                <a:ea typeface="標楷體" panose="03000509000000000000" pitchFamily="65" charset="-120"/>
              </a:rPr>
              <a:t>政風室</a:t>
            </a:r>
            <a:endParaRPr lang="zh-TW" dirty="0">
              <a:latin typeface="標楷體" panose="03000509000000000000" pitchFamily="65" charset="-120"/>
              <a:ea typeface="標楷體" panose="03000509000000000000" pitchFamily="65" charset="-120"/>
            </a:endParaRPr>
          </a:p>
          <a:p>
            <a:pPr lvl="0" rtl="0">
              <a:buChar char="•"/>
            </a:pPr>
            <a:r>
              <a:rPr lang="zh-TW" dirty="0" smtClean="0">
                <a:latin typeface="標楷體" panose="03000509000000000000" pitchFamily="65" charset="-120"/>
                <a:ea typeface="標楷體" panose="03000509000000000000" pitchFamily="65" charset="-120"/>
              </a:rPr>
              <a:t>主計室</a:t>
            </a:r>
            <a:endParaRPr lang="zh-TW"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427910306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圖片 1"/>
          <p:cNvPicPr>
            <a:picLocks noChangeAspect="1"/>
          </p:cNvPicPr>
          <p:nvPr/>
        </p:nvPicPr>
        <p:blipFill>
          <a:blip r:embed="rId3">
            <a:lum bright="70000" contrast="-70000"/>
          </a:blip>
          <a:stretch>
            <a:fillRect/>
          </a:stretch>
        </p:blipFill>
        <p:spPr>
          <a:xfrm>
            <a:off x="35496" y="1"/>
            <a:ext cx="2657757" cy="2636912"/>
          </a:xfrm>
          <a:prstGeom prst="rect">
            <a:avLst/>
          </a:prstGeom>
        </p:spPr>
      </p:pic>
      <p:sp>
        <p:nvSpPr>
          <p:cNvPr id="3" name="投影片編號版面配置區 2"/>
          <p:cNvSpPr>
            <a:spLocks noGrp="1"/>
          </p:cNvSpPr>
          <p:nvPr>
            <p:ph type="sldNum" sz="quarter" idx="10"/>
          </p:nvPr>
        </p:nvSpPr>
        <p:spPr/>
        <p:txBody>
          <a:bodyPr/>
          <a:lstStyle/>
          <a:p>
            <a:fld id="{7D2482D3-2F6B-4BC9-8197-F5C0F2E18EF8}" type="slidenum">
              <a:rPr lang="en-US" altLang="zh-TW" smtClean="0">
                <a:solidFill>
                  <a:srgbClr val="000000"/>
                </a:solidFill>
              </a:rPr>
              <a:pPr/>
              <a:t>17</a:t>
            </a:fld>
            <a:endParaRPr lang="en-US" altLang="zh-TW">
              <a:solidFill>
                <a:srgbClr val="000000"/>
              </a:solidFill>
            </a:endParaRPr>
          </a:p>
        </p:txBody>
      </p:sp>
      <p:sp>
        <p:nvSpPr>
          <p:cNvPr id="10" name="標題 1"/>
          <p:cNvSpPr txBox="1">
            <a:spLocks/>
          </p:cNvSpPr>
          <p:nvPr/>
        </p:nvSpPr>
        <p:spPr>
          <a:xfrm>
            <a:off x="1223120" y="1170320"/>
            <a:ext cx="7920880" cy="720080"/>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zh-TW" altLang="en-US" kern="0" dirty="0"/>
              <a:t>參</a:t>
            </a:r>
            <a:r>
              <a:rPr lang="zh-TW" altLang="en-US" kern="0" dirty="0" smtClean="0"/>
              <a:t>、</a:t>
            </a:r>
            <a:r>
              <a:rPr lang="zh-TW" altLang="en-US" kern="0" dirty="0"/>
              <a:t>本會資料開放推動現況</a:t>
            </a:r>
          </a:p>
        </p:txBody>
      </p:sp>
      <mc:AlternateContent xmlns:mc="http://schemas.openxmlformats.org/markup-compatibility/2006" xmlns:a14="http://schemas.microsoft.com/office/drawing/2010/main">
        <mc:Choice Requires="a14">
          <p:sp>
            <p:nvSpPr>
              <p:cNvPr id="8" name="文字方塊 7"/>
              <p:cNvSpPr txBox="1"/>
              <p:nvPr/>
            </p:nvSpPr>
            <p:spPr>
              <a:xfrm rot="17062641">
                <a:off x="138018" y="4220177"/>
                <a:ext cx="1322991" cy="940963"/>
              </a:xfrm>
              <a:prstGeom prst="rect">
                <a:avLst/>
              </a:prstGeom>
              <a:noFill/>
            </p:spPr>
            <p:txBody>
              <a:bodyPr vert="eaVert"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8000" b="1" i="0" smtClean="0">
                          <a:solidFill>
                            <a:srgbClr val="D0610E"/>
                          </a:solidFill>
                          <a:effectLst>
                            <a:outerShdw blurRad="38100" dist="38100" dir="2700000" algn="tl">
                              <a:srgbClr val="000000">
                                <a:alpha val="43137"/>
                              </a:srgbClr>
                            </a:outerShdw>
                          </a:effectLst>
                          <a:latin typeface="Cambria Math" panose="02040503050406030204" pitchFamily="18" charset="0"/>
                        </a:rPr>
                        <m:t>√</m:t>
                      </m:r>
                    </m:oMath>
                  </m:oMathPara>
                </a14:m>
                <a:endParaRPr lang="zh-TW" altLang="en-US" sz="8000" b="1" dirty="0" smtClean="0">
                  <a:solidFill>
                    <a:srgbClr val="D0610E"/>
                  </a:solidFill>
                  <a:effectLst>
                    <a:outerShdw blurRad="38100" dist="38100" dir="2700000" algn="tl">
                      <a:srgbClr val="000000">
                        <a:alpha val="43137"/>
                      </a:srgbClr>
                    </a:outerShdw>
                  </a:effectLst>
                </a:endParaRPr>
              </a:p>
            </p:txBody>
          </p:sp>
        </mc:Choice>
        <mc:Fallback xmlns="">
          <p:sp>
            <p:nvSpPr>
              <p:cNvPr id="8" name="文字方塊 7"/>
              <p:cNvSpPr txBox="1">
                <a:spLocks noRot="1" noChangeAspect="1" noMove="1" noResize="1" noEditPoints="1" noAdjustHandles="1" noChangeArrowheads="1" noChangeShapeType="1" noTextEdit="1"/>
              </p:cNvSpPr>
              <p:nvPr/>
            </p:nvSpPr>
            <p:spPr>
              <a:xfrm rot="17062641">
                <a:off x="138018" y="4220177"/>
                <a:ext cx="1322991" cy="940963"/>
              </a:xfrm>
              <a:prstGeom prst="rect">
                <a:avLst/>
              </a:prstGeom>
              <a:blipFill rotWithShape="0">
                <a:blip r:embed="rId4"/>
                <a:stretch>
                  <a:fillRect/>
                </a:stretch>
              </a:blipFill>
            </p:spPr>
            <p:txBody>
              <a:bodyPr/>
              <a:lstStyle/>
              <a:p>
                <a:r>
                  <a:rPr lang="zh-TW" altLang="en-US">
                    <a:noFill/>
                  </a:rPr>
                  <a:t> </a:t>
                </a:r>
              </a:p>
            </p:txBody>
          </p:sp>
        </mc:Fallback>
      </mc:AlternateContent>
      <p:sp>
        <p:nvSpPr>
          <p:cNvPr id="11" name="標題 1"/>
          <p:cNvSpPr txBox="1">
            <a:spLocks/>
          </p:cNvSpPr>
          <p:nvPr/>
        </p:nvSpPr>
        <p:spPr>
          <a:xfrm>
            <a:off x="989540" y="2427769"/>
            <a:ext cx="8125777" cy="3672408"/>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marL="901700" indent="-901700" algn="l">
              <a:lnSpc>
                <a:spcPct val="150000"/>
              </a:lnSpc>
              <a:spcBef>
                <a:spcPts val="600"/>
              </a:spcBef>
              <a:spcAft>
                <a:spcPts val="600"/>
              </a:spcAft>
            </a:pPr>
            <a:r>
              <a:rPr lang="zh-TW" altLang="en-US" sz="3600" kern="0" dirty="0" smtClean="0">
                <a:latin typeface="微軟正黑體 Light" panose="020B0304030504040204" pitchFamily="34" charset="-120"/>
                <a:ea typeface="微軟正黑體 Light" panose="020B0304030504040204" pitchFamily="34" charset="-120"/>
              </a:rPr>
              <a:t>一、本會於政府資料開放平臺開放情形</a:t>
            </a:r>
            <a:endParaRPr lang="en-US" altLang="zh-TW" sz="3600" kern="0" dirty="0">
              <a:latin typeface="微軟正黑體 Light" panose="020B0304030504040204" pitchFamily="34" charset="-120"/>
              <a:ea typeface="微軟正黑體 Light" panose="020B0304030504040204" pitchFamily="34" charset="-120"/>
            </a:endParaRPr>
          </a:p>
          <a:p>
            <a:pPr algn="l">
              <a:lnSpc>
                <a:spcPct val="150000"/>
              </a:lnSpc>
              <a:spcBef>
                <a:spcPts val="600"/>
              </a:spcBef>
              <a:spcAft>
                <a:spcPts val="600"/>
              </a:spcAft>
            </a:pPr>
            <a:r>
              <a:rPr lang="zh-TW" altLang="en-US" sz="3600" kern="0" dirty="0">
                <a:latin typeface="微軟正黑體 Light" panose="020B0304030504040204" pitchFamily="34" charset="-120"/>
                <a:ea typeface="微軟正黑體 Light" panose="020B0304030504040204" pitchFamily="34" charset="-120"/>
              </a:rPr>
              <a:t>二、各</a:t>
            </a:r>
            <a:r>
              <a:rPr lang="zh-TW" altLang="en-US" sz="3600" kern="0" dirty="0" smtClean="0">
                <a:latin typeface="微軟正黑體 Light" panose="020B0304030504040204" pitchFamily="34" charset="-120"/>
                <a:ea typeface="微軟正黑體 Light" panose="020B0304030504040204" pitchFamily="34" charset="-120"/>
              </a:rPr>
              <a:t>單位</a:t>
            </a:r>
            <a:r>
              <a:rPr lang="zh-TW" altLang="zh-TW" sz="3600" kern="0" dirty="0" smtClean="0">
                <a:latin typeface="微軟正黑體 Light" panose="020B0304030504040204" pitchFamily="34" charset="-120"/>
                <a:ea typeface="微軟正黑體 Light" panose="020B0304030504040204" pitchFamily="34" charset="-120"/>
              </a:rPr>
              <a:t>資料</a:t>
            </a:r>
            <a:r>
              <a:rPr lang="zh-TW" altLang="zh-TW" sz="3600" kern="0" dirty="0">
                <a:latin typeface="微軟正黑體 Light" panose="020B0304030504040204" pitchFamily="34" charset="-120"/>
                <a:ea typeface="微軟正黑體 Light" panose="020B0304030504040204" pitchFamily="34" charset="-120"/>
              </a:rPr>
              <a:t>開放情形</a:t>
            </a:r>
            <a:endParaRPr lang="en-US" altLang="zh-TW" sz="3600" kern="0" dirty="0">
              <a:latin typeface="微軟正黑體 Light" panose="020B0304030504040204" pitchFamily="34" charset="-120"/>
              <a:ea typeface="微軟正黑體 Light" panose="020B0304030504040204" pitchFamily="34" charset="-120"/>
            </a:endParaRPr>
          </a:p>
          <a:p>
            <a:pPr algn="l">
              <a:lnSpc>
                <a:spcPct val="150000"/>
              </a:lnSpc>
              <a:spcBef>
                <a:spcPts val="600"/>
              </a:spcBef>
              <a:spcAft>
                <a:spcPts val="600"/>
              </a:spcAft>
            </a:pPr>
            <a:r>
              <a:rPr lang="zh-TW" altLang="en-US" sz="3600" u="sng" kern="0" dirty="0">
                <a:solidFill>
                  <a:srgbClr val="D0610E"/>
                </a:solidFill>
                <a:latin typeface="微軟正黑體 Light" panose="020B0304030504040204" pitchFamily="34" charset="-120"/>
                <a:ea typeface="微軟正黑體 Light" panose="020B0304030504040204" pitchFamily="34" charset="-120"/>
              </a:rPr>
              <a:t>三、前次會議至今執行成果</a:t>
            </a:r>
            <a:endParaRPr lang="en-US" altLang="zh-TW" sz="3600" u="sng" kern="0" dirty="0">
              <a:solidFill>
                <a:srgbClr val="D0610E"/>
              </a:solidFill>
              <a:latin typeface="微軟正黑體 Light" panose="020B0304030504040204" pitchFamily="34" charset="-120"/>
              <a:ea typeface="微軟正黑體 Light" panose="020B0304030504040204" pitchFamily="34" charset="-120"/>
            </a:endParaRPr>
          </a:p>
          <a:p>
            <a:pPr algn="l">
              <a:lnSpc>
                <a:spcPct val="150000"/>
              </a:lnSpc>
              <a:spcBef>
                <a:spcPts val="600"/>
              </a:spcBef>
              <a:spcAft>
                <a:spcPts val="600"/>
              </a:spcAft>
            </a:pPr>
            <a:r>
              <a:rPr lang="zh-TW" altLang="en-US" sz="3600" kern="100" dirty="0" smtClean="0">
                <a:latin typeface="微軟正黑體 Light" panose="020B0304030504040204" pitchFamily="34" charset="-120"/>
                <a:ea typeface="微軟正黑體 Light" panose="020B0304030504040204" pitchFamily="34" charset="-120"/>
                <a:cs typeface="Times New Roman"/>
              </a:rPr>
              <a:t>四、資料開放相關訊息</a:t>
            </a:r>
            <a:endParaRPr lang="zh-TW" altLang="en-US" sz="3600" kern="0" dirty="0">
              <a:latin typeface="微軟正黑體 Light" panose="020B0304030504040204" pitchFamily="34" charset="-120"/>
              <a:ea typeface="微軟正黑體 Light" panose="020B0304030504040204" pitchFamily="34" charset="-120"/>
            </a:endParaRPr>
          </a:p>
          <a:p>
            <a:pPr algn="l">
              <a:spcBef>
                <a:spcPts val="600"/>
              </a:spcBef>
              <a:spcAft>
                <a:spcPts val="600"/>
              </a:spcAft>
            </a:pPr>
            <a:endParaRPr lang="zh-TW" altLang="en-US" sz="3600" kern="0" dirty="0">
              <a:latin typeface="微軟正黑體 Light" panose="020B0304030504040204" pitchFamily="34" charset="-120"/>
              <a:ea typeface="微軟正黑體 Light" panose="020B0304030504040204" pitchFamily="34" charset="-120"/>
            </a:endParaRPr>
          </a:p>
        </p:txBody>
      </p:sp>
    </p:spTree>
    <p:extLst>
      <p:ext uri="{BB962C8B-B14F-4D97-AF65-F5344CB8AC3E}">
        <p14:creationId xmlns:p14="http://schemas.microsoft.com/office/powerpoint/2010/main" val="1459972766"/>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a:xfrm>
            <a:off x="10344" y="0"/>
            <a:ext cx="9133656" cy="1143000"/>
          </a:xfrm>
        </p:spPr>
        <p:txBody>
          <a:bodyPr/>
          <a:lstStyle/>
          <a:p>
            <a:pPr algn="l"/>
            <a:r>
              <a:rPr lang="zh-TW" altLang="en-US" dirty="0" smtClean="0"/>
              <a:t>三、</a:t>
            </a:r>
            <a:r>
              <a:rPr lang="zh-TW" altLang="en-US" dirty="0">
                <a:solidFill>
                  <a:schemeClr val="accent6">
                    <a:lumMod val="50000"/>
                  </a:schemeClr>
                </a:solidFill>
              </a:rPr>
              <a:t>前次會議至今執行</a:t>
            </a:r>
            <a:r>
              <a:rPr lang="zh-TW" altLang="en-US" dirty="0" smtClean="0">
                <a:solidFill>
                  <a:schemeClr val="accent6">
                    <a:lumMod val="50000"/>
                  </a:schemeClr>
                </a:solidFill>
              </a:rPr>
              <a:t>成果</a:t>
            </a:r>
            <a:endParaRPr lang="zh-TW" altLang="en-US" dirty="0"/>
          </a:p>
        </p:txBody>
      </p:sp>
      <p:sp>
        <p:nvSpPr>
          <p:cNvPr id="4" name="投影片編號版面配置區 3"/>
          <p:cNvSpPr>
            <a:spLocks noGrp="1"/>
          </p:cNvSpPr>
          <p:nvPr>
            <p:ph type="sldNum" sz="quarter" idx="10"/>
          </p:nvPr>
        </p:nvSpPr>
        <p:spPr/>
        <p:txBody>
          <a:bodyPr/>
          <a:lstStyle/>
          <a:p>
            <a:fld id="{900B4382-7C4E-4E7B-8DB7-FB39E0211E21}" type="slidenum">
              <a:rPr lang="zh-TW" altLang="en-US" smtClean="0">
                <a:solidFill>
                  <a:prstClr val="black"/>
                </a:solidFill>
              </a:rPr>
              <a:pPr/>
              <a:t>18</a:t>
            </a:fld>
            <a:endParaRPr lang="zh-TW" altLang="en-US">
              <a:solidFill>
                <a:prstClr val="black"/>
              </a:solidFill>
            </a:endParaRPr>
          </a:p>
        </p:txBody>
      </p:sp>
      <p:sp>
        <p:nvSpPr>
          <p:cNvPr id="8" name="直線圖說文字 1 7"/>
          <p:cNvSpPr/>
          <p:nvPr/>
        </p:nvSpPr>
        <p:spPr bwMode="auto">
          <a:xfrm>
            <a:off x="2007287" y="3933056"/>
            <a:ext cx="1988649" cy="1259139"/>
          </a:xfrm>
          <a:prstGeom prst="borderCallout1">
            <a:avLst>
              <a:gd name="adj1" fmla="val 101303"/>
              <a:gd name="adj2" fmla="val 50115"/>
              <a:gd name="adj3" fmla="val 148379"/>
              <a:gd name="adj4" fmla="val 36868"/>
            </a:avLst>
          </a:prstGeom>
          <a:solidFill>
            <a:srgbClr val="FFFFFF"/>
          </a:solidFill>
          <a:ln w="28575" cap="flat" cmpd="sng" algn="ctr">
            <a:solidFill>
              <a:srgbClr val="7030A0"/>
            </a:solidFill>
            <a:prstDash val="sysDot"/>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kumimoji="1" lang="zh-TW" altLang="en-US" sz="2800" b="1" dirty="0" smtClean="0">
                <a:solidFill>
                  <a:schemeClr val="accent2"/>
                </a:solidFill>
                <a:latin typeface="標楷體" pitchFamily="65" charset="-120"/>
                <a:ea typeface="標楷體" pitchFamily="65" charset="-120"/>
              </a:rPr>
              <a:t>第</a:t>
            </a:r>
            <a:r>
              <a:rPr kumimoji="1" lang="en-US" altLang="zh-TW" sz="2800" b="1" dirty="0" smtClean="0">
                <a:solidFill>
                  <a:schemeClr val="accent2"/>
                </a:solidFill>
                <a:latin typeface="標楷體" pitchFamily="65" charset="-120"/>
                <a:ea typeface="標楷體" pitchFamily="65" charset="-120"/>
              </a:rPr>
              <a:t>3</a:t>
            </a:r>
            <a:r>
              <a:rPr kumimoji="1" lang="zh-TW" altLang="en-US" sz="2800" b="1" dirty="0" smtClean="0">
                <a:solidFill>
                  <a:schemeClr val="accent2"/>
                </a:solidFill>
                <a:latin typeface="標楷體" pitchFamily="65" charset="-120"/>
                <a:ea typeface="標楷體" pitchFamily="65" charset="-120"/>
              </a:rPr>
              <a:t>、</a:t>
            </a:r>
            <a:r>
              <a:rPr kumimoji="1" lang="en-US" altLang="zh-TW" sz="2800" b="1" dirty="0" smtClean="0">
                <a:solidFill>
                  <a:schemeClr val="accent2"/>
                </a:solidFill>
                <a:latin typeface="標楷體" pitchFamily="65" charset="-120"/>
                <a:ea typeface="標楷體" pitchFamily="65" charset="-120"/>
              </a:rPr>
              <a:t>4</a:t>
            </a:r>
            <a:r>
              <a:rPr kumimoji="1" lang="zh-TW" altLang="en-US" sz="2800" b="1" dirty="0" smtClean="0">
                <a:solidFill>
                  <a:schemeClr val="accent2"/>
                </a:solidFill>
                <a:latin typeface="標楷體" pitchFamily="65" charset="-120"/>
                <a:ea typeface="標楷體" pitchFamily="65" charset="-120"/>
              </a:rPr>
              <a:t>季盤點項目上架</a:t>
            </a:r>
            <a:r>
              <a:rPr kumimoji="1" lang="en-US" altLang="zh-TW" sz="2000" b="1" dirty="0" smtClean="0">
                <a:solidFill>
                  <a:schemeClr val="accent2"/>
                </a:solidFill>
                <a:latin typeface="標楷體" pitchFamily="65" charset="-120"/>
                <a:ea typeface="標楷體" pitchFamily="65" charset="-120"/>
              </a:rPr>
              <a:t>(21+15</a:t>
            </a:r>
            <a:r>
              <a:rPr kumimoji="1" lang="zh-TW" altLang="en-US" sz="2000" b="1" dirty="0" smtClean="0">
                <a:solidFill>
                  <a:schemeClr val="accent2"/>
                </a:solidFill>
                <a:latin typeface="標楷體" pitchFamily="65" charset="-120"/>
                <a:ea typeface="標楷體" pitchFamily="65" charset="-120"/>
              </a:rPr>
              <a:t>項</a:t>
            </a:r>
            <a:r>
              <a:rPr kumimoji="1" lang="en-US" altLang="zh-TW" sz="2000" b="1" dirty="0" smtClean="0">
                <a:solidFill>
                  <a:schemeClr val="accent2"/>
                </a:solidFill>
                <a:latin typeface="標楷體" pitchFamily="65" charset="-120"/>
                <a:ea typeface="標楷體" pitchFamily="65" charset="-120"/>
              </a:rPr>
              <a:t>)</a:t>
            </a:r>
            <a:endParaRPr kumimoji="1" lang="zh-TW" altLang="en-US" sz="2000" b="1" dirty="0">
              <a:solidFill>
                <a:schemeClr val="accent2"/>
              </a:solidFill>
              <a:latin typeface="標楷體" pitchFamily="65" charset="-120"/>
              <a:ea typeface="標楷體" pitchFamily="65" charset="-120"/>
            </a:endParaRPr>
          </a:p>
        </p:txBody>
      </p:sp>
      <p:graphicFrame>
        <p:nvGraphicFramePr>
          <p:cNvPr id="11" name="資料庫圖表 10"/>
          <p:cNvGraphicFramePr/>
          <p:nvPr>
            <p:extLst>
              <p:ext uri="{D42A27DB-BD31-4B8C-83A1-F6EECF244321}">
                <p14:modId xmlns:p14="http://schemas.microsoft.com/office/powerpoint/2010/main" val="2334611496"/>
              </p:ext>
            </p:extLst>
          </p:nvPr>
        </p:nvGraphicFramePr>
        <p:xfrm>
          <a:off x="1187625" y="5517730"/>
          <a:ext cx="7156276" cy="9656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4" name="直線圖說文字 1 13"/>
          <p:cNvSpPr/>
          <p:nvPr/>
        </p:nvSpPr>
        <p:spPr bwMode="auto">
          <a:xfrm rot="20906381">
            <a:off x="554009" y="3058910"/>
            <a:ext cx="1915300" cy="948717"/>
          </a:xfrm>
          <a:prstGeom prst="borderCallout1">
            <a:avLst>
              <a:gd name="adj1" fmla="val 103229"/>
              <a:gd name="adj2" fmla="val 44987"/>
              <a:gd name="adj3" fmla="val 291896"/>
              <a:gd name="adj4" fmla="val 62389"/>
            </a:avLst>
          </a:prstGeom>
          <a:solidFill>
            <a:srgbClr val="FFFFFF"/>
          </a:solidFill>
          <a:ln w="28575" cap="flat" cmpd="sng" algn="ctr">
            <a:solidFill>
              <a:srgbClr val="7030A0"/>
            </a:solidFill>
            <a:prstDash val="sysDot"/>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kumimoji="1" lang="zh-TW" altLang="en-US" sz="2800" b="1" dirty="0" smtClean="0">
                <a:solidFill>
                  <a:schemeClr val="accent2"/>
                </a:solidFill>
                <a:latin typeface="標楷體" pitchFamily="65" charset="-120"/>
                <a:ea typeface="標楷體" pitchFamily="65" charset="-120"/>
              </a:rPr>
              <a:t>第</a:t>
            </a:r>
            <a:r>
              <a:rPr kumimoji="1" lang="en-US" altLang="zh-TW" sz="2800" b="1" dirty="0" smtClean="0">
                <a:solidFill>
                  <a:schemeClr val="accent2"/>
                </a:solidFill>
                <a:latin typeface="標楷體" pitchFamily="65" charset="-120"/>
                <a:ea typeface="標楷體" pitchFamily="65" charset="-120"/>
              </a:rPr>
              <a:t>4</a:t>
            </a:r>
            <a:r>
              <a:rPr kumimoji="1" lang="zh-TW" altLang="en-US" sz="2800" b="1" dirty="0" smtClean="0">
                <a:solidFill>
                  <a:schemeClr val="accent2"/>
                </a:solidFill>
                <a:latin typeface="標楷體" pitchFamily="65" charset="-120"/>
                <a:ea typeface="標楷體" pitchFamily="65" charset="-120"/>
              </a:rPr>
              <a:t>季盤點</a:t>
            </a:r>
            <a:endParaRPr kumimoji="1" lang="en-US" altLang="zh-TW" sz="2800" b="1" dirty="0" smtClean="0">
              <a:solidFill>
                <a:schemeClr val="accent2"/>
              </a:solidFill>
              <a:latin typeface="標楷體" pitchFamily="65" charset="-120"/>
              <a:ea typeface="標楷體" pitchFamily="65" charset="-120"/>
            </a:endParaRPr>
          </a:p>
          <a:p>
            <a:pPr algn="ctr" fontAlgn="base">
              <a:spcBef>
                <a:spcPct val="0"/>
              </a:spcBef>
              <a:spcAft>
                <a:spcPct val="0"/>
              </a:spcAft>
            </a:pPr>
            <a:r>
              <a:rPr kumimoji="1" lang="en-US" altLang="zh-TW" sz="2000" b="1" dirty="0" smtClean="0">
                <a:solidFill>
                  <a:schemeClr val="accent2"/>
                </a:solidFill>
                <a:latin typeface="標楷體" pitchFamily="65" charset="-120"/>
                <a:ea typeface="標楷體" pitchFamily="65" charset="-120"/>
              </a:rPr>
              <a:t>(15</a:t>
            </a:r>
            <a:r>
              <a:rPr kumimoji="1" lang="zh-TW" altLang="en-US" sz="2000" b="1" dirty="0" smtClean="0">
                <a:solidFill>
                  <a:schemeClr val="accent2"/>
                </a:solidFill>
                <a:latin typeface="標楷體" pitchFamily="65" charset="-120"/>
                <a:ea typeface="標楷體" pitchFamily="65" charset="-120"/>
              </a:rPr>
              <a:t>項</a:t>
            </a:r>
            <a:r>
              <a:rPr kumimoji="1" lang="en-US" altLang="zh-TW" sz="2000" b="1" dirty="0" smtClean="0">
                <a:solidFill>
                  <a:schemeClr val="accent2"/>
                </a:solidFill>
                <a:latin typeface="標楷體" pitchFamily="65" charset="-120"/>
                <a:ea typeface="標楷體" pitchFamily="65" charset="-120"/>
              </a:rPr>
              <a:t>)</a:t>
            </a:r>
            <a:endParaRPr kumimoji="1" lang="zh-TW" altLang="en-US" sz="2000" b="1" dirty="0">
              <a:solidFill>
                <a:schemeClr val="accent2"/>
              </a:solidFill>
              <a:latin typeface="標楷體" pitchFamily="65" charset="-120"/>
              <a:ea typeface="標楷體" pitchFamily="65" charset="-120"/>
            </a:endParaRPr>
          </a:p>
        </p:txBody>
      </p:sp>
      <p:sp>
        <p:nvSpPr>
          <p:cNvPr id="15" name="標題 1"/>
          <p:cNvSpPr txBox="1">
            <a:spLocks/>
          </p:cNvSpPr>
          <p:nvPr/>
        </p:nvSpPr>
        <p:spPr>
          <a:xfrm>
            <a:off x="7452320" y="823849"/>
            <a:ext cx="1691680" cy="417764"/>
          </a:xfrm>
          <a:prstGeom prst="rect">
            <a:avLst/>
          </a:prstGeom>
          <a:noFill/>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r"/>
            <a:r>
              <a:rPr lang="en-US" altLang="zh-TW" sz="1600" kern="0" dirty="0" smtClean="0">
                <a:solidFill>
                  <a:srgbClr val="C00000"/>
                </a:solidFill>
                <a:latin typeface="標楷體" panose="03000509000000000000" pitchFamily="65" charset="-120"/>
                <a:ea typeface="標楷體" panose="03000509000000000000" pitchFamily="65" charset="-120"/>
              </a:rPr>
              <a:t>(</a:t>
            </a:r>
            <a:r>
              <a:rPr lang="zh-TW" altLang="en-US" sz="1600" kern="0" dirty="0" smtClean="0">
                <a:solidFill>
                  <a:srgbClr val="C00000"/>
                </a:solidFill>
                <a:latin typeface="標楷體" panose="03000509000000000000" pitchFamily="65" charset="-120"/>
                <a:ea typeface="標楷體" panose="03000509000000000000" pitchFamily="65" charset="-120"/>
              </a:rPr>
              <a:t>詳議程</a:t>
            </a:r>
            <a:r>
              <a:rPr lang="en-US" altLang="zh-TW" sz="1600" kern="0" dirty="0" smtClean="0">
                <a:solidFill>
                  <a:srgbClr val="C00000"/>
                </a:solidFill>
                <a:latin typeface="標楷體" panose="03000509000000000000" pitchFamily="65" charset="-120"/>
                <a:ea typeface="標楷體" panose="03000509000000000000" pitchFamily="65" charset="-120"/>
              </a:rPr>
              <a:t>P.15)</a:t>
            </a:r>
            <a:endParaRPr lang="zh-TW" altLang="en-US" sz="1600" kern="0" dirty="0">
              <a:solidFill>
                <a:srgbClr val="C00000"/>
              </a:solidFill>
              <a:latin typeface="標楷體" panose="03000509000000000000" pitchFamily="65" charset="-120"/>
              <a:ea typeface="標楷體" panose="03000509000000000000" pitchFamily="65" charset="-120"/>
            </a:endParaRPr>
          </a:p>
        </p:txBody>
      </p:sp>
      <p:sp>
        <p:nvSpPr>
          <p:cNvPr id="18" name="直線圖說文字 1 17"/>
          <p:cNvSpPr/>
          <p:nvPr/>
        </p:nvSpPr>
        <p:spPr bwMode="auto">
          <a:xfrm>
            <a:off x="3037702" y="2182818"/>
            <a:ext cx="1915300" cy="948717"/>
          </a:xfrm>
          <a:prstGeom prst="borderCallout1">
            <a:avLst>
              <a:gd name="adj1" fmla="val 105014"/>
              <a:gd name="adj2" fmla="val 49849"/>
              <a:gd name="adj3" fmla="val 374370"/>
              <a:gd name="adj4" fmla="val 59694"/>
            </a:avLst>
          </a:prstGeom>
          <a:solidFill>
            <a:srgbClr val="FFFFFF"/>
          </a:solidFill>
          <a:ln w="28575" cap="flat" cmpd="sng" algn="ctr">
            <a:solidFill>
              <a:srgbClr val="7030A0"/>
            </a:solidFill>
            <a:prstDash val="sysDot"/>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kumimoji="1" lang="zh-TW" altLang="en-US" sz="2800" b="1" dirty="0" smtClean="0">
                <a:solidFill>
                  <a:schemeClr val="accent2"/>
                </a:solidFill>
                <a:latin typeface="標楷體" pitchFamily="65" charset="-120"/>
                <a:ea typeface="標楷體" pitchFamily="65" charset="-120"/>
              </a:rPr>
              <a:t>績效考核作業</a:t>
            </a:r>
            <a:endParaRPr kumimoji="1" lang="zh-TW" altLang="en-US" sz="2800" b="1" dirty="0">
              <a:solidFill>
                <a:schemeClr val="accent2"/>
              </a:solidFill>
              <a:latin typeface="標楷體" pitchFamily="65" charset="-120"/>
              <a:ea typeface="標楷體" pitchFamily="65" charset="-120"/>
            </a:endParaRPr>
          </a:p>
        </p:txBody>
      </p:sp>
      <p:sp>
        <p:nvSpPr>
          <p:cNvPr id="19" name="直線圖說文字 1 18"/>
          <p:cNvSpPr/>
          <p:nvPr/>
        </p:nvSpPr>
        <p:spPr bwMode="auto">
          <a:xfrm rot="271802">
            <a:off x="6778943" y="2856007"/>
            <a:ext cx="1915300" cy="948717"/>
          </a:xfrm>
          <a:prstGeom prst="borderCallout1">
            <a:avLst>
              <a:gd name="adj1" fmla="val 101223"/>
              <a:gd name="adj2" fmla="val 45746"/>
              <a:gd name="adj3" fmla="val 308108"/>
              <a:gd name="adj4" fmla="val 38384"/>
            </a:avLst>
          </a:prstGeom>
          <a:solidFill>
            <a:srgbClr val="FFFFFF"/>
          </a:solidFill>
          <a:ln w="28575" cap="flat" cmpd="sng" algn="ctr">
            <a:solidFill>
              <a:srgbClr val="7030A0"/>
            </a:solidFill>
            <a:prstDash val="sysDot"/>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kumimoji="1" lang="zh-TW" altLang="en-US" sz="2800" b="1" dirty="0" smtClean="0">
                <a:solidFill>
                  <a:schemeClr val="accent2"/>
                </a:solidFill>
                <a:latin typeface="標楷體" pitchFamily="65" charset="-120"/>
                <a:ea typeface="標楷體" pitchFamily="65" charset="-120"/>
              </a:rPr>
              <a:t>資料集</a:t>
            </a:r>
            <a:endParaRPr kumimoji="1" lang="en-US" altLang="zh-TW" sz="2800" b="1" dirty="0" smtClean="0">
              <a:solidFill>
                <a:schemeClr val="accent2"/>
              </a:solidFill>
              <a:latin typeface="標楷體" pitchFamily="65" charset="-120"/>
              <a:ea typeface="標楷體" pitchFamily="65" charset="-120"/>
            </a:endParaRPr>
          </a:p>
          <a:p>
            <a:pPr algn="ctr" fontAlgn="base">
              <a:spcBef>
                <a:spcPct val="0"/>
              </a:spcBef>
              <a:spcAft>
                <a:spcPct val="0"/>
              </a:spcAft>
            </a:pPr>
            <a:r>
              <a:rPr kumimoji="1" lang="zh-TW" altLang="en-US" sz="2800" b="1" dirty="0" smtClean="0">
                <a:solidFill>
                  <a:schemeClr val="accent2"/>
                </a:solidFill>
                <a:latin typeface="標楷體" pitchFamily="65" charset="-120"/>
                <a:ea typeface="標楷體" pitchFamily="65" charset="-120"/>
              </a:rPr>
              <a:t>檢修</a:t>
            </a:r>
            <a:endParaRPr kumimoji="1" lang="zh-TW" altLang="en-US" sz="2800" b="1" dirty="0">
              <a:solidFill>
                <a:schemeClr val="accent2"/>
              </a:solidFill>
              <a:latin typeface="標楷體" pitchFamily="65" charset="-120"/>
              <a:ea typeface="標楷體" pitchFamily="65" charset="-120"/>
            </a:endParaRPr>
          </a:p>
        </p:txBody>
      </p:sp>
      <p:sp>
        <p:nvSpPr>
          <p:cNvPr id="17" name="直線圖說文字 1 16"/>
          <p:cNvSpPr/>
          <p:nvPr/>
        </p:nvSpPr>
        <p:spPr bwMode="auto">
          <a:xfrm>
            <a:off x="4211960" y="3330365"/>
            <a:ext cx="1915300" cy="948717"/>
          </a:xfrm>
          <a:prstGeom prst="borderCallout1">
            <a:avLst>
              <a:gd name="adj1" fmla="val 103229"/>
              <a:gd name="adj2" fmla="val 44987"/>
              <a:gd name="adj3" fmla="val 255677"/>
              <a:gd name="adj4" fmla="val 38474"/>
            </a:avLst>
          </a:prstGeom>
          <a:solidFill>
            <a:srgbClr val="FFFFFF"/>
          </a:solidFill>
          <a:ln w="28575" cap="flat" cmpd="sng" algn="ctr">
            <a:solidFill>
              <a:srgbClr val="7030A0"/>
            </a:solidFill>
            <a:prstDash val="sysDot"/>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kumimoji="1" lang="zh-TW" altLang="en-US" sz="2800" b="1" dirty="0" smtClean="0">
                <a:solidFill>
                  <a:schemeClr val="accent2"/>
                </a:solidFill>
                <a:latin typeface="標楷體" pitchFamily="65" charset="-120"/>
                <a:ea typeface="標楷體" pitchFamily="65" charset="-120"/>
              </a:rPr>
              <a:t>第</a:t>
            </a:r>
            <a:r>
              <a:rPr kumimoji="1" lang="en-US" altLang="zh-TW" sz="2800" b="1" dirty="0" smtClean="0">
                <a:solidFill>
                  <a:schemeClr val="accent2"/>
                </a:solidFill>
                <a:latin typeface="標楷體" pitchFamily="65" charset="-120"/>
                <a:ea typeface="標楷體" pitchFamily="65" charset="-120"/>
              </a:rPr>
              <a:t>1</a:t>
            </a:r>
            <a:r>
              <a:rPr kumimoji="1" lang="zh-TW" altLang="en-US" sz="2800" b="1" dirty="0" smtClean="0">
                <a:solidFill>
                  <a:schemeClr val="accent2"/>
                </a:solidFill>
                <a:latin typeface="標楷體" pitchFamily="65" charset="-120"/>
                <a:ea typeface="標楷體" pitchFamily="65" charset="-120"/>
              </a:rPr>
              <a:t>季盤點</a:t>
            </a:r>
            <a:endParaRPr kumimoji="1" lang="en-US" altLang="zh-TW" sz="2800" b="1" dirty="0" smtClean="0">
              <a:solidFill>
                <a:schemeClr val="accent2"/>
              </a:solidFill>
              <a:latin typeface="標楷體" pitchFamily="65" charset="-120"/>
              <a:ea typeface="標楷體" pitchFamily="65" charset="-120"/>
            </a:endParaRPr>
          </a:p>
          <a:p>
            <a:pPr algn="ctr" fontAlgn="base">
              <a:spcBef>
                <a:spcPct val="0"/>
              </a:spcBef>
              <a:spcAft>
                <a:spcPct val="0"/>
              </a:spcAft>
            </a:pPr>
            <a:r>
              <a:rPr kumimoji="1" lang="en-US" altLang="zh-TW" sz="2000" b="1" dirty="0" smtClean="0">
                <a:solidFill>
                  <a:schemeClr val="accent2"/>
                </a:solidFill>
                <a:latin typeface="標楷體" pitchFamily="65" charset="-120"/>
                <a:ea typeface="標楷體" pitchFamily="65" charset="-120"/>
              </a:rPr>
              <a:t>(19</a:t>
            </a:r>
            <a:r>
              <a:rPr kumimoji="1" lang="zh-TW" altLang="en-US" sz="2000" b="1" dirty="0" smtClean="0">
                <a:solidFill>
                  <a:schemeClr val="accent2"/>
                </a:solidFill>
                <a:latin typeface="標楷體" pitchFamily="65" charset="-120"/>
                <a:ea typeface="標楷體" pitchFamily="65" charset="-120"/>
              </a:rPr>
              <a:t>項</a:t>
            </a:r>
            <a:r>
              <a:rPr kumimoji="1" lang="en-US" altLang="zh-TW" sz="2000" b="1" dirty="0" smtClean="0">
                <a:solidFill>
                  <a:schemeClr val="accent2"/>
                </a:solidFill>
                <a:latin typeface="標楷體" pitchFamily="65" charset="-120"/>
                <a:ea typeface="標楷體" pitchFamily="65" charset="-120"/>
              </a:rPr>
              <a:t>)</a:t>
            </a:r>
            <a:endParaRPr kumimoji="1" lang="zh-TW" altLang="en-US" sz="2000" b="1" dirty="0">
              <a:solidFill>
                <a:schemeClr val="accent2"/>
              </a:solidFill>
              <a:latin typeface="標楷體" pitchFamily="65" charset="-120"/>
              <a:ea typeface="標楷體" pitchFamily="65" charset="-120"/>
            </a:endParaRPr>
          </a:p>
        </p:txBody>
      </p:sp>
      <p:sp>
        <p:nvSpPr>
          <p:cNvPr id="21" name="直線圖說文字 1 20"/>
          <p:cNvSpPr/>
          <p:nvPr/>
        </p:nvSpPr>
        <p:spPr bwMode="auto">
          <a:xfrm>
            <a:off x="5359973" y="4365161"/>
            <a:ext cx="1915300" cy="947715"/>
          </a:xfrm>
          <a:prstGeom prst="borderCallout1">
            <a:avLst>
              <a:gd name="adj1" fmla="val 101223"/>
              <a:gd name="adj2" fmla="val 45746"/>
              <a:gd name="adj3" fmla="val 143022"/>
              <a:gd name="adj4" fmla="val 46563"/>
            </a:avLst>
          </a:prstGeom>
          <a:solidFill>
            <a:srgbClr val="FFFFFF"/>
          </a:solidFill>
          <a:ln w="28575" cap="flat" cmpd="sng" algn="ctr">
            <a:solidFill>
              <a:srgbClr val="7030A0"/>
            </a:solidFill>
            <a:prstDash val="sysDot"/>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base">
              <a:spcBef>
                <a:spcPct val="0"/>
              </a:spcBef>
              <a:spcAft>
                <a:spcPct val="0"/>
              </a:spcAft>
            </a:pPr>
            <a:r>
              <a:rPr kumimoji="1" lang="zh-TW" altLang="en-US" sz="2800" b="1" dirty="0" smtClean="0">
                <a:solidFill>
                  <a:schemeClr val="accent2"/>
                </a:solidFill>
                <a:latin typeface="標楷體" pitchFamily="65" charset="-120"/>
                <a:ea typeface="標楷體" pitchFamily="65" charset="-120"/>
              </a:rPr>
              <a:t>資管處審查作業</a:t>
            </a:r>
            <a:endParaRPr kumimoji="1" lang="zh-TW" altLang="en-US" sz="2800" b="1" dirty="0">
              <a:solidFill>
                <a:schemeClr val="accent2"/>
              </a:solidFill>
              <a:latin typeface="標楷體" pitchFamily="65" charset="-120"/>
              <a:ea typeface="標楷體" pitchFamily="65" charset="-120"/>
            </a:endParaRPr>
          </a:p>
        </p:txBody>
      </p:sp>
      <p:sp>
        <p:nvSpPr>
          <p:cNvPr id="3" name="文字方塊 2"/>
          <p:cNvSpPr txBox="1"/>
          <p:nvPr/>
        </p:nvSpPr>
        <p:spPr>
          <a:xfrm>
            <a:off x="863587" y="997200"/>
            <a:ext cx="7308813" cy="830997"/>
          </a:xfrm>
          <a:prstGeom prst="rect">
            <a:avLst/>
          </a:prstGeom>
          <a:noFill/>
        </p:spPr>
        <p:txBody>
          <a:bodyPr vert="horz" wrap="square" rtlCol="0">
            <a:spAutoFit/>
          </a:bodyPr>
          <a:lstStyle/>
          <a:p>
            <a:pPr marL="342900" indent="-342900">
              <a:buFont typeface="Arial" panose="020B0604020202020204" pitchFamily="34" charset="0"/>
              <a:buChar char="•"/>
            </a:pPr>
            <a:r>
              <a:rPr lang="zh-TW" altLang="en-US" sz="2400" dirty="0">
                <a:solidFill>
                  <a:srgbClr val="002060"/>
                </a:solidFill>
                <a:latin typeface="標楷體" panose="03000509000000000000" pitchFamily="65" charset="-120"/>
                <a:ea typeface="標楷體" panose="03000509000000000000" pitchFamily="65" charset="-120"/>
              </a:rPr>
              <a:t>資料</a:t>
            </a:r>
            <a:r>
              <a:rPr lang="zh-TW" altLang="en-US" sz="2400" dirty="0" smtClean="0">
                <a:solidFill>
                  <a:srgbClr val="002060"/>
                </a:solidFill>
                <a:latin typeface="標楷體" panose="03000509000000000000" pitchFamily="65" charset="-120"/>
                <a:ea typeface="標楷體" panose="03000509000000000000" pitchFamily="65" charset="-120"/>
              </a:rPr>
              <a:t>集開放數量新增</a:t>
            </a:r>
            <a:r>
              <a:rPr lang="en-US" altLang="zh-TW" sz="2400" dirty="0" smtClean="0">
                <a:solidFill>
                  <a:srgbClr val="002060"/>
                </a:solidFill>
                <a:latin typeface="標楷體" panose="03000509000000000000" pitchFamily="65" charset="-120"/>
                <a:ea typeface="標楷體" panose="03000509000000000000" pitchFamily="65" charset="-120"/>
              </a:rPr>
              <a:t>36</a:t>
            </a:r>
            <a:r>
              <a:rPr lang="zh-TW" altLang="en-US" sz="2400" dirty="0" smtClean="0">
                <a:solidFill>
                  <a:srgbClr val="002060"/>
                </a:solidFill>
                <a:latin typeface="標楷體" panose="03000509000000000000" pitchFamily="65" charset="-120"/>
                <a:ea typeface="標楷體" panose="03000509000000000000" pitchFamily="65" charset="-120"/>
              </a:rPr>
              <a:t>項。</a:t>
            </a:r>
            <a:endParaRPr lang="en-US" altLang="zh-TW" sz="2400" dirty="0" smtClean="0">
              <a:solidFill>
                <a:srgbClr val="002060"/>
              </a:solidFill>
              <a:latin typeface="標楷體" panose="03000509000000000000" pitchFamily="65" charset="-120"/>
              <a:ea typeface="標楷體" panose="03000509000000000000" pitchFamily="65" charset="-120"/>
            </a:endParaRPr>
          </a:p>
          <a:p>
            <a:pPr marL="342900" indent="-342900">
              <a:buFont typeface="Arial" panose="020B0604020202020204" pitchFamily="34" charset="0"/>
              <a:buChar char="•"/>
            </a:pPr>
            <a:r>
              <a:rPr lang="zh-TW" altLang="en-US" sz="2400" dirty="0" smtClean="0">
                <a:solidFill>
                  <a:srgbClr val="002060"/>
                </a:solidFill>
                <a:latin typeface="標楷體" panose="03000509000000000000" pitchFamily="65" charset="-120"/>
                <a:ea typeface="標楷體" panose="03000509000000000000" pitchFamily="65" charset="-120"/>
              </a:rPr>
              <a:t>辦理年度績效考核及檢修作業，提升資料品質。</a:t>
            </a:r>
          </a:p>
        </p:txBody>
      </p:sp>
    </p:spTree>
    <p:extLst>
      <p:ext uri="{BB962C8B-B14F-4D97-AF65-F5344CB8AC3E}">
        <p14:creationId xmlns:p14="http://schemas.microsoft.com/office/powerpoint/2010/main" val="28354148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圖片 1"/>
          <p:cNvPicPr>
            <a:picLocks noChangeAspect="1"/>
          </p:cNvPicPr>
          <p:nvPr/>
        </p:nvPicPr>
        <p:blipFill>
          <a:blip r:embed="rId3">
            <a:lum bright="70000" contrast="-70000"/>
          </a:blip>
          <a:stretch>
            <a:fillRect/>
          </a:stretch>
        </p:blipFill>
        <p:spPr>
          <a:xfrm>
            <a:off x="35496" y="1"/>
            <a:ext cx="2657757" cy="2636912"/>
          </a:xfrm>
          <a:prstGeom prst="rect">
            <a:avLst/>
          </a:prstGeom>
        </p:spPr>
      </p:pic>
      <p:sp>
        <p:nvSpPr>
          <p:cNvPr id="3" name="投影片編號版面配置區 2"/>
          <p:cNvSpPr>
            <a:spLocks noGrp="1"/>
          </p:cNvSpPr>
          <p:nvPr>
            <p:ph type="sldNum" sz="quarter" idx="10"/>
          </p:nvPr>
        </p:nvSpPr>
        <p:spPr/>
        <p:txBody>
          <a:bodyPr/>
          <a:lstStyle/>
          <a:p>
            <a:fld id="{7D2482D3-2F6B-4BC9-8197-F5C0F2E18EF8}" type="slidenum">
              <a:rPr lang="en-US" altLang="zh-TW" smtClean="0">
                <a:solidFill>
                  <a:srgbClr val="000000"/>
                </a:solidFill>
              </a:rPr>
              <a:pPr/>
              <a:t>19</a:t>
            </a:fld>
            <a:endParaRPr lang="en-US" altLang="zh-TW">
              <a:solidFill>
                <a:srgbClr val="000000"/>
              </a:solidFill>
            </a:endParaRPr>
          </a:p>
        </p:txBody>
      </p:sp>
      <p:sp>
        <p:nvSpPr>
          <p:cNvPr id="10" name="標題 1"/>
          <p:cNvSpPr txBox="1">
            <a:spLocks/>
          </p:cNvSpPr>
          <p:nvPr/>
        </p:nvSpPr>
        <p:spPr>
          <a:xfrm>
            <a:off x="1223120" y="1170320"/>
            <a:ext cx="7920880" cy="720080"/>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zh-TW" altLang="en-US" kern="0" dirty="0" smtClean="0"/>
              <a:t>參、</a:t>
            </a:r>
            <a:r>
              <a:rPr lang="zh-TW" altLang="en-US" kern="0" dirty="0"/>
              <a:t>本會資料開放推動現況</a:t>
            </a:r>
          </a:p>
        </p:txBody>
      </p:sp>
      <mc:AlternateContent xmlns:mc="http://schemas.openxmlformats.org/markup-compatibility/2006" xmlns:a14="http://schemas.microsoft.com/office/drawing/2010/main">
        <mc:Choice Requires="a14">
          <p:sp>
            <p:nvSpPr>
              <p:cNvPr id="8" name="文字方塊 7"/>
              <p:cNvSpPr txBox="1"/>
              <p:nvPr/>
            </p:nvSpPr>
            <p:spPr>
              <a:xfrm rot="17062641">
                <a:off x="210025" y="5235215"/>
                <a:ext cx="1322991" cy="940963"/>
              </a:xfrm>
              <a:prstGeom prst="rect">
                <a:avLst/>
              </a:prstGeom>
              <a:noFill/>
            </p:spPr>
            <p:txBody>
              <a:bodyPr vert="eaVert"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8000" b="1" i="0" smtClean="0">
                          <a:solidFill>
                            <a:srgbClr val="D0610E"/>
                          </a:solidFill>
                          <a:effectLst>
                            <a:outerShdw blurRad="38100" dist="38100" dir="2700000" algn="tl">
                              <a:srgbClr val="000000">
                                <a:alpha val="43137"/>
                              </a:srgbClr>
                            </a:outerShdw>
                          </a:effectLst>
                          <a:latin typeface="Cambria Math" panose="02040503050406030204" pitchFamily="18" charset="0"/>
                        </a:rPr>
                        <m:t>√</m:t>
                      </m:r>
                    </m:oMath>
                  </m:oMathPara>
                </a14:m>
                <a:endParaRPr lang="zh-TW" altLang="en-US" sz="8000" b="1" dirty="0" smtClean="0">
                  <a:solidFill>
                    <a:srgbClr val="D0610E"/>
                  </a:solidFill>
                  <a:effectLst>
                    <a:outerShdw blurRad="38100" dist="38100" dir="2700000" algn="tl">
                      <a:srgbClr val="000000">
                        <a:alpha val="43137"/>
                      </a:srgbClr>
                    </a:outerShdw>
                  </a:effectLst>
                </a:endParaRPr>
              </a:p>
            </p:txBody>
          </p:sp>
        </mc:Choice>
        <mc:Fallback xmlns="">
          <p:sp>
            <p:nvSpPr>
              <p:cNvPr id="8" name="文字方塊 7"/>
              <p:cNvSpPr txBox="1">
                <a:spLocks noRot="1" noChangeAspect="1" noMove="1" noResize="1" noEditPoints="1" noAdjustHandles="1" noChangeArrowheads="1" noChangeShapeType="1" noTextEdit="1"/>
              </p:cNvSpPr>
              <p:nvPr/>
            </p:nvSpPr>
            <p:spPr>
              <a:xfrm rot="17062641">
                <a:off x="210025" y="5235215"/>
                <a:ext cx="1322991" cy="940963"/>
              </a:xfrm>
              <a:prstGeom prst="rect">
                <a:avLst/>
              </a:prstGeom>
              <a:blipFill rotWithShape="0">
                <a:blip r:embed="rId4"/>
                <a:stretch>
                  <a:fillRect/>
                </a:stretch>
              </a:blipFill>
            </p:spPr>
            <p:txBody>
              <a:bodyPr/>
              <a:lstStyle/>
              <a:p>
                <a:r>
                  <a:rPr lang="zh-TW" altLang="en-US">
                    <a:noFill/>
                  </a:rPr>
                  <a:t> </a:t>
                </a:r>
              </a:p>
            </p:txBody>
          </p:sp>
        </mc:Fallback>
      </mc:AlternateContent>
      <p:sp>
        <p:nvSpPr>
          <p:cNvPr id="11" name="標題 1"/>
          <p:cNvSpPr txBox="1">
            <a:spLocks/>
          </p:cNvSpPr>
          <p:nvPr/>
        </p:nvSpPr>
        <p:spPr>
          <a:xfrm>
            <a:off x="989540" y="2427769"/>
            <a:ext cx="8125777" cy="3672408"/>
          </a:xfrm>
          <a:prstGeom prst="rect">
            <a:avLst/>
          </a:prstGeom>
          <a:noFill/>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marL="901700" indent="-901700" algn="l">
              <a:lnSpc>
                <a:spcPct val="150000"/>
              </a:lnSpc>
              <a:spcBef>
                <a:spcPts val="600"/>
              </a:spcBef>
              <a:spcAft>
                <a:spcPts val="600"/>
              </a:spcAft>
            </a:pPr>
            <a:r>
              <a:rPr lang="zh-TW" altLang="en-US" sz="3600" kern="0" dirty="0" smtClean="0">
                <a:latin typeface="微軟正黑體 Light" panose="020B0304030504040204" pitchFamily="34" charset="-120"/>
                <a:ea typeface="微軟正黑體 Light" panose="020B0304030504040204" pitchFamily="34" charset="-120"/>
              </a:rPr>
              <a:t>一、本會於政府資料開放平臺開放情形</a:t>
            </a:r>
            <a:endParaRPr lang="en-US" altLang="zh-TW" sz="3600" kern="0" dirty="0">
              <a:latin typeface="微軟正黑體 Light" panose="020B0304030504040204" pitchFamily="34" charset="-120"/>
              <a:ea typeface="微軟正黑體 Light" panose="020B0304030504040204" pitchFamily="34" charset="-120"/>
            </a:endParaRPr>
          </a:p>
          <a:p>
            <a:pPr algn="l">
              <a:lnSpc>
                <a:spcPct val="150000"/>
              </a:lnSpc>
              <a:spcBef>
                <a:spcPts val="600"/>
              </a:spcBef>
              <a:spcAft>
                <a:spcPts val="600"/>
              </a:spcAft>
            </a:pPr>
            <a:r>
              <a:rPr lang="zh-TW" altLang="en-US" sz="3600" kern="0" dirty="0">
                <a:latin typeface="微軟正黑體 Light" panose="020B0304030504040204" pitchFamily="34" charset="-120"/>
                <a:ea typeface="微軟正黑體 Light" panose="020B0304030504040204" pitchFamily="34" charset="-120"/>
              </a:rPr>
              <a:t>二、各</a:t>
            </a:r>
            <a:r>
              <a:rPr lang="zh-TW" altLang="en-US" sz="3600" kern="0" dirty="0" smtClean="0">
                <a:latin typeface="微軟正黑體 Light" panose="020B0304030504040204" pitchFamily="34" charset="-120"/>
                <a:ea typeface="微軟正黑體 Light" panose="020B0304030504040204" pitchFamily="34" charset="-120"/>
              </a:rPr>
              <a:t>單位</a:t>
            </a:r>
            <a:r>
              <a:rPr lang="zh-TW" altLang="zh-TW" sz="3600" kern="0" dirty="0" smtClean="0">
                <a:latin typeface="微軟正黑體 Light" panose="020B0304030504040204" pitchFamily="34" charset="-120"/>
                <a:ea typeface="微軟正黑體 Light" panose="020B0304030504040204" pitchFamily="34" charset="-120"/>
              </a:rPr>
              <a:t>資料</a:t>
            </a:r>
            <a:r>
              <a:rPr lang="zh-TW" altLang="zh-TW" sz="3600" kern="0" dirty="0">
                <a:latin typeface="微軟正黑體 Light" panose="020B0304030504040204" pitchFamily="34" charset="-120"/>
                <a:ea typeface="微軟正黑體 Light" panose="020B0304030504040204" pitchFamily="34" charset="-120"/>
              </a:rPr>
              <a:t>開放情形</a:t>
            </a:r>
            <a:endParaRPr lang="en-US" altLang="zh-TW" sz="3600" kern="0" dirty="0">
              <a:latin typeface="微軟正黑體 Light" panose="020B0304030504040204" pitchFamily="34" charset="-120"/>
              <a:ea typeface="微軟正黑體 Light" panose="020B0304030504040204" pitchFamily="34" charset="-120"/>
            </a:endParaRPr>
          </a:p>
          <a:p>
            <a:pPr algn="l">
              <a:lnSpc>
                <a:spcPct val="150000"/>
              </a:lnSpc>
              <a:spcBef>
                <a:spcPts val="600"/>
              </a:spcBef>
              <a:spcAft>
                <a:spcPts val="600"/>
              </a:spcAft>
            </a:pPr>
            <a:r>
              <a:rPr lang="zh-TW" altLang="en-US" sz="3600" kern="0" dirty="0">
                <a:latin typeface="微軟正黑體 Light" panose="020B0304030504040204" pitchFamily="34" charset="-120"/>
                <a:ea typeface="微軟正黑體 Light" panose="020B0304030504040204" pitchFamily="34" charset="-120"/>
              </a:rPr>
              <a:t>三、前次會議至今執行成果</a:t>
            </a:r>
            <a:endParaRPr lang="en-US" altLang="zh-TW" sz="3600" kern="0" dirty="0">
              <a:latin typeface="微軟正黑體 Light" panose="020B0304030504040204" pitchFamily="34" charset="-120"/>
              <a:ea typeface="微軟正黑體 Light" panose="020B0304030504040204" pitchFamily="34" charset="-120"/>
            </a:endParaRPr>
          </a:p>
          <a:p>
            <a:pPr algn="l">
              <a:lnSpc>
                <a:spcPct val="150000"/>
              </a:lnSpc>
              <a:spcBef>
                <a:spcPts val="600"/>
              </a:spcBef>
              <a:spcAft>
                <a:spcPts val="600"/>
              </a:spcAft>
            </a:pPr>
            <a:r>
              <a:rPr lang="zh-TW" altLang="en-US" sz="3600" u="sng" kern="0" dirty="0">
                <a:solidFill>
                  <a:srgbClr val="D0610E"/>
                </a:solidFill>
                <a:latin typeface="微軟正黑體 Light" panose="020B0304030504040204" pitchFamily="34" charset="-120"/>
                <a:ea typeface="微軟正黑體 Light" panose="020B0304030504040204" pitchFamily="34" charset="-120"/>
              </a:rPr>
              <a:t>四、資料開放相關訊息</a:t>
            </a:r>
          </a:p>
          <a:p>
            <a:pPr algn="l">
              <a:spcBef>
                <a:spcPts val="600"/>
              </a:spcBef>
              <a:spcAft>
                <a:spcPts val="600"/>
              </a:spcAft>
            </a:pPr>
            <a:endParaRPr lang="zh-TW" altLang="en-US" sz="3600" kern="0" dirty="0">
              <a:latin typeface="微軟正黑體 Light" panose="020B0304030504040204" pitchFamily="34" charset="-120"/>
              <a:ea typeface="微軟正黑體 Light" panose="020B0304030504040204" pitchFamily="34" charset="-120"/>
            </a:endParaRPr>
          </a:p>
        </p:txBody>
      </p:sp>
    </p:spTree>
    <p:extLst>
      <p:ext uri="{BB962C8B-B14F-4D97-AF65-F5344CB8AC3E}">
        <p14:creationId xmlns:p14="http://schemas.microsoft.com/office/powerpoint/2010/main" val="1254072983"/>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AE53AB2-F19A-4BD0-B915-C2175D5F5FF6}" type="slidenum">
              <a:rPr lang="en-US" altLang="zh-TW" smtClean="0">
                <a:solidFill>
                  <a:srgbClr val="000000"/>
                </a:solidFill>
              </a:rPr>
              <a:pPr/>
              <a:t>20</a:t>
            </a:fld>
            <a:endParaRPr lang="en-US" altLang="zh-TW" dirty="0">
              <a:solidFill>
                <a:srgbClr val="000000"/>
              </a:solidFill>
            </a:endParaRPr>
          </a:p>
        </p:txBody>
      </p:sp>
      <p:sp>
        <p:nvSpPr>
          <p:cNvPr id="6" name="標題 1"/>
          <p:cNvSpPr txBox="1">
            <a:spLocks/>
          </p:cNvSpPr>
          <p:nvPr/>
        </p:nvSpPr>
        <p:spPr>
          <a:xfrm>
            <a:off x="10344" y="0"/>
            <a:ext cx="9133656" cy="692696"/>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zh-TW" altLang="en-US" kern="0" dirty="0" smtClean="0"/>
              <a:t>四、資料開放相關訊息</a:t>
            </a:r>
            <a:r>
              <a:rPr lang="en-US" altLang="zh-TW" kern="0" dirty="0" smtClean="0"/>
              <a:t>(</a:t>
            </a:r>
            <a:r>
              <a:rPr lang="zh-TW" altLang="en-US" kern="0" dirty="0" smtClean="0"/>
              <a:t>一</a:t>
            </a:r>
            <a:r>
              <a:rPr lang="en-US" altLang="zh-TW" kern="0" dirty="0" smtClean="0"/>
              <a:t>)</a:t>
            </a:r>
            <a:endParaRPr lang="zh-TW" altLang="en-US" kern="0" dirty="0"/>
          </a:p>
        </p:txBody>
      </p:sp>
      <p:sp>
        <p:nvSpPr>
          <p:cNvPr id="3" name="內容版面配置區 2"/>
          <p:cNvSpPr>
            <a:spLocks noGrp="1"/>
          </p:cNvSpPr>
          <p:nvPr>
            <p:ph idx="1"/>
          </p:nvPr>
        </p:nvSpPr>
        <p:spPr>
          <a:xfrm>
            <a:off x="539552" y="2489858"/>
            <a:ext cx="8280919" cy="3675446"/>
          </a:xfrm>
        </p:spPr>
        <p:txBody>
          <a:bodyPr/>
          <a:lstStyle/>
          <a:p>
            <a:pPr>
              <a:spcBef>
                <a:spcPts val="600"/>
              </a:spcBef>
              <a:spcAft>
                <a:spcPts val="600"/>
              </a:spcAft>
            </a:pPr>
            <a:r>
              <a:rPr lang="en-US" altLang="zh-TW" sz="2400" u="sng" dirty="0" smtClean="0">
                <a:solidFill>
                  <a:srgbClr val="D0610E"/>
                </a:solidFill>
                <a:latin typeface="標楷體" panose="03000509000000000000" pitchFamily="65" charset="-120"/>
                <a:ea typeface="標楷體" panose="03000509000000000000" pitchFamily="65" charset="-120"/>
              </a:rPr>
              <a:t>108</a:t>
            </a:r>
            <a:r>
              <a:rPr lang="zh-TW" altLang="en-US" sz="2400" u="sng" dirty="0" smtClean="0">
                <a:solidFill>
                  <a:srgbClr val="D0610E"/>
                </a:solidFill>
                <a:latin typeface="標楷體" panose="03000509000000000000" pitchFamily="65" charset="-120"/>
                <a:ea typeface="標楷體" panose="03000509000000000000" pitchFamily="65" charset="-120"/>
              </a:rPr>
              <a:t>年</a:t>
            </a:r>
            <a:r>
              <a:rPr lang="en-US" altLang="zh-TW" sz="2400" u="sng" dirty="0" smtClean="0">
                <a:solidFill>
                  <a:srgbClr val="D0610E"/>
                </a:solidFill>
                <a:latin typeface="標楷體" panose="03000509000000000000" pitchFamily="65" charset="-120"/>
                <a:ea typeface="標楷體" panose="03000509000000000000" pitchFamily="65" charset="-120"/>
              </a:rPr>
              <a:t>1</a:t>
            </a:r>
            <a:r>
              <a:rPr lang="zh-TW" altLang="en-US" sz="2400" u="sng" dirty="0" smtClean="0">
                <a:solidFill>
                  <a:srgbClr val="D0610E"/>
                </a:solidFill>
                <a:latin typeface="標楷體" panose="03000509000000000000" pitchFamily="65" charset="-120"/>
                <a:ea typeface="標楷體" panose="03000509000000000000" pitchFamily="65" charset="-120"/>
              </a:rPr>
              <a:t>月</a:t>
            </a:r>
            <a:endParaRPr lang="en-US" altLang="zh-TW" sz="2400" u="sng" dirty="0" smtClean="0">
              <a:solidFill>
                <a:srgbClr val="D0610E"/>
              </a:solidFill>
              <a:latin typeface="標楷體" panose="03000509000000000000" pitchFamily="65" charset="-120"/>
              <a:ea typeface="標楷體" panose="03000509000000000000" pitchFamily="65" charset="-120"/>
            </a:endParaRPr>
          </a:p>
          <a:p>
            <a:pPr marL="457200" indent="-457200">
              <a:spcBef>
                <a:spcPts val="600"/>
              </a:spcBef>
              <a:spcAft>
                <a:spcPts val="600"/>
              </a:spcAft>
              <a:buFont typeface="Arial" panose="020B0604020202020204" pitchFamily="34" charset="0"/>
              <a:buChar char="•"/>
            </a:pPr>
            <a:r>
              <a:rPr lang="zh-TW" altLang="en-US" sz="2400" dirty="0" smtClean="0">
                <a:latin typeface="標楷體" panose="03000509000000000000" pitchFamily="65" charset="-120"/>
                <a:ea typeface="標楷體" panose="03000509000000000000" pitchFamily="65" charset="-120"/>
              </a:rPr>
              <a:t>明訂政府</a:t>
            </a:r>
            <a:r>
              <a:rPr lang="zh-TW" altLang="en-US" sz="2400" dirty="0">
                <a:latin typeface="標楷體" panose="03000509000000000000" pitchFamily="65" charset="-120"/>
                <a:ea typeface="標楷體" panose="03000509000000000000" pitchFamily="65" charset="-120"/>
              </a:rPr>
              <a:t>資料開放之範圍為各機關依政府資訊公開法得公開之各類電子資料</a:t>
            </a:r>
            <a:r>
              <a:rPr lang="zh-TW" altLang="en-US" sz="2400" dirty="0" smtClean="0">
                <a:latin typeface="標楷體" panose="03000509000000000000" pitchFamily="65" charset="-120"/>
                <a:ea typeface="標楷體" panose="03000509000000000000" pitchFamily="65" charset="-120"/>
              </a:rPr>
              <a:t>。</a:t>
            </a:r>
            <a:endParaRPr lang="en-US" altLang="zh-TW" sz="2400" dirty="0" smtClean="0">
              <a:latin typeface="標楷體" panose="03000509000000000000" pitchFamily="65" charset="-120"/>
              <a:ea typeface="標楷體" panose="03000509000000000000" pitchFamily="65" charset="-120"/>
            </a:endParaRPr>
          </a:p>
          <a:p>
            <a:pPr marL="457200" indent="-457200">
              <a:spcBef>
                <a:spcPts val="600"/>
              </a:spcBef>
              <a:spcAft>
                <a:spcPts val="600"/>
              </a:spcAft>
              <a:buFont typeface="Arial" panose="020B0604020202020204" pitchFamily="34" charset="0"/>
              <a:buChar char="•"/>
            </a:pPr>
            <a:r>
              <a:rPr lang="zh-TW" altLang="en-US" sz="2400" dirty="0" smtClean="0">
                <a:latin typeface="標楷體" panose="03000509000000000000" pitchFamily="65" charset="-120"/>
                <a:ea typeface="標楷體" panose="03000509000000000000" pitchFamily="65" charset="-120"/>
              </a:rPr>
              <a:t>「</a:t>
            </a:r>
            <a:r>
              <a:rPr lang="zh-TW" altLang="en-US" sz="2400" dirty="0">
                <a:latin typeface="標楷體" panose="03000509000000000000" pitchFamily="65" charset="-120"/>
                <a:ea typeface="標楷體" panose="03000509000000000000" pitchFamily="65" charset="-120"/>
              </a:rPr>
              <a:t>行政院及所屬各機關政府資料分類及授權利用收費原則</a:t>
            </a:r>
            <a:r>
              <a:rPr lang="zh-TW" altLang="en-US" sz="2400" dirty="0" smtClean="0">
                <a:latin typeface="標楷體" panose="03000509000000000000" pitchFamily="65" charset="-120"/>
                <a:ea typeface="標楷體" panose="03000509000000000000" pitchFamily="65" charset="-120"/>
              </a:rPr>
              <a:t>」相關規定併入</a:t>
            </a:r>
            <a:r>
              <a:rPr lang="zh-TW" altLang="en-US" sz="2400" dirty="0">
                <a:latin typeface="標楷體" panose="03000509000000000000" pitchFamily="65" charset="-120"/>
                <a:ea typeface="標楷體" panose="03000509000000000000" pitchFamily="65" charset="-120"/>
              </a:rPr>
              <a:t>本作業原則，並增列依申請提供資料時，各機關除有正當理由外，應予以提供之規定</a:t>
            </a:r>
            <a:r>
              <a:rPr lang="zh-TW" altLang="en-US" sz="2400" dirty="0" smtClean="0">
                <a:latin typeface="標楷體" panose="03000509000000000000" pitchFamily="65" charset="-120"/>
                <a:ea typeface="標楷體" panose="03000509000000000000" pitchFamily="65" charset="-120"/>
              </a:rPr>
              <a:t>。</a:t>
            </a:r>
            <a:endParaRPr lang="en-US" altLang="zh-TW" sz="2400" dirty="0" smtClean="0">
              <a:latin typeface="標楷體" panose="03000509000000000000" pitchFamily="65" charset="-120"/>
              <a:ea typeface="標楷體" panose="03000509000000000000" pitchFamily="65" charset="-120"/>
            </a:endParaRPr>
          </a:p>
          <a:p>
            <a:pPr marL="457200" indent="-457200">
              <a:spcBef>
                <a:spcPts val="600"/>
              </a:spcBef>
              <a:spcAft>
                <a:spcPts val="600"/>
              </a:spcAft>
              <a:buFont typeface="Arial" panose="020B0604020202020204" pitchFamily="34" charset="0"/>
              <a:buChar char="•"/>
            </a:pPr>
            <a:r>
              <a:rPr lang="zh-TW" altLang="en-US" sz="2400" dirty="0">
                <a:latin typeface="標楷體" panose="03000509000000000000" pitchFamily="65" charset="-120"/>
                <a:ea typeface="標楷體" panose="03000509000000000000" pitchFamily="65" charset="-120"/>
              </a:rPr>
              <a:t>各機關提供的資料應符合可直接取得、易於處理、理解之機器可讀高品質資料規定，俾利外界直接取用。</a:t>
            </a:r>
            <a:endParaRPr lang="en-US" altLang="zh-TW" sz="2400" dirty="0">
              <a:latin typeface="標楷體" panose="03000509000000000000" pitchFamily="65" charset="-120"/>
              <a:ea typeface="標楷體" panose="03000509000000000000" pitchFamily="65" charset="-120"/>
            </a:endParaRPr>
          </a:p>
        </p:txBody>
      </p:sp>
      <p:sp>
        <p:nvSpPr>
          <p:cNvPr id="8" name="標題 1"/>
          <p:cNvSpPr txBox="1">
            <a:spLocks/>
          </p:cNvSpPr>
          <p:nvPr/>
        </p:nvSpPr>
        <p:spPr>
          <a:xfrm>
            <a:off x="10344" y="1052736"/>
            <a:ext cx="9133656" cy="1152127"/>
          </a:xfrm>
          <a:prstGeom prst="rect">
            <a:avLst/>
          </a:prstGeom>
          <a:gradFill flip="none" rotWithShape="1">
            <a:gsLst>
              <a:gs pos="0">
                <a:srgbClr val="6699FF">
                  <a:alpha val="49000"/>
                </a:srgbClr>
              </a:gs>
              <a:gs pos="50000">
                <a:srgbClr val="57FFD7">
                  <a:tint val="44500"/>
                  <a:satMod val="160000"/>
                </a:srgbClr>
              </a:gs>
              <a:gs pos="100000">
                <a:srgbClr val="57FFD7">
                  <a:tint val="23500"/>
                  <a:satMod val="160000"/>
                </a:srgbClr>
              </a:gs>
            </a:gsLst>
            <a:lin ang="16200000" scaled="1"/>
            <a:tileRect/>
          </a:gradFill>
        </p:spPr>
        <p:style>
          <a:lnRef idx="0">
            <a:schemeClr val="accent3"/>
          </a:lnRef>
          <a:fillRef idx="3">
            <a:schemeClr val="accent3"/>
          </a:fillRef>
          <a:effectRef idx="3">
            <a:schemeClr val="accent3"/>
          </a:effectRef>
          <a:fontRef idx="minor">
            <a:schemeClr val="lt1"/>
          </a:fontRef>
        </p:style>
        <p:txBody>
          <a:bodyPr anchor="ct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marL="896938" indent="-449263" algn="l" defTabSz="915988">
              <a:spcBef>
                <a:spcPts val="1200"/>
              </a:spcBef>
              <a:spcAft>
                <a:spcPts val="1200"/>
              </a:spcAft>
            </a:pPr>
            <a:r>
              <a:rPr lang="zh-TW" altLang="en-US" sz="3600" b="0" spc="-150" dirty="0" smtClean="0">
                <a:latin typeface="標楷體" pitchFamily="65" charset="-120"/>
                <a:ea typeface="標楷體" pitchFamily="65" charset="-120"/>
              </a:rPr>
              <a:t>「</a:t>
            </a:r>
            <a:r>
              <a:rPr lang="zh-TW" altLang="en-US" sz="3600" b="0" spc="-150" dirty="0">
                <a:latin typeface="標楷體" pitchFamily="65" charset="-120"/>
                <a:ea typeface="標楷體" pitchFamily="65" charset="-120"/>
              </a:rPr>
              <a:t>行政院及所屬各級機關政府資料開放作業原則</a:t>
            </a:r>
            <a:r>
              <a:rPr lang="zh-TW" altLang="en-US" sz="3600" b="0" spc="-150" dirty="0" smtClean="0">
                <a:latin typeface="標楷體" pitchFamily="65" charset="-120"/>
                <a:ea typeface="標楷體" pitchFamily="65" charset="-120"/>
              </a:rPr>
              <a:t>」</a:t>
            </a:r>
            <a:r>
              <a:rPr lang="zh-TW" altLang="en-US" sz="3600" b="0" spc="-150" dirty="0">
                <a:latin typeface="標楷體" pitchFamily="65" charset="-120"/>
                <a:ea typeface="標楷體" pitchFamily="65" charset="-120"/>
              </a:rPr>
              <a:t>修正</a:t>
            </a:r>
            <a:endParaRPr lang="en-US" altLang="zh-TW" sz="3600" b="0" spc="-150" dirty="0">
              <a:latin typeface="標楷體" pitchFamily="65" charset="-120"/>
              <a:ea typeface="標楷體" pitchFamily="65" charset="-120"/>
            </a:endParaRPr>
          </a:p>
        </p:txBody>
      </p:sp>
      <p:sp>
        <p:nvSpPr>
          <p:cNvPr id="7" name="標題 1"/>
          <p:cNvSpPr txBox="1">
            <a:spLocks/>
          </p:cNvSpPr>
          <p:nvPr/>
        </p:nvSpPr>
        <p:spPr>
          <a:xfrm>
            <a:off x="7668344" y="644349"/>
            <a:ext cx="1475656" cy="417764"/>
          </a:xfrm>
          <a:prstGeom prst="rect">
            <a:avLst/>
          </a:prstGeom>
          <a:noFill/>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r"/>
            <a:r>
              <a:rPr lang="en-US" altLang="zh-TW" sz="1600" kern="0" dirty="0" smtClean="0">
                <a:solidFill>
                  <a:srgbClr val="C00000"/>
                </a:solidFill>
                <a:latin typeface="標楷體" panose="03000509000000000000" pitchFamily="65" charset="-120"/>
                <a:ea typeface="標楷體" panose="03000509000000000000" pitchFamily="65" charset="-120"/>
              </a:rPr>
              <a:t>(</a:t>
            </a:r>
            <a:r>
              <a:rPr lang="zh-TW" altLang="en-US" sz="1600" kern="0" dirty="0" smtClean="0">
                <a:solidFill>
                  <a:srgbClr val="C00000"/>
                </a:solidFill>
                <a:latin typeface="標楷體" panose="03000509000000000000" pitchFamily="65" charset="-120"/>
                <a:ea typeface="標楷體" panose="03000509000000000000" pitchFamily="65" charset="-120"/>
              </a:rPr>
              <a:t>詳議程</a:t>
            </a:r>
            <a:r>
              <a:rPr lang="en-US" altLang="zh-TW" sz="1600" kern="0" dirty="0" smtClean="0">
                <a:solidFill>
                  <a:srgbClr val="C00000"/>
                </a:solidFill>
                <a:latin typeface="標楷體" panose="03000509000000000000" pitchFamily="65" charset="-120"/>
                <a:ea typeface="標楷體" panose="03000509000000000000" pitchFamily="65" charset="-120"/>
              </a:rPr>
              <a:t>P.15)</a:t>
            </a:r>
            <a:endParaRPr lang="zh-TW" altLang="en-US" sz="1600" kern="0" dirty="0">
              <a:solidFill>
                <a:srgbClr val="C00000"/>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424229124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AE53AB2-F19A-4BD0-B915-C2175D5F5FF6}" type="slidenum">
              <a:rPr lang="en-US" altLang="zh-TW" smtClean="0">
                <a:solidFill>
                  <a:srgbClr val="000000"/>
                </a:solidFill>
              </a:rPr>
              <a:pPr/>
              <a:t>21</a:t>
            </a:fld>
            <a:endParaRPr lang="en-US" altLang="zh-TW" dirty="0">
              <a:solidFill>
                <a:srgbClr val="000000"/>
              </a:solidFill>
            </a:endParaRPr>
          </a:p>
        </p:txBody>
      </p:sp>
      <p:sp>
        <p:nvSpPr>
          <p:cNvPr id="6" name="標題 1"/>
          <p:cNvSpPr txBox="1">
            <a:spLocks/>
          </p:cNvSpPr>
          <p:nvPr/>
        </p:nvSpPr>
        <p:spPr>
          <a:xfrm>
            <a:off x="10344" y="0"/>
            <a:ext cx="9133656" cy="692696"/>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zh-TW" altLang="en-US" kern="0" dirty="0" smtClean="0"/>
              <a:t>四、資料開放相關訊息</a:t>
            </a:r>
            <a:r>
              <a:rPr lang="en-US" altLang="zh-TW" kern="0" dirty="0" smtClean="0"/>
              <a:t>(</a:t>
            </a:r>
            <a:r>
              <a:rPr lang="zh-TW" altLang="en-US" kern="0" dirty="0" smtClean="0"/>
              <a:t>二</a:t>
            </a:r>
            <a:r>
              <a:rPr lang="en-US" altLang="zh-TW" kern="0" dirty="0" smtClean="0"/>
              <a:t>)</a:t>
            </a:r>
            <a:endParaRPr lang="zh-TW" altLang="en-US" kern="0" dirty="0"/>
          </a:p>
        </p:txBody>
      </p:sp>
      <p:sp>
        <p:nvSpPr>
          <p:cNvPr id="3" name="內容版面配置區 2"/>
          <p:cNvSpPr>
            <a:spLocks noGrp="1"/>
          </p:cNvSpPr>
          <p:nvPr>
            <p:ph idx="1"/>
          </p:nvPr>
        </p:nvSpPr>
        <p:spPr>
          <a:xfrm>
            <a:off x="495028" y="2210044"/>
            <a:ext cx="8325443" cy="4097060"/>
          </a:xfrm>
        </p:spPr>
        <p:txBody>
          <a:bodyPr/>
          <a:lstStyle/>
          <a:p>
            <a:pPr>
              <a:spcBef>
                <a:spcPts val="600"/>
              </a:spcBef>
              <a:spcAft>
                <a:spcPts val="600"/>
              </a:spcAft>
            </a:pPr>
            <a:r>
              <a:rPr lang="en-US" altLang="zh-TW" sz="2400" u="sng" dirty="0" smtClean="0">
                <a:solidFill>
                  <a:srgbClr val="D0610E"/>
                </a:solidFill>
                <a:latin typeface="標楷體" panose="03000509000000000000" pitchFamily="65" charset="-120"/>
                <a:ea typeface="標楷體" panose="03000509000000000000" pitchFamily="65" charset="-120"/>
              </a:rPr>
              <a:t>108</a:t>
            </a:r>
            <a:r>
              <a:rPr lang="zh-TW" altLang="en-US" sz="2400" u="sng" dirty="0" smtClean="0">
                <a:solidFill>
                  <a:srgbClr val="D0610E"/>
                </a:solidFill>
                <a:latin typeface="標楷體" panose="03000509000000000000" pitchFamily="65" charset="-120"/>
                <a:ea typeface="標楷體" panose="03000509000000000000" pitchFamily="65" charset="-120"/>
              </a:rPr>
              <a:t>年</a:t>
            </a:r>
            <a:r>
              <a:rPr lang="en-US" altLang="zh-TW" sz="2400" u="sng" dirty="0" smtClean="0">
                <a:solidFill>
                  <a:srgbClr val="D0610E"/>
                </a:solidFill>
                <a:latin typeface="標楷體" panose="03000509000000000000" pitchFamily="65" charset="-120"/>
                <a:ea typeface="標楷體" panose="03000509000000000000" pitchFamily="65" charset="-120"/>
              </a:rPr>
              <a:t>1</a:t>
            </a:r>
            <a:r>
              <a:rPr lang="zh-TW" altLang="en-US" sz="2400" u="sng" dirty="0" smtClean="0">
                <a:solidFill>
                  <a:srgbClr val="D0610E"/>
                </a:solidFill>
                <a:latin typeface="標楷體" panose="03000509000000000000" pitchFamily="65" charset="-120"/>
                <a:ea typeface="標楷體" panose="03000509000000000000" pitchFamily="65" charset="-120"/>
              </a:rPr>
              <a:t>月</a:t>
            </a:r>
            <a:endParaRPr lang="en-US" altLang="zh-TW" sz="2400" u="sng" dirty="0" smtClean="0">
              <a:solidFill>
                <a:srgbClr val="D0610E"/>
              </a:solidFill>
              <a:latin typeface="標楷體" panose="03000509000000000000" pitchFamily="65" charset="-120"/>
              <a:ea typeface="標楷體" panose="03000509000000000000" pitchFamily="65" charset="-120"/>
            </a:endParaRPr>
          </a:p>
          <a:p>
            <a:pPr marL="342900" indent="-342900">
              <a:spcBef>
                <a:spcPts val="600"/>
              </a:spcBef>
              <a:spcAft>
                <a:spcPts val="600"/>
              </a:spcAft>
              <a:buFont typeface="Arial" panose="020B0604020202020204" pitchFamily="34" charset="0"/>
              <a:buChar char="•"/>
            </a:pPr>
            <a:r>
              <a:rPr lang="zh-TW" altLang="en-US" sz="2400" dirty="0" smtClean="0">
                <a:latin typeface="標楷體" panose="03000509000000000000" pitchFamily="65" charset="-120"/>
                <a:ea typeface="標楷體" panose="03000509000000000000" pitchFamily="65" charset="-120"/>
              </a:rPr>
              <a:t>未</a:t>
            </a:r>
            <a:r>
              <a:rPr lang="zh-TW" altLang="en-US" sz="2400" dirty="0">
                <a:latin typeface="標楷體" panose="03000509000000000000" pitchFamily="65" charset="-120"/>
                <a:ea typeface="標楷體" panose="03000509000000000000" pitchFamily="65" charset="-120"/>
              </a:rPr>
              <a:t>涉個資之政府資料</a:t>
            </a:r>
            <a:r>
              <a:rPr lang="zh-TW" altLang="en-US" sz="2400" dirty="0" smtClean="0">
                <a:latin typeface="標楷體" panose="03000509000000000000" pitchFamily="65" charset="-120"/>
                <a:ea typeface="標楷體" panose="03000509000000000000" pitchFamily="65" charset="-120"/>
              </a:rPr>
              <a:t>開放</a:t>
            </a:r>
            <a:endParaRPr lang="zh-TW" altLang="en-US" sz="2400" dirty="0">
              <a:latin typeface="標楷體" panose="03000509000000000000" pitchFamily="65" charset="-120"/>
              <a:ea typeface="標楷體" panose="03000509000000000000" pitchFamily="65" charset="-120"/>
            </a:endParaRPr>
          </a:p>
          <a:p>
            <a:pPr marL="449263">
              <a:spcBef>
                <a:spcPts val="600"/>
              </a:spcBef>
              <a:spcAft>
                <a:spcPts val="600"/>
              </a:spcAft>
            </a:pPr>
            <a:r>
              <a:rPr lang="zh-TW" altLang="en-US" sz="2400" dirty="0" smtClean="0">
                <a:latin typeface="標楷體" panose="03000509000000000000" pitchFamily="65" charset="-120"/>
                <a:ea typeface="標楷體" panose="03000509000000000000" pitchFamily="65" charset="-120"/>
              </a:rPr>
              <a:t>以</a:t>
            </a:r>
            <a:r>
              <a:rPr lang="zh-TW" altLang="en-US" sz="2400" dirty="0">
                <a:latin typeface="標楷體" panose="03000509000000000000" pitchFamily="65" charset="-120"/>
                <a:ea typeface="標楷體" panose="03000509000000000000" pitchFamily="65" charset="-120"/>
              </a:rPr>
              <a:t>開放格式、機器可讀且具一定品質方式提供外界使用</a:t>
            </a:r>
            <a:r>
              <a:rPr lang="zh-TW" altLang="en-US" sz="2400" dirty="0" smtClean="0">
                <a:latin typeface="標楷體" panose="03000509000000000000" pitchFamily="65" charset="-120"/>
                <a:ea typeface="標楷體" panose="03000509000000000000" pitchFamily="65" charset="-120"/>
              </a:rPr>
              <a:t>。</a:t>
            </a:r>
            <a:endParaRPr lang="en-US" altLang="zh-TW" sz="2400" dirty="0" smtClean="0">
              <a:latin typeface="標楷體" panose="03000509000000000000" pitchFamily="65" charset="-120"/>
              <a:ea typeface="標楷體" panose="03000509000000000000" pitchFamily="65" charset="-120"/>
            </a:endParaRPr>
          </a:p>
          <a:p>
            <a:pPr marL="342900" indent="-342900">
              <a:spcBef>
                <a:spcPts val="600"/>
              </a:spcBef>
              <a:spcAft>
                <a:spcPts val="600"/>
              </a:spcAft>
              <a:buFont typeface="Arial" panose="020B0604020202020204" pitchFamily="34" charset="0"/>
              <a:buChar char="•"/>
            </a:pPr>
            <a:r>
              <a:rPr lang="zh-TW" altLang="en-US" sz="2400" dirty="0" smtClean="0">
                <a:latin typeface="標楷體" panose="03000509000000000000" pitchFamily="65" charset="-120"/>
                <a:ea typeface="標楷體" panose="03000509000000000000" pitchFamily="65" charset="-120"/>
              </a:rPr>
              <a:t>涉及</a:t>
            </a:r>
            <a:r>
              <a:rPr lang="zh-TW" altLang="en-US" sz="2400" dirty="0">
                <a:latin typeface="標楷體" panose="03000509000000000000" pitchFamily="65" charset="-120"/>
                <a:ea typeface="標楷體" panose="03000509000000000000" pitchFamily="65" charset="-120"/>
              </a:rPr>
              <a:t>個資之政府資料</a:t>
            </a:r>
            <a:r>
              <a:rPr lang="zh-TW" altLang="en-US" sz="2400" dirty="0" smtClean="0">
                <a:latin typeface="標楷體" panose="03000509000000000000" pitchFamily="65" charset="-120"/>
                <a:ea typeface="標楷體" panose="03000509000000000000" pitchFamily="65" charset="-120"/>
              </a:rPr>
              <a:t>開放</a:t>
            </a:r>
            <a:endParaRPr lang="en-US" altLang="zh-TW" sz="2400" dirty="0" smtClean="0">
              <a:latin typeface="標楷體" panose="03000509000000000000" pitchFamily="65" charset="-120"/>
              <a:ea typeface="標楷體" panose="03000509000000000000" pitchFamily="65" charset="-120"/>
            </a:endParaRPr>
          </a:p>
          <a:p>
            <a:pPr lvl="1">
              <a:spcBef>
                <a:spcPts val="600"/>
              </a:spcBef>
              <a:spcAft>
                <a:spcPts val="600"/>
              </a:spcAft>
            </a:pPr>
            <a:r>
              <a:rPr lang="zh-TW" altLang="en-US" sz="2400" dirty="0" smtClean="0">
                <a:latin typeface="標楷體" panose="03000509000000000000" pitchFamily="65" charset="-120"/>
                <a:ea typeface="標楷體" panose="03000509000000000000" pitchFamily="65" charset="-120"/>
              </a:rPr>
              <a:t>透過</a:t>
            </a:r>
            <a:r>
              <a:rPr lang="zh-TW" altLang="en-US" sz="2400" dirty="0">
                <a:latin typeface="標楷體" panose="03000509000000000000" pitchFamily="65" charset="-120"/>
                <a:ea typeface="標楷體" panose="03000509000000000000" pitchFamily="65" charset="-120"/>
              </a:rPr>
              <a:t>當事人</a:t>
            </a:r>
            <a:r>
              <a:rPr lang="zh-TW" altLang="en-US" sz="2400" dirty="0" smtClean="0">
                <a:latin typeface="標楷體" panose="03000509000000000000" pitchFamily="65" charset="-120"/>
                <a:ea typeface="標楷體" panose="03000509000000000000" pitchFamily="65" charset="-120"/>
              </a:rPr>
              <a:t>同意</a:t>
            </a:r>
            <a:endParaRPr lang="en-US" altLang="zh-TW" sz="2400" dirty="0" smtClean="0">
              <a:latin typeface="標楷體" panose="03000509000000000000" pitchFamily="65" charset="-120"/>
              <a:ea typeface="標楷體" panose="03000509000000000000" pitchFamily="65" charset="-120"/>
            </a:endParaRPr>
          </a:p>
          <a:p>
            <a:pPr lvl="1">
              <a:spcBef>
                <a:spcPts val="600"/>
              </a:spcBef>
              <a:spcAft>
                <a:spcPts val="600"/>
              </a:spcAft>
            </a:pPr>
            <a:r>
              <a:rPr lang="zh-TW" altLang="en-US" sz="2400" dirty="0">
                <a:latin typeface="標楷體" panose="03000509000000000000" pitchFamily="65" charset="-120"/>
                <a:ea typeface="標楷體" panose="03000509000000000000" pitchFamily="65" charset="-120"/>
              </a:rPr>
              <a:t>匿名化：個人資料經去識別化處理後，須達無從直接或間接識別特定個人之程度，始得排除個資法之適用。</a:t>
            </a:r>
          </a:p>
        </p:txBody>
      </p:sp>
      <p:sp>
        <p:nvSpPr>
          <p:cNvPr id="8" name="標題 1"/>
          <p:cNvSpPr txBox="1">
            <a:spLocks/>
          </p:cNvSpPr>
          <p:nvPr/>
        </p:nvSpPr>
        <p:spPr>
          <a:xfrm>
            <a:off x="10344" y="980728"/>
            <a:ext cx="9133656" cy="1053071"/>
          </a:xfrm>
          <a:prstGeom prst="rect">
            <a:avLst/>
          </a:prstGeom>
          <a:gradFill flip="none" rotWithShape="1">
            <a:gsLst>
              <a:gs pos="0">
                <a:srgbClr val="6699FF">
                  <a:alpha val="49000"/>
                </a:srgbClr>
              </a:gs>
              <a:gs pos="50000">
                <a:srgbClr val="57FFD7">
                  <a:tint val="44500"/>
                  <a:satMod val="160000"/>
                </a:srgbClr>
              </a:gs>
              <a:gs pos="100000">
                <a:srgbClr val="57FFD7">
                  <a:tint val="23500"/>
                  <a:satMod val="160000"/>
                </a:srgbClr>
              </a:gs>
            </a:gsLst>
            <a:lin ang="16200000" scaled="1"/>
            <a:tileRect/>
          </a:gradFill>
        </p:spPr>
        <p:style>
          <a:lnRef idx="0">
            <a:schemeClr val="accent3"/>
          </a:lnRef>
          <a:fillRef idx="3">
            <a:schemeClr val="accent3"/>
          </a:fillRef>
          <a:effectRef idx="3">
            <a:schemeClr val="accent3"/>
          </a:effectRef>
          <a:fontRef idx="minor">
            <a:schemeClr val="lt1"/>
          </a:fontRef>
        </p:style>
        <p:txBody>
          <a:bodyPr anchor="ct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marL="896938" indent="-449263" algn="l" defTabSz="915988">
              <a:spcBef>
                <a:spcPts val="1200"/>
              </a:spcBef>
              <a:spcAft>
                <a:spcPts val="1200"/>
              </a:spcAft>
            </a:pPr>
            <a:r>
              <a:rPr lang="zh-TW" altLang="en-US" sz="3600" b="0" spc="-150" dirty="0">
                <a:latin typeface="標楷體" pitchFamily="65" charset="-120"/>
                <a:ea typeface="標楷體" pitchFamily="65" charset="-120"/>
              </a:rPr>
              <a:t>政府資料開放與個人資料保護之處理</a:t>
            </a:r>
            <a:endParaRPr lang="en-US" altLang="zh-TW" sz="3600" b="0" spc="-150" dirty="0">
              <a:latin typeface="標楷體" pitchFamily="65" charset="-120"/>
              <a:ea typeface="標楷體" pitchFamily="65" charset="-120"/>
            </a:endParaRPr>
          </a:p>
        </p:txBody>
      </p:sp>
      <p:sp>
        <p:nvSpPr>
          <p:cNvPr id="7" name="標題 1"/>
          <p:cNvSpPr txBox="1">
            <a:spLocks/>
          </p:cNvSpPr>
          <p:nvPr/>
        </p:nvSpPr>
        <p:spPr>
          <a:xfrm>
            <a:off x="7740352" y="644349"/>
            <a:ext cx="1403648" cy="417764"/>
          </a:xfrm>
          <a:prstGeom prst="rect">
            <a:avLst/>
          </a:prstGeom>
          <a:noFill/>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r"/>
            <a:r>
              <a:rPr lang="en-US" altLang="zh-TW" sz="1600" kern="0" dirty="0" smtClean="0">
                <a:solidFill>
                  <a:srgbClr val="C00000"/>
                </a:solidFill>
                <a:latin typeface="標楷體" panose="03000509000000000000" pitchFamily="65" charset="-120"/>
                <a:ea typeface="標楷體" panose="03000509000000000000" pitchFamily="65" charset="-120"/>
              </a:rPr>
              <a:t>(</a:t>
            </a:r>
            <a:r>
              <a:rPr lang="zh-TW" altLang="en-US" sz="1600" kern="0" dirty="0" smtClean="0">
                <a:solidFill>
                  <a:srgbClr val="C00000"/>
                </a:solidFill>
                <a:latin typeface="標楷體" panose="03000509000000000000" pitchFamily="65" charset="-120"/>
                <a:ea typeface="標楷體" panose="03000509000000000000" pitchFamily="65" charset="-120"/>
              </a:rPr>
              <a:t>詳議程</a:t>
            </a:r>
            <a:r>
              <a:rPr lang="en-US" altLang="zh-TW" sz="1600" kern="0" dirty="0" smtClean="0">
                <a:solidFill>
                  <a:srgbClr val="C00000"/>
                </a:solidFill>
                <a:latin typeface="標楷體" panose="03000509000000000000" pitchFamily="65" charset="-120"/>
                <a:ea typeface="標楷體" panose="03000509000000000000" pitchFamily="65" charset="-120"/>
              </a:rPr>
              <a:t>P.16)</a:t>
            </a:r>
            <a:endParaRPr lang="zh-TW" altLang="en-US" sz="1600" kern="0" dirty="0">
              <a:solidFill>
                <a:srgbClr val="C00000"/>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198166175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AE53AB2-F19A-4BD0-B915-C2175D5F5FF6}" type="slidenum">
              <a:rPr lang="en-US" altLang="zh-TW" smtClean="0">
                <a:solidFill>
                  <a:srgbClr val="000000"/>
                </a:solidFill>
              </a:rPr>
              <a:pPr/>
              <a:t>22</a:t>
            </a:fld>
            <a:endParaRPr lang="en-US" altLang="zh-TW" dirty="0">
              <a:solidFill>
                <a:srgbClr val="000000"/>
              </a:solidFill>
            </a:endParaRPr>
          </a:p>
        </p:txBody>
      </p:sp>
      <p:sp>
        <p:nvSpPr>
          <p:cNvPr id="6" name="標題 1"/>
          <p:cNvSpPr txBox="1">
            <a:spLocks/>
          </p:cNvSpPr>
          <p:nvPr/>
        </p:nvSpPr>
        <p:spPr>
          <a:xfrm>
            <a:off x="10344" y="0"/>
            <a:ext cx="9133656" cy="692696"/>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zh-TW" altLang="en-US" kern="0" dirty="0" smtClean="0"/>
              <a:t>四、資料開放相關訊息</a:t>
            </a:r>
            <a:r>
              <a:rPr lang="en-US" altLang="zh-TW" kern="0" dirty="0" smtClean="0"/>
              <a:t>(</a:t>
            </a:r>
            <a:r>
              <a:rPr lang="zh-TW" altLang="en-US" kern="0" dirty="0" smtClean="0"/>
              <a:t>三</a:t>
            </a:r>
            <a:r>
              <a:rPr lang="en-US" altLang="zh-TW" kern="0" dirty="0" smtClean="0"/>
              <a:t>)</a:t>
            </a:r>
            <a:endParaRPr lang="zh-TW" altLang="en-US" kern="0" dirty="0"/>
          </a:p>
        </p:txBody>
      </p:sp>
      <p:sp>
        <p:nvSpPr>
          <p:cNvPr id="3" name="內容版面配置區 2"/>
          <p:cNvSpPr>
            <a:spLocks noGrp="1"/>
          </p:cNvSpPr>
          <p:nvPr>
            <p:ph idx="1"/>
          </p:nvPr>
        </p:nvSpPr>
        <p:spPr>
          <a:xfrm>
            <a:off x="755576" y="2356276"/>
            <a:ext cx="7848872" cy="3376980"/>
          </a:xfrm>
        </p:spPr>
        <p:txBody>
          <a:bodyPr/>
          <a:lstStyle/>
          <a:p>
            <a:pPr>
              <a:spcBef>
                <a:spcPts val="600"/>
              </a:spcBef>
              <a:spcAft>
                <a:spcPts val="600"/>
              </a:spcAft>
            </a:pPr>
            <a:r>
              <a:rPr lang="en-US" altLang="zh-TW" sz="2400" u="sng" dirty="0" smtClean="0">
                <a:solidFill>
                  <a:srgbClr val="D0610E"/>
                </a:solidFill>
                <a:latin typeface="標楷體" panose="03000509000000000000" pitchFamily="65" charset="-120"/>
                <a:ea typeface="標楷體" panose="03000509000000000000" pitchFamily="65" charset="-120"/>
              </a:rPr>
              <a:t>108</a:t>
            </a:r>
            <a:r>
              <a:rPr lang="zh-TW" altLang="en-US" sz="2400" u="sng" dirty="0" smtClean="0">
                <a:solidFill>
                  <a:srgbClr val="D0610E"/>
                </a:solidFill>
                <a:latin typeface="標楷體" panose="03000509000000000000" pitchFamily="65" charset="-120"/>
                <a:ea typeface="標楷體" panose="03000509000000000000" pitchFamily="65" charset="-120"/>
              </a:rPr>
              <a:t>年</a:t>
            </a:r>
            <a:r>
              <a:rPr lang="en-US" altLang="zh-TW" sz="2400" u="sng" dirty="0" smtClean="0">
                <a:solidFill>
                  <a:srgbClr val="D0610E"/>
                </a:solidFill>
                <a:latin typeface="標楷體" panose="03000509000000000000" pitchFamily="65" charset="-120"/>
                <a:ea typeface="標楷體" panose="03000509000000000000" pitchFamily="65" charset="-120"/>
              </a:rPr>
              <a:t>1</a:t>
            </a:r>
            <a:r>
              <a:rPr lang="zh-TW" altLang="en-US" sz="2400" u="sng" dirty="0" smtClean="0">
                <a:solidFill>
                  <a:srgbClr val="D0610E"/>
                </a:solidFill>
                <a:latin typeface="標楷體" panose="03000509000000000000" pitchFamily="65" charset="-120"/>
                <a:ea typeface="標楷體" panose="03000509000000000000" pitchFamily="65" charset="-120"/>
              </a:rPr>
              <a:t>月</a:t>
            </a:r>
            <a:endParaRPr lang="en-US" altLang="zh-TW" sz="2400" u="sng" dirty="0" smtClean="0">
              <a:solidFill>
                <a:srgbClr val="D0610E"/>
              </a:solidFill>
              <a:latin typeface="標楷體" panose="03000509000000000000" pitchFamily="65" charset="-120"/>
              <a:ea typeface="標楷體" panose="03000509000000000000" pitchFamily="65" charset="-120"/>
            </a:endParaRPr>
          </a:p>
          <a:p>
            <a:pPr marL="457200" indent="-457200" algn="just">
              <a:spcBef>
                <a:spcPts val="600"/>
              </a:spcBef>
              <a:spcAft>
                <a:spcPts val="600"/>
              </a:spcAft>
              <a:buFont typeface="Arial" panose="020B0604020202020204" pitchFamily="34" charset="0"/>
              <a:buChar char="•"/>
            </a:pPr>
            <a:r>
              <a:rPr lang="zh-TW" altLang="en-US" dirty="0">
                <a:latin typeface="標楷體" panose="03000509000000000000" pitchFamily="65" charset="-120"/>
                <a:ea typeface="標楷體" panose="03000509000000000000" pitchFamily="65" charset="-120"/>
              </a:rPr>
              <a:t>國發會於提報</a:t>
            </a:r>
            <a:r>
              <a:rPr lang="en-US" altLang="zh-TW" dirty="0">
                <a:latin typeface="標楷體" panose="03000509000000000000" pitchFamily="65" charset="-120"/>
                <a:ea typeface="標楷體" panose="03000509000000000000" pitchFamily="65" charset="-120"/>
              </a:rPr>
              <a:t>107</a:t>
            </a:r>
            <a:r>
              <a:rPr lang="zh-TW" altLang="en-US" dirty="0">
                <a:latin typeface="標楷體" panose="03000509000000000000" pitchFamily="65" charset="-120"/>
                <a:ea typeface="標楷體" panose="03000509000000000000" pitchFamily="65" charset="-120"/>
              </a:rPr>
              <a:t>年</a:t>
            </a:r>
            <a:r>
              <a:rPr lang="en-US" altLang="zh-TW" dirty="0">
                <a:latin typeface="標楷體" panose="03000509000000000000" pitchFamily="65" charset="-120"/>
                <a:ea typeface="標楷體" panose="03000509000000000000" pitchFamily="65" charset="-120"/>
              </a:rPr>
              <a:t>12</a:t>
            </a:r>
            <a:r>
              <a:rPr lang="zh-TW" altLang="en-US" dirty="0">
                <a:latin typeface="標楷體" panose="03000509000000000000" pitchFamily="65" charset="-120"/>
                <a:ea typeface="標楷體" panose="03000509000000000000" pitchFamily="65" charset="-120"/>
              </a:rPr>
              <a:t>月</a:t>
            </a:r>
            <a:r>
              <a:rPr lang="en-US" altLang="zh-TW" dirty="0">
                <a:latin typeface="標楷體" panose="03000509000000000000" pitchFamily="65" charset="-120"/>
                <a:ea typeface="標楷體" panose="03000509000000000000" pitchFamily="65" charset="-120"/>
              </a:rPr>
              <a:t>25</a:t>
            </a:r>
            <a:r>
              <a:rPr lang="zh-TW" altLang="en-US" dirty="0">
                <a:latin typeface="標楷體" panose="03000509000000000000" pitchFamily="65" charset="-120"/>
                <a:ea typeface="標楷體" panose="03000509000000000000" pitchFamily="65" charset="-120"/>
              </a:rPr>
              <a:t>日行政院政府資料開放諮詢小組</a:t>
            </a:r>
            <a:r>
              <a:rPr lang="en-US" altLang="zh-TW" dirty="0">
                <a:latin typeface="標楷體" panose="03000509000000000000" pitchFamily="65" charset="-120"/>
                <a:ea typeface="標楷體" panose="03000509000000000000" pitchFamily="65" charset="-120"/>
              </a:rPr>
              <a:t>107</a:t>
            </a:r>
            <a:r>
              <a:rPr lang="zh-TW" altLang="en-US" dirty="0">
                <a:latin typeface="標楷體" panose="03000509000000000000" pitchFamily="65" charset="-120"/>
                <a:ea typeface="標楷體" panose="03000509000000000000" pitchFamily="65" charset="-120"/>
              </a:rPr>
              <a:t>年第</a:t>
            </a:r>
            <a:r>
              <a:rPr lang="en-US" altLang="zh-TW" dirty="0">
                <a:latin typeface="標楷體" panose="03000509000000000000" pitchFamily="65" charset="-120"/>
                <a:ea typeface="標楷體" panose="03000509000000000000" pitchFamily="65" charset="-120"/>
              </a:rPr>
              <a:t>2</a:t>
            </a:r>
            <a:r>
              <a:rPr lang="zh-TW" altLang="en-US" dirty="0">
                <a:latin typeface="標楷體" panose="03000509000000000000" pitchFamily="65" charset="-120"/>
                <a:ea typeface="標楷體" panose="03000509000000000000" pitchFamily="65" charset="-120"/>
              </a:rPr>
              <a:t>次會議，通過增列「創作共用姓名標示</a:t>
            </a:r>
            <a:r>
              <a:rPr lang="en-US" altLang="zh-TW" dirty="0">
                <a:latin typeface="標楷體" panose="03000509000000000000" pitchFamily="65" charset="-120"/>
                <a:ea typeface="標楷體" panose="03000509000000000000" pitchFamily="65" charset="-120"/>
              </a:rPr>
              <a:t>(CC BY 4.0)</a:t>
            </a:r>
            <a:r>
              <a:rPr lang="zh-TW" altLang="en-US" dirty="0">
                <a:latin typeface="標楷體" panose="03000509000000000000" pitchFamily="65" charset="-120"/>
                <a:ea typeface="標楷體" panose="03000509000000000000" pitchFamily="65" charset="-120"/>
              </a:rPr>
              <a:t>」及「創作共用姓名標示</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相同方式分享</a:t>
            </a:r>
            <a:r>
              <a:rPr lang="en-US" altLang="zh-TW" dirty="0">
                <a:latin typeface="標楷體" panose="03000509000000000000" pitchFamily="65" charset="-120"/>
                <a:ea typeface="標楷體" panose="03000509000000000000" pitchFamily="65" charset="-120"/>
              </a:rPr>
              <a:t>(CC BY-SA 4.0)</a:t>
            </a:r>
            <a:r>
              <a:rPr lang="zh-TW" altLang="en-US" dirty="0">
                <a:latin typeface="標楷體" panose="03000509000000000000" pitchFamily="65" charset="-120"/>
                <a:ea typeface="標楷體" panose="03000509000000000000" pitchFamily="65" charset="-120"/>
              </a:rPr>
              <a:t>」為我國各機關推動政府資料開放可選用之授權條款。</a:t>
            </a:r>
          </a:p>
        </p:txBody>
      </p:sp>
      <p:sp>
        <p:nvSpPr>
          <p:cNvPr id="8" name="標題 1"/>
          <p:cNvSpPr txBox="1">
            <a:spLocks/>
          </p:cNvSpPr>
          <p:nvPr/>
        </p:nvSpPr>
        <p:spPr>
          <a:xfrm>
            <a:off x="10344" y="980728"/>
            <a:ext cx="9133656" cy="1053071"/>
          </a:xfrm>
          <a:prstGeom prst="rect">
            <a:avLst/>
          </a:prstGeom>
          <a:gradFill flip="none" rotWithShape="1">
            <a:gsLst>
              <a:gs pos="0">
                <a:srgbClr val="6699FF">
                  <a:alpha val="49000"/>
                </a:srgbClr>
              </a:gs>
              <a:gs pos="50000">
                <a:srgbClr val="57FFD7">
                  <a:tint val="44500"/>
                  <a:satMod val="160000"/>
                </a:srgbClr>
              </a:gs>
              <a:gs pos="100000">
                <a:srgbClr val="57FFD7">
                  <a:tint val="23500"/>
                  <a:satMod val="160000"/>
                </a:srgbClr>
              </a:gs>
            </a:gsLst>
            <a:lin ang="16200000" scaled="1"/>
            <a:tileRect/>
          </a:gradFill>
        </p:spPr>
        <p:style>
          <a:lnRef idx="0">
            <a:schemeClr val="accent3"/>
          </a:lnRef>
          <a:fillRef idx="3">
            <a:schemeClr val="accent3"/>
          </a:fillRef>
          <a:effectRef idx="3">
            <a:schemeClr val="accent3"/>
          </a:effectRef>
          <a:fontRef idx="minor">
            <a:schemeClr val="lt1"/>
          </a:fontRef>
        </p:style>
        <p:txBody>
          <a:bodyPr anchor="ct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marL="896938" indent="-449263" algn="l" defTabSz="915988">
              <a:spcBef>
                <a:spcPts val="1200"/>
              </a:spcBef>
              <a:spcAft>
                <a:spcPts val="1200"/>
              </a:spcAft>
            </a:pPr>
            <a:r>
              <a:rPr lang="zh-TW" altLang="en-US" sz="3600" b="0" spc="-150" dirty="0">
                <a:latin typeface="標楷體" pitchFamily="65" charset="-120"/>
                <a:ea typeface="標楷體" pitchFamily="65" charset="-120"/>
              </a:rPr>
              <a:t>增列資料開放授權條款</a:t>
            </a:r>
            <a:endParaRPr lang="en-US" altLang="zh-TW" sz="3600" b="0" spc="-150" dirty="0">
              <a:latin typeface="標楷體" pitchFamily="65" charset="-120"/>
              <a:ea typeface="標楷體" pitchFamily="65" charset="-120"/>
            </a:endParaRPr>
          </a:p>
        </p:txBody>
      </p:sp>
      <p:sp>
        <p:nvSpPr>
          <p:cNvPr id="7" name="標題 1"/>
          <p:cNvSpPr txBox="1">
            <a:spLocks/>
          </p:cNvSpPr>
          <p:nvPr/>
        </p:nvSpPr>
        <p:spPr>
          <a:xfrm>
            <a:off x="7740352" y="644349"/>
            <a:ext cx="1403648" cy="417764"/>
          </a:xfrm>
          <a:prstGeom prst="rect">
            <a:avLst/>
          </a:prstGeom>
          <a:noFill/>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r"/>
            <a:r>
              <a:rPr lang="en-US" altLang="zh-TW" sz="1600" kern="0" dirty="0" smtClean="0">
                <a:solidFill>
                  <a:srgbClr val="C00000"/>
                </a:solidFill>
                <a:latin typeface="標楷體" panose="03000509000000000000" pitchFamily="65" charset="-120"/>
                <a:ea typeface="標楷體" panose="03000509000000000000" pitchFamily="65" charset="-120"/>
              </a:rPr>
              <a:t>(</a:t>
            </a:r>
            <a:r>
              <a:rPr lang="zh-TW" altLang="en-US" sz="1600" kern="0" dirty="0" smtClean="0">
                <a:solidFill>
                  <a:srgbClr val="C00000"/>
                </a:solidFill>
                <a:latin typeface="標楷體" panose="03000509000000000000" pitchFamily="65" charset="-120"/>
                <a:ea typeface="標楷體" panose="03000509000000000000" pitchFamily="65" charset="-120"/>
              </a:rPr>
              <a:t>詳議程</a:t>
            </a:r>
            <a:r>
              <a:rPr lang="en-US" altLang="zh-TW" sz="1600" kern="0" dirty="0" smtClean="0">
                <a:solidFill>
                  <a:srgbClr val="C00000"/>
                </a:solidFill>
                <a:latin typeface="標楷體" panose="03000509000000000000" pitchFamily="65" charset="-120"/>
                <a:ea typeface="標楷體" panose="03000509000000000000" pitchFamily="65" charset="-120"/>
              </a:rPr>
              <a:t>P.17)</a:t>
            </a:r>
            <a:endParaRPr lang="zh-TW" altLang="en-US" sz="1600" kern="0" dirty="0">
              <a:solidFill>
                <a:srgbClr val="C00000"/>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404688392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AE53AB2-F19A-4BD0-B915-C2175D5F5FF6}" type="slidenum">
              <a:rPr lang="en-US" altLang="zh-TW" smtClean="0">
                <a:solidFill>
                  <a:srgbClr val="000000"/>
                </a:solidFill>
              </a:rPr>
              <a:pPr/>
              <a:t>23</a:t>
            </a:fld>
            <a:endParaRPr lang="en-US" altLang="zh-TW" dirty="0">
              <a:solidFill>
                <a:srgbClr val="000000"/>
              </a:solidFill>
            </a:endParaRPr>
          </a:p>
        </p:txBody>
      </p:sp>
      <p:sp>
        <p:nvSpPr>
          <p:cNvPr id="6" name="標題 1"/>
          <p:cNvSpPr txBox="1">
            <a:spLocks/>
          </p:cNvSpPr>
          <p:nvPr/>
        </p:nvSpPr>
        <p:spPr>
          <a:xfrm>
            <a:off x="10344" y="0"/>
            <a:ext cx="9133656" cy="692696"/>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zh-TW" altLang="en-US" kern="0" dirty="0" smtClean="0"/>
              <a:t>四、資料開放相關訊息</a:t>
            </a:r>
            <a:r>
              <a:rPr lang="en-US" altLang="zh-TW" kern="0" dirty="0" smtClean="0"/>
              <a:t>(</a:t>
            </a:r>
            <a:r>
              <a:rPr lang="zh-TW" altLang="en-US" kern="0" dirty="0" smtClean="0"/>
              <a:t>四</a:t>
            </a:r>
            <a:r>
              <a:rPr lang="en-US" altLang="zh-TW" kern="0" dirty="0" smtClean="0"/>
              <a:t>)</a:t>
            </a:r>
            <a:endParaRPr lang="zh-TW" altLang="en-US" kern="0" dirty="0"/>
          </a:p>
        </p:txBody>
      </p:sp>
      <p:sp>
        <p:nvSpPr>
          <p:cNvPr id="3" name="內容版面配置區 2"/>
          <p:cNvSpPr>
            <a:spLocks noGrp="1"/>
          </p:cNvSpPr>
          <p:nvPr>
            <p:ph idx="1"/>
          </p:nvPr>
        </p:nvSpPr>
        <p:spPr>
          <a:xfrm>
            <a:off x="467544" y="2356276"/>
            <a:ext cx="8136904" cy="4127074"/>
          </a:xfrm>
        </p:spPr>
        <p:txBody>
          <a:bodyPr/>
          <a:lstStyle/>
          <a:p>
            <a:pPr>
              <a:spcBef>
                <a:spcPts val="600"/>
              </a:spcBef>
              <a:spcAft>
                <a:spcPts val="600"/>
              </a:spcAft>
            </a:pPr>
            <a:r>
              <a:rPr lang="en-US" altLang="zh-TW" sz="2400" u="sng" dirty="0" smtClean="0">
                <a:solidFill>
                  <a:srgbClr val="D0610E"/>
                </a:solidFill>
                <a:latin typeface="標楷體" panose="03000509000000000000" pitchFamily="65" charset="-120"/>
                <a:ea typeface="標楷體" panose="03000509000000000000" pitchFamily="65" charset="-120"/>
              </a:rPr>
              <a:t>108</a:t>
            </a:r>
            <a:r>
              <a:rPr lang="zh-TW" altLang="en-US" sz="2400" u="sng" dirty="0" smtClean="0">
                <a:solidFill>
                  <a:srgbClr val="D0610E"/>
                </a:solidFill>
                <a:latin typeface="標楷體" panose="03000509000000000000" pitchFamily="65" charset="-120"/>
                <a:ea typeface="標楷體" panose="03000509000000000000" pitchFamily="65" charset="-120"/>
              </a:rPr>
              <a:t>年</a:t>
            </a:r>
            <a:r>
              <a:rPr lang="en-US" altLang="zh-TW" sz="2400" u="sng" dirty="0" smtClean="0">
                <a:solidFill>
                  <a:srgbClr val="D0610E"/>
                </a:solidFill>
                <a:latin typeface="標楷體" panose="03000509000000000000" pitchFamily="65" charset="-120"/>
                <a:ea typeface="標楷體" panose="03000509000000000000" pitchFamily="65" charset="-120"/>
              </a:rPr>
              <a:t>4</a:t>
            </a:r>
            <a:r>
              <a:rPr lang="zh-TW" altLang="en-US" sz="2400" u="sng" dirty="0" smtClean="0">
                <a:solidFill>
                  <a:srgbClr val="D0610E"/>
                </a:solidFill>
                <a:latin typeface="標楷體" panose="03000509000000000000" pitchFamily="65" charset="-120"/>
                <a:ea typeface="標楷體" panose="03000509000000000000" pitchFamily="65" charset="-120"/>
              </a:rPr>
              <a:t>月</a:t>
            </a:r>
            <a:endParaRPr lang="en-US" altLang="zh-TW" sz="2400" u="sng" dirty="0" smtClean="0">
              <a:solidFill>
                <a:srgbClr val="D0610E"/>
              </a:solidFill>
              <a:latin typeface="標楷體" panose="03000509000000000000" pitchFamily="65" charset="-120"/>
              <a:ea typeface="標楷體" panose="03000509000000000000" pitchFamily="65" charset="-120"/>
            </a:endParaRPr>
          </a:p>
          <a:p>
            <a:pPr marL="457200" indent="-457200">
              <a:spcBef>
                <a:spcPts val="600"/>
              </a:spcBef>
              <a:spcAft>
                <a:spcPts val="600"/>
              </a:spcAft>
              <a:buFont typeface="Arial" panose="020B0604020202020204" pitchFamily="34" charset="0"/>
              <a:buChar char="•"/>
            </a:pPr>
            <a:r>
              <a:rPr lang="zh-TW" altLang="en-US" dirty="0">
                <a:latin typeface="標楷體" panose="03000509000000000000" pitchFamily="65" charset="-120"/>
                <a:ea typeface="標楷體" panose="03000509000000000000" pitchFamily="65" charset="-120"/>
              </a:rPr>
              <a:t>為強化與永續發展政府資料開放，提升政府資料品質及其加值應用效益，依據「政府資料開放優質標章暨深化應用獎勵措施」將舉辦「資料開放金質獎」、「資料開放應用獎」及「資料開放人氣獎</a:t>
            </a:r>
            <a:r>
              <a:rPr lang="zh-TW" altLang="en-US" dirty="0" smtClean="0">
                <a:latin typeface="標楷體" panose="03000509000000000000" pitchFamily="65" charset="-120"/>
                <a:ea typeface="標楷體" panose="03000509000000000000" pitchFamily="65" charset="-120"/>
              </a:rPr>
              <a:t>」。</a:t>
            </a:r>
            <a:endParaRPr lang="en-US" altLang="zh-TW" dirty="0" smtClean="0">
              <a:latin typeface="標楷體" panose="03000509000000000000" pitchFamily="65" charset="-120"/>
              <a:ea typeface="標楷體" panose="03000509000000000000" pitchFamily="65" charset="-120"/>
            </a:endParaRPr>
          </a:p>
          <a:p>
            <a:pPr marL="457200" indent="-457200">
              <a:spcBef>
                <a:spcPts val="600"/>
              </a:spcBef>
              <a:spcAft>
                <a:spcPts val="600"/>
              </a:spcAft>
              <a:buFont typeface="Arial" panose="020B0604020202020204" pitchFamily="34" charset="0"/>
              <a:buChar char="•"/>
            </a:pPr>
            <a:r>
              <a:rPr lang="zh-TW" altLang="en-US" dirty="0">
                <a:latin typeface="標楷體" panose="03000509000000000000" pitchFamily="65" charset="-120"/>
                <a:ea typeface="標楷體" panose="03000509000000000000" pitchFamily="65" charset="-120"/>
              </a:rPr>
              <a:t>資料</a:t>
            </a:r>
            <a:r>
              <a:rPr lang="zh-TW" altLang="en-US" dirty="0" smtClean="0">
                <a:latin typeface="標楷體" panose="03000509000000000000" pitchFamily="65" charset="-120"/>
                <a:ea typeface="標楷體" panose="03000509000000000000" pitchFamily="65" charset="-120"/>
              </a:rPr>
              <a:t>統計及報名截止</a:t>
            </a:r>
            <a:r>
              <a:rPr lang="zh-TW" altLang="en-US" dirty="0">
                <a:latin typeface="標楷體" panose="03000509000000000000" pitchFamily="65" charset="-120"/>
                <a:ea typeface="標楷體" panose="03000509000000000000" pitchFamily="65" charset="-120"/>
              </a:rPr>
              <a:t>時間為</a:t>
            </a:r>
            <a:r>
              <a:rPr lang="en-US" altLang="zh-TW" dirty="0">
                <a:latin typeface="標楷體" panose="03000509000000000000" pitchFamily="65" charset="-120"/>
                <a:ea typeface="標楷體" panose="03000509000000000000" pitchFamily="65" charset="-120"/>
              </a:rPr>
              <a:t>108</a:t>
            </a:r>
            <a:r>
              <a:rPr lang="zh-TW" altLang="en-US" dirty="0">
                <a:latin typeface="標楷體" panose="03000509000000000000" pitchFamily="65" charset="-120"/>
                <a:ea typeface="標楷體" panose="03000509000000000000" pitchFamily="65" charset="-120"/>
              </a:rPr>
              <a:t>年</a:t>
            </a:r>
            <a:r>
              <a:rPr lang="en-US" altLang="zh-TW" dirty="0">
                <a:latin typeface="標楷體" panose="03000509000000000000" pitchFamily="65" charset="-120"/>
                <a:ea typeface="標楷體" panose="03000509000000000000" pitchFamily="65" charset="-120"/>
              </a:rPr>
              <a:t>7</a:t>
            </a:r>
            <a:r>
              <a:rPr lang="zh-TW" altLang="en-US" dirty="0">
                <a:latin typeface="標楷體" panose="03000509000000000000" pitchFamily="65" charset="-120"/>
                <a:ea typeface="標楷體" panose="03000509000000000000" pitchFamily="65" charset="-120"/>
              </a:rPr>
              <a:t>月</a:t>
            </a:r>
            <a:r>
              <a:rPr lang="en-US" altLang="zh-TW" dirty="0">
                <a:latin typeface="標楷體" panose="03000509000000000000" pitchFamily="65" charset="-120"/>
                <a:ea typeface="標楷體" panose="03000509000000000000" pitchFamily="65" charset="-120"/>
              </a:rPr>
              <a:t>31</a:t>
            </a:r>
            <a:r>
              <a:rPr lang="zh-TW" altLang="en-US" dirty="0" smtClean="0">
                <a:latin typeface="標楷體" panose="03000509000000000000" pitchFamily="65" charset="-120"/>
                <a:ea typeface="標楷體" panose="03000509000000000000" pitchFamily="65" charset="-120"/>
              </a:rPr>
              <a:t>日。</a:t>
            </a:r>
            <a:endParaRPr lang="zh-TW" altLang="en-US" dirty="0">
              <a:latin typeface="標楷體" panose="03000509000000000000" pitchFamily="65" charset="-120"/>
              <a:ea typeface="標楷體" panose="03000509000000000000" pitchFamily="65" charset="-120"/>
            </a:endParaRPr>
          </a:p>
        </p:txBody>
      </p:sp>
      <p:sp>
        <p:nvSpPr>
          <p:cNvPr id="8" name="標題 1"/>
          <p:cNvSpPr txBox="1">
            <a:spLocks/>
          </p:cNvSpPr>
          <p:nvPr/>
        </p:nvSpPr>
        <p:spPr>
          <a:xfrm>
            <a:off x="10344" y="980728"/>
            <a:ext cx="9133656" cy="1053071"/>
          </a:xfrm>
          <a:prstGeom prst="rect">
            <a:avLst/>
          </a:prstGeom>
          <a:gradFill flip="none" rotWithShape="1">
            <a:gsLst>
              <a:gs pos="0">
                <a:srgbClr val="6699FF">
                  <a:alpha val="49000"/>
                </a:srgbClr>
              </a:gs>
              <a:gs pos="50000">
                <a:srgbClr val="57FFD7">
                  <a:tint val="44500"/>
                  <a:satMod val="160000"/>
                </a:srgbClr>
              </a:gs>
              <a:gs pos="100000">
                <a:srgbClr val="57FFD7">
                  <a:tint val="23500"/>
                  <a:satMod val="160000"/>
                </a:srgbClr>
              </a:gs>
            </a:gsLst>
            <a:lin ang="16200000" scaled="1"/>
            <a:tileRect/>
          </a:gradFill>
        </p:spPr>
        <p:style>
          <a:lnRef idx="0">
            <a:schemeClr val="accent3"/>
          </a:lnRef>
          <a:fillRef idx="3">
            <a:schemeClr val="accent3"/>
          </a:fillRef>
          <a:effectRef idx="3">
            <a:schemeClr val="accent3"/>
          </a:effectRef>
          <a:fontRef idx="minor">
            <a:schemeClr val="lt1"/>
          </a:fontRef>
        </p:style>
        <p:txBody>
          <a:bodyPr anchor="ct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marL="896938" indent="-449263" algn="l" defTabSz="915988">
              <a:spcBef>
                <a:spcPts val="1200"/>
              </a:spcBef>
              <a:spcAft>
                <a:spcPts val="1200"/>
              </a:spcAft>
            </a:pPr>
            <a:r>
              <a:rPr lang="en-US" altLang="zh-TW" sz="3600" b="0" spc="-150" dirty="0" smtClean="0">
                <a:latin typeface="標楷體" pitchFamily="65" charset="-120"/>
                <a:ea typeface="標楷體" pitchFamily="65" charset="-120"/>
              </a:rPr>
              <a:t>108</a:t>
            </a:r>
            <a:r>
              <a:rPr lang="zh-TW" altLang="en-US" sz="3600" b="0" spc="-150" dirty="0" smtClean="0">
                <a:latin typeface="標楷體" pitchFamily="65" charset="-120"/>
                <a:ea typeface="標楷體" pitchFamily="65" charset="-120"/>
              </a:rPr>
              <a:t>年度政府資料開放獎勵活動開辦</a:t>
            </a:r>
            <a:endParaRPr lang="en-US" altLang="zh-TW" sz="3600" b="0" spc="-150" dirty="0">
              <a:latin typeface="標楷體" pitchFamily="65" charset="-120"/>
              <a:ea typeface="標楷體" pitchFamily="65" charset="-120"/>
            </a:endParaRPr>
          </a:p>
        </p:txBody>
      </p:sp>
      <p:sp>
        <p:nvSpPr>
          <p:cNvPr id="7" name="標題 1"/>
          <p:cNvSpPr txBox="1">
            <a:spLocks/>
          </p:cNvSpPr>
          <p:nvPr/>
        </p:nvSpPr>
        <p:spPr>
          <a:xfrm>
            <a:off x="7740352" y="644349"/>
            <a:ext cx="1403648" cy="417764"/>
          </a:xfrm>
          <a:prstGeom prst="rect">
            <a:avLst/>
          </a:prstGeom>
          <a:noFill/>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r"/>
            <a:r>
              <a:rPr lang="en-US" altLang="zh-TW" sz="1600" kern="0" dirty="0" smtClean="0">
                <a:solidFill>
                  <a:srgbClr val="C00000"/>
                </a:solidFill>
                <a:latin typeface="標楷體" panose="03000509000000000000" pitchFamily="65" charset="-120"/>
                <a:ea typeface="標楷體" panose="03000509000000000000" pitchFamily="65" charset="-120"/>
              </a:rPr>
              <a:t>(</a:t>
            </a:r>
            <a:r>
              <a:rPr lang="zh-TW" altLang="en-US" sz="1600" kern="0" dirty="0" smtClean="0">
                <a:solidFill>
                  <a:srgbClr val="C00000"/>
                </a:solidFill>
                <a:latin typeface="標楷體" panose="03000509000000000000" pitchFamily="65" charset="-120"/>
                <a:ea typeface="標楷體" panose="03000509000000000000" pitchFamily="65" charset="-120"/>
              </a:rPr>
              <a:t>詳議程</a:t>
            </a:r>
            <a:r>
              <a:rPr lang="en-US" altLang="zh-TW" sz="1600" kern="0" dirty="0" smtClean="0">
                <a:solidFill>
                  <a:srgbClr val="C00000"/>
                </a:solidFill>
                <a:latin typeface="標楷體" panose="03000509000000000000" pitchFamily="65" charset="-120"/>
                <a:ea typeface="標楷體" panose="03000509000000000000" pitchFamily="65" charset="-120"/>
              </a:rPr>
              <a:t>P.17)</a:t>
            </a:r>
            <a:endParaRPr lang="zh-TW" altLang="en-US" sz="1600" kern="0" dirty="0">
              <a:solidFill>
                <a:srgbClr val="C00000"/>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320463354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圖片 7"/>
          <p:cNvPicPr>
            <a:picLocks noChangeAspect="1"/>
          </p:cNvPicPr>
          <p:nvPr/>
        </p:nvPicPr>
        <p:blipFill>
          <a:blip r:embed="rId3">
            <a:lum bright="70000" contrast="-70000"/>
          </a:blip>
          <a:stretch>
            <a:fillRect/>
          </a:stretch>
        </p:blipFill>
        <p:spPr>
          <a:xfrm>
            <a:off x="35496" y="1"/>
            <a:ext cx="2657757" cy="2636912"/>
          </a:xfrm>
          <a:prstGeom prst="rect">
            <a:avLst/>
          </a:prstGeom>
        </p:spPr>
      </p:pic>
      <p:sp>
        <p:nvSpPr>
          <p:cNvPr id="4" name="投影片編號版面配置區 3"/>
          <p:cNvSpPr>
            <a:spLocks noGrp="1"/>
          </p:cNvSpPr>
          <p:nvPr>
            <p:ph type="sldNum" sz="quarter" idx="10"/>
          </p:nvPr>
        </p:nvSpPr>
        <p:spPr/>
        <p:txBody>
          <a:bodyPr/>
          <a:lstStyle/>
          <a:p>
            <a:fld id="{3AE53AB2-F19A-4BD0-B915-C2175D5F5FF6}" type="slidenum">
              <a:rPr lang="en-US" altLang="zh-TW" smtClean="0">
                <a:solidFill>
                  <a:srgbClr val="000000"/>
                </a:solidFill>
              </a:rPr>
              <a:pPr/>
              <a:t>24</a:t>
            </a:fld>
            <a:endParaRPr lang="en-US" altLang="zh-TW" dirty="0">
              <a:solidFill>
                <a:srgbClr val="000000"/>
              </a:solidFill>
            </a:endParaRPr>
          </a:p>
        </p:txBody>
      </p:sp>
      <p:sp>
        <p:nvSpPr>
          <p:cNvPr id="6" name="標題 1"/>
          <p:cNvSpPr txBox="1">
            <a:spLocks/>
          </p:cNvSpPr>
          <p:nvPr/>
        </p:nvSpPr>
        <p:spPr>
          <a:xfrm>
            <a:off x="1210766" y="1126354"/>
            <a:ext cx="4320480" cy="1008112"/>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zh-TW" altLang="en-US" kern="0" dirty="0" smtClean="0"/>
              <a:t>肆、討論事項</a:t>
            </a:r>
            <a:endParaRPr lang="zh-TW" altLang="en-US" kern="0" dirty="0"/>
          </a:p>
        </p:txBody>
      </p:sp>
      <p:sp>
        <p:nvSpPr>
          <p:cNvPr id="5" name="標題 1"/>
          <p:cNvSpPr txBox="1">
            <a:spLocks/>
          </p:cNvSpPr>
          <p:nvPr/>
        </p:nvSpPr>
        <p:spPr>
          <a:xfrm>
            <a:off x="1259632" y="2134466"/>
            <a:ext cx="7416825" cy="3958830"/>
          </a:xfrm>
          <a:prstGeom prst="rect">
            <a:avLst/>
          </a:prstGeom>
        </p:spPr>
        <p:txBody>
          <a:bodyPr/>
          <a:lstStyle>
            <a:defPPr>
              <a:defRPr lang="zh-TW"/>
            </a:defPPr>
            <a:lvl1pPr marL="896938" indent="-896938" eaLnBrk="0" fontAlgn="base" hangingPunct="0">
              <a:lnSpc>
                <a:spcPct val="150000"/>
              </a:lnSpc>
              <a:spcBef>
                <a:spcPts val="600"/>
              </a:spcBef>
              <a:spcAft>
                <a:spcPts val="600"/>
              </a:spcAft>
              <a:defRPr kumimoji="1" sz="3600" b="1">
                <a:solidFill>
                  <a:srgbClr val="002060"/>
                </a:solidFill>
                <a:latin typeface="微軟正黑體 Light" panose="020B0304030504040204" pitchFamily="34" charset="-120"/>
                <a:ea typeface="微軟正黑體 Light" panose="020B0304030504040204" pitchFamily="34" charset="-120"/>
                <a:cs typeface="+mj-cs"/>
              </a:defRPr>
            </a:lvl1pPr>
            <a:lvl2pPr algn="ctr"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fontAlgn="base">
              <a:spcBef>
                <a:spcPct val="0"/>
              </a:spcBef>
              <a:spcAft>
                <a:spcPct val="0"/>
              </a:spcAft>
              <a:defRPr kumimoji="1" sz="4400">
                <a:solidFill>
                  <a:schemeClr val="tx2"/>
                </a:solidFill>
                <a:latin typeface="新細明體" charset="-120"/>
                <a:ea typeface="華康龍門石碑" pitchFamily="65" charset="-120"/>
              </a:defRPr>
            </a:lvl6pPr>
            <a:lvl7pPr marL="914400" algn="ctr" fontAlgn="base">
              <a:spcBef>
                <a:spcPct val="0"/>
              </a:spcBef>
              <a:spcAft>
                <a:spcPct val="0"/>
              </a:spcAft>
              <a:defRPr kumimoji="1" sz="4400">
                <a:solidFill>
                  <a:schemeClr val="tx2"/>
                </a:solidFill>
                <a:latin typeface="新細明體" charset="-120"/>
                <a:ea typeface="華康龍門石碑" pitchFamily="65" charset="-120"/>
              </a:defRPr>
            </a:lvl7pPr>
            <a:lvl8pPr marL="1371600" algn="ctr" fontAlgn="base">
              <a:spcBef>
                <a:spcPct val="0"/>
              </a:spcBef>
              <a:spcAft>
                <a:spcPct val="0"/>
              </a:spcAft>
              <a:defRPr kumimoji="1" sz="4400">
                <a:solidFill>
                  <a:schemeClr val="tx2"/>
                </a:solidFill>
                <a:latin typeface="新細明體" charset="-120"/>
                <a:ea typeface="華康龍門石碑" pitchFamily="65" charset="-120"/>
              </a:defRPr>
            </a:lvl8pPr>
            <a:lvl9pPr marL="1828800" algn="ctr" fontAlgn="base">
              <a:spcBef>
                <a:spcPct val="0"/>
              </a:spcBef>
              <a:spcAft>
                <a:spcPct val="0"/>
              </a:spcAft>
              <a:defRPr kumimoji="1" sz="4400">
                <a:solidFill>
                  <a:schemeClr val="tx2"/>
                </a:solidFill>
                <a:latin typeface="新細明體" charset="-120"/>
                <a:ea typeface="華康龍門石碑" pitchFamily="65" charset="-120"/>
              </a:defRPr>
            </a:lvl9pPr>
          </a:lstStyle>
          <a:p>
            <a:pPr marL="804863" indent="-804863">
              <a:lnSpc>
                <a:spcPct val="100000"/>
              </a:lnSpc>
            </a:pPr>
            <a:r>
              <a:rPr lang="zh-TW" altLang="en-US" sz="3200" u="sng" dirty="0" smtClean="0">
                <a:solidFill>
                  <a:srgbClr val="D0610E"/>
                </a:solidFill>
              </a:rPr>
              <a:t>一</a:t>
            </a:r>
            <a:r>
              <a:rPr lang="zh-TW" altLang="zh-TW" sz="3200" u="sng" dirty="0" smtClean="0">
                <a:solidFill>
                  <a:srgbClr val="D0610E"/>
                </a:solidFill>
              </a:rPr>
              <a:t>、</a:t>
            </a:r>
            <a:r>
              <a:rPr lang="zh-TW" altLang="zh-TW" sz="3200" u="sng" dirty="0">
                <a:solidFill>
                  <a:srgbClr val="D0610E"/>
                </a:solidFill>
              </a:rPr>
              <a:t>本會</a:t>
            </a:r>
            <a:r>
              <a:rPr lang="en-US" altLang="zh-TW" sz="3200" u="sng" dirty="0" smtClean="0">
                <a:solidFill>
                  <a:srgbClr val="D0610E"/>
                </a:solidFill>
              </a:rPr>
              <a:t>107</a:t>
            </a:r>
            <a:r>
              <a:rPr lang="zh-TW" altLang="zh-TW" sz="3200" u="sng" dirty="0" smtClean="0">
                <a:solidFill>
                  <a:srgbClr val="D0610E"/>
                </a:solidFill>
              </a:rPr>
              <a:t>年度</a:t>
            </a:r>
            <a:r>
              <a:rPr lang="zh-TW" altLang="zh-TW" sz="3200" u="sng" dirty="0">
                <a:solidFill>
                  <a:srgbClr val="D0610E"/>
                </a:solidFill>
              </a:rPr>
              <a:t>資料開放績效考核結果與敍獎</a:t>
            </a:r>
            <a:r>
              <a:rPr lang="zh-TW" altLang="zh-TW" sz="3200" u="sng" dirty="0" smtClean="0">
                <a:solidFill>
                  <a:srgbClr val="D0610E"/>
                </a:solidFill>
              </a:rPr>
              <a:t>建議</a:t>
            </a:r>
            <a:endParaRPr lang="en-US" altLang="zh-TW" sz="3200" u="sng" dirty="0" smtClean="0">
              <a:solidFill>
                <a:srgbClr val="D0610E"/>
              </a:solidFill>
            </a:endParaRPr>
          </a:p>
          <a:p>
            <a:pPr marL="804863" indent="-804863">
              <a:lnSpc>
                <a:spcPct val="100000"/>
              </a:lnSpc>
            </a:pPr>
            <a:r>
              <a:rPr lang="zh-TW" altLang="en-US" sz="3200" dirty="0" smtClean="0"/>
              <a:t>二</a:t>
            </a:r>
            <a:r>
              <a:rPr lang="zh-HK" altLang="zh-TW" sz="3200" dirty="0" smtClean="0"/>
              <a:t>、</a:t>
            </a:r>
            <a:r>
              <a:rPr lang="zh-TW" altLang="en-US" sz="3200" dirty="0"/>
              <a:t>臺灣省政府已開放資料集整併及下架作業</a:t>
            </a:r>
          </a:p>
          <a:p>
            <a:pPr marL="804863" indent="-804863">
              <a:lnSpc>
                <a:spcPct val="100000"/>
              </a:lnSpc>
            </a:pPr>
            <a:r>
              <a:rPr lang="zh-TW" altLang="en-US" sz="3200" dirty="0" smtClean="0"/>
              <a:t>三</a:t>
            </a:r>
            <a:r>
              <a:rPr lang="zh-TW" altLang="zh-TW" sz="3200" dirty="0" smtClean="0"/>
              <a:t>、</a:t>
            </a:r>
            <a:r>
              <a:rPr lang="en-US" altLang="zh-TW" sz="3200" dirty="0" smtClean="0"/>
              <a:t>108</a:t>
            </a:r>
            <a:r>
              <a:rPr lang="zh-HK" altLang="zh-TW" sz="3200" dirty="0" smtClean="0"/>
              <a:t>年</a:t>
            </a:r>
            <a:r>
              <a:rPr lang="zh-TW" altLang="en-US" sz="3200" dirty="0" smtClean="0"/>
              <a:t>度</a:t>
            </a:r>
            <a:r>
              <a:rPr lang="zh-HK" altLang="zh-TW" sz="3200" dirty="0" smtClean="0"/>
              <a:t>第</a:t>
            </a:r>
            <a:r>
              <a:rPr lang="en-US" altLang="zh-TW" sz="3200" dirty="0"/>
              <a:t>1</a:t>
            </a:r>
            <a:r>
              <a:rPr lang="zh-HK" altLang="zh-TW" sz="3200" dirty="0"/>
              <a:t>季</a:t>
            </a:r>
            <a:r>
              <a:rPr lang="zh-TW" altLang="zh-TW" sz="3200" dirty="0"/>
              <a:t>資料盤點結果擬新增開放項目</a:t>
            </a:r>
          </a:p>
        </p:txBody>
      </p:sp>
      <mc:AlternateContent xmlns:mc="http://schemas.openxmlformats.org/markup-compatibility/2006" xmlns:a14="http://schemas.microsoft.com/office/drawing/2010/main">
        <mc:Choice Requires="a14">
          <p:sp>
            <p:nvSpPr>
              <p:cNvPr id="7" name="文字方塊 6"/>
              <p:cNvSpPr txBox="1"/>
              <p:nvPr/>
            </p:nvSpPr>
            <p:spPr>
              <a:xfrm rot="17062641">
                <a:off x="247518" y="1915921"/>
                <a:ext cx="1322991" cy="940963"/>
              </a:xfrm>
              <a:prstGeom prst="rect">
                <a:avLst/>
              </a:prstGeom>
              <a:noFill/>
            </p:spPr>
            <p:txBody>
              <a:bodyPr vert="eaVert"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8000" b="1" i="0" smtClean="0">
                          <a:solidFill>
                            <a:srgbClr val="D0610E"/>
                          </a:solidFill>
                          <a:effectLst>
                            <a:outerShdw blurRad="38100" dist="38100" dir="2700000" algn="tl">
                              <a:srgbClr val="000000">
                                <a:alpha val="43137"/>
                              </a:srgbClr>
                            </a:outerShdw>
                          </a:effectLst>
                          <a:latin typeface="Cambria Math" panose="02040503050406030204" pitchFamily="18" charset="0"/>
                        </a:rPr>
                        <m:t>√</m:t>
                      </m:r>
                    </m:oMath>
                  </m:oMathPara>
                </a14:m>
                <a:endParaRPr lang="zh-TW" altLang="en-US" sz="8000" b="1" dirty="0" smtClean="0">
                  <a:solidFill>
                    <a:srgbClr val="D0610E"/>
                  </a:solidFill>
                  <a:effectLst>
                    <a:outerShdw blurRad="38100" dist="38100" dir="2700000" algn="tl">
                      <a:srgbClr val="000000">
                        <a:alpha val="43137"/>
                      </a:srgbClr>
                    </a:outerShdw>
                  </a:effectLst>
                </a:endParaRPr>
              </a:p>
            </p:txBody>
          </p:sp>
        </mc:Choice>
        <mc:Fallback xmlns="">
          <p:sp>
            <p:nvSpPr>
              <p:cNvPr id="7" name="文字方塊 6"/>
              <p:cNvSpPr txBox="1">
                <a:spLocks noRot="1" noChangeAspect="1" noMove="1" noResize="1" noEditPoints="1" noAdjustHandles="1" noChangeArrowheads="1" noChangeShapeType="1" noTextEdit="1"/>
              </p:cNvSpPr>
              <p:nvPr/>
            </p:nvSpPr>
            <p:spPr>
              <a:xfrm rot="17062641">
                <a:off x="247518" y="1915921"/>
                <a:ext cx="1322991" cy="940963"/>
              </a:xfrm>
              <a:prstGeom prst="rect">
                <a:avLst/>
              </a:prstGeom>
              <a:blipFill rotWithShape="0">
                <a:blip r:embed="rId4"/>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66265321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6" name="图片 44"/>
          <p:cNvPicPr>
            <a:picLocks noChangeAspect="1"/>
          </p:cNvPicPr>
          <p:nvPr/>
        </p:nvPicPr>
        <p:blipFill rotWithShape="1">
          <a:blip r:embed="rId3">
            <a:duotone>
              <a:prstClr val="black"/>
              <a:srgbClr val="FFCC00">
                <a:tint val="45000"/>
                <a:satMod val="400000"/>
              </a:srgbClr>
            </a:duotone>
            <a:extLst>
              <a:ext uri="{28A0092B-C50C-407E-A947-70E740481C1C}">
                <a14:useLocalDpi xmlns:a14="http://schemas.microsoft.com/office/drawing/2010/main" val="0"/>
              </a:ext>
            </a:extLst>
          </a:blip>
          <a:srcRect t="72112"/>
          <a:stretch/>
        </p:blipFill>
        <p:spPr>
          <a:xfrm>
            <a:off x="7171771" y="5949280"/>
            <a:ext cx="1172510" cy="664624"/>
          </a:xfrm>
          <a:prstGeom prst="rect">
            <a:avLst/>
          </a:prstGeom>
        </p:spPr>
      </p:pic>
      <p:sp>
        <p:nvSpPr>
          <p:cNvPr id="4" name="投影片編號版面配置區 3"/>
          <p:cNvSpPr>
            <a:spLocks noGrp="1"/>
          </p:cNvSpPr>
          <p:nvPr>
            <p:ph type="sldNum" sz="quarter" idx="10"/>
          </p:nvPr>
        </p:nvSpPr>
        <p:spPr/>
        <p:txBody>
          <a:bodyPr/>
          <a:lstStyle/>
          <a:p>
            <a:fld id="{900B4382-7C4E-4E7B-8DB7-FB39E0211E21}" type="slidenum">
              <a:rPr lang="zh-TW" altLang="en-US" smtClean="0">
                <a:solidFill>
                  <a:prstClr val="black"/>
                </a:solidFill>
              </a:rPr>
              <a:pPr/>
              <a:t>25</a:t>
            </a:fld>
            <a:endParaRPr lang="zh-TW" altLang="en-US">
              <a:solidFill>
                <a:prstClr val="black"/>
              </a:solidFill>
            </a:endParaRPr>
          </a:p>
        </p:txBody>
      </p:sp>
      <p:grpSp>
        <p:nvGrpSpPr>
          <p:cNvPr id="45" name="群組 44"/>
          <p:cNvGrpSpPr/>
          <p:nvPr/>
        </p:nvGrpSpPr>
        <p:grpSpPr>
          <a:xfrm>
            <a:off x="827584" y="1096914"/>
            <a:ext cx="7435731" cy="5516991"/>
            <a:chOff x="892109" y="513651"/>
            <a:chExt cx="7435731" cy="5516991"/>
          </a:xfrm>
        </p:grpSpPr>
        <p:pic>
          <p:nvPicPr>
            <p:cNvPr id="9" name="图片 40"/>
            <p:cNvPicPr>
              <a:picLocks noChangeAspect="1"/>
            </p:cNvPicPr>
            <p:nvPr/>
          </p:nvPicPr>
          <p:blipFill>
            <a:blip r:embed="rId4">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2172609" y="1412775"/>
              <a:ext cx="1172510" cy="4617865"/>
            </a:xfrm>
            <a:prstGeom prst="rect">
              <a:avLst/>
            </a:prstGeom>
          </p:spPr>
        </p:pic>
        <p:pic>
          <p:nvPicPr>
            <p:cNvPr id="11" name="图片 42"/>
            <p:cNvPicPr>
              <a:picLocks noChangeAspect="1"/>
            </p:cNvPicPr>
            <p:nvPr/>
          </p:nvPicPr>
          <p:blipFill>
            <a:blip r:embed="rId5">
              <a:duotone>
                <a:prstClr val="black"/>
                <a:srgbClr val="6699FF">
                  <a:tint val="45000"/>
                  <a:satMod val="400000"/>
                </a:srgbClr>
              </a:duotone>
              <a:extLst>
                <a:ext uri="{28A0092B-C50C-407E-A947-70E740481C1C}">
                  <a14:useLocalDpi xmlns:a14="http://schemas.microsoft.com/office/drawing/2010/main" val="0"/>
                </a:ext>
              </a:extLst>
            </a:blip>
            <a:stretch>
              <a:fillRect/>
            </a:stretch>
          </p:blipFill>
          <p:spPr>
            <a:xfrm>
              <a:off x="4718643" y="1412776"/>
              <a:ext cx="1172510" cy="4617866"/>
            </a:xfrm>
            <a:prstGeom prst="rect">
              <a:avLst/>
            </a:prstGeom>
          </p:spPr>
        </p:pic>
        <p:pic>
          <p:nvPicPr>
            <p:cNvPr id="12" name="图片 43"/>
            <p:cNvPicPr>
              <a:picLocks noChangeAspect="1"/>
            </p:cNvPicPr>
            <p:nvPr/>
          </p:nvPicPr>
          <p:blipFill>
            <a:blip r:embed="rId6">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92109" y="1052736"/>
              <a:ext cx="1144131" cy="4977905"/>
            </a:xfrm>
            <a:prstGeom prst="rect">
              <a:avLst/>
            </a:prstGeom>
          </p:spPr>
        </p:pic>
        <p:sp>
          <p:nvSpPr>
            <p:cNvPr id="25" name="TextBox 56"/>
            <p:cNvSpPr txBox="1"/>
            <p:nvPr/>
          </p:nvSpPr>
          <p:spPr>
            <a:xfrm>
              <a:off x="1088074" y="1230093"/>
              <a:ext cx="1044951" cy="683264"/>
            </a:xfrm>
            <a:prstGeom prst="rect">
              <a:avLst/>
            </a:prstGeom>
            <a:noFill/>
          </p:spPr>
          <p:txBody>
            <a:bodyPr wrap="square" rtlCol="0">
              <a:spAutoFit/>
            </a:bodyPr>
            <a:lstStyle>
              <a:defPPr>
                <a:defRPr lang="en-US"/>
              </a:defPPr>
              <a:lvl1pPr marR="0" lvl="0" indent="0" algn="ctr" fontAlgn="auto">
                <a:lnSpc>
                  <a:spcPct val="80000"/>
                </a:lnSpc>
                <a:spcBef>
                  <a:spcPts val="0"/>
                </a:spcBef>
                <a:spcAft>
                  <a:spcPts val="0"/>
                </a:spcAft>
                <a:buClrTx/>
                <a:buSzTx/>
                <a:buFontTx/>
                <a:buNone/>
                <a:tabLst/>
                <a:defRPr kumimoji="0" sz="4000" b="1" i="0" u="none" strike="noStrike" kern="0" cap="none" spc="0" normalizeH="0" baseline="0">
                  <a:ln w="18415" cmpd="sng">
                    <a:noFill/>
                    <a:prstDash val="solid"/>
                  </a:ln>
                  <a:solidFill>
                    <a:srgbClr val="003964"/>
                  </a:solidFill>
                  <a:effectLst>
                    <a:outerShdw dist="38100" dir="5400000" algn="t" rotWithShape="0">
                      <a:schemeClr val="bg1">
                        <a:alpha val="55000"/>
                      </a:schemeClr>
                    </a:outerShdw>
                  </a:effectLst>
                  <a:uLnTx/>
                  <a:uFillTx/>
                  <a:latin typeface="Adidas Unity" pitchFamily="2" charset="0"/>
                  <a:ea typeface="微软雅黑" pitchFamily="34" charset="-122"/>
                  <a:cs typeface="Times New Roman" pitchFamily="18" charset="0"/>
                </a:defRPr>
              </a:lvl1pPr>
            </a:lstStyle>
            <a:p>
              <a:r>
                <a:rPr lang="en-US" altLang="zh-TW" sz="2400" dirty="0" smtClean="0">
                  <a:solidFill>
                    <a:srgbClr val="6F3505"/>
                  </a:solidFill>
                  <a:latin typeface="Arial Rounded MT Bold" pitchFamily="34" charset="0"/>
                </a:rPr>
                <a:t>107.8</a:t>
              </a:r>
              <a:r>
                <a:rPr lang="en-US" altLang="zh-CN" sz="2400" dirty="0" smtClean="0">
                  <a:solidFill>
                    <a:srgbClr val="6F3505"/>
                  </a:solidFill>
                  <a:latin typeface="Arial Rounded MT Bold" pitchFamily="34" charset="0"/>
                </a:rPr>
                <a:t>%</a:t>
              </a:r>
              <a:endParaRPr lang="zh-CN" altLang="en-US" sz="2400" dirty="0">
                <a:solidFill>
                  <a:srgbClr val="6F3505"/>
                </a:solidFill>
                <a:latin typeface="Arial Rounded MT Bold" pitchFamily="34" charset="0"/>
              </a:endParaRPr>
            </a:p>
          </p:txBody>
        </p:sp>
        <p:sp>
          <p:nvSpPr>
            <p:cNvPr id="26" name="TextBox 57"/>
            <p:cNvSpPr txBox="1"/>
            <p:nvPr/>
          </p:nvSpPr>
          <p:spPr>
            <a:xfrm>
              <a:off x="2415833" y="1521615"/>
              <a:ext cx="968870" cy="683264"/>
            </a:xfrm>
            <a:prstGeom prst="rect">
              <a:avLst/>
            </a:prstGeom>
            <a:noFill/>
          </p:spPr>
          <p:txBody>
            <a:bodyPr wrap="square" rtlCol="0">
              <a:spAutoFit/>
            </a:bodyPr>
            <a:lstStyle>
              <a:defPPr>
                <a:defRPr lang="en-US"/>
              </a:defPPr>
              <a:lvl1pPr marR="0" lvl="0" indent="0" algn="ctr" fontAlgn="auto">
                <a:lnSpc>
                  <a:spcPct val="80000"/>
                </a:lnSpc>
                <a:spcBef>
                  <a:spcPts val="0"/>
                </a:spcBef>
                <a:spcAft>
                  <a:spcPts val="0"/>
                </a:spcAft>
                <a:buClrTx/>
                <a:buSzTx/>
                <a:buFontTx/>
                <a:buNone/>
                <a:tabLst/>
                <a:defRPr kumimoji="0" sz="2800" b="1" i="0" u="none" strike="noStrike" kern="0" cap="none" spc="0" normalizeH="0" baseline="0">
                  <a:ln w="18415" cmpd="sng">
                    <a:noFill/>
                    <a:prstDash val="solid"/>
                  </a:ln>
                  <a:solidFill>
                    <a:srgbClr val="003964"/>
                  </a:solidFill>
                  <a:effectLst>
                    <a:outerShdw dist="38100" dir="5400000" algn="t" rotWithShape="0">
                      <a:schemeClr val="bg1">
                        <a:alpha val="55000"/>
                      </a:schemeClr>
                    </a:outerShdw>
                  </a:effectLst>
                  <a:uLnTx/>
                  <a:uFillTx/>
                  <a:latin typeface="Adidas Unity" pitchFamily="2" charset="0"/>
                  <a:ea typeface="微软雅黑" pitchFamily="34" charset="-122"/>
                  <a:cs typeface="Times New Roman" pitchFamily="18" charset="0"/>
                </a:defRPr>
              </a:lvl1pPr>
            </a:lstStyle>
            <a:p>
              <a:r>
                <a:rPr lang="en-US" altLang="zh-TW" sz="2400" dirty="0" smtClean="0">
                  <a:solidFill>
                    <a:srgbClr val="441918"/>
                  </a:solidFill>
                  <a:latin typeface="Arial Rounded MT Bold" pitchFamily="34" charset="0"/>
                </a:rPr>
                <a:t>100</a:t>
              </a:r>
              <a:r>
                <a:rPr lang="en-US" altLang="zh-CN" sz="2400" dirty="0" smtClean="0">
                  <a:solidFill>
                    <a:srgbClr val="441918"/>
                  </a:solidFill>
                  <a:latin typeface="Arial Rounded MT Bold" pitchFamily="34" charset="0"/>
                </a:rPr>
                <a:t>%</a:t>
              </a:r>
              <a:endParaRPr lang="zh-CN" altLang="en-US" sz="2400" dirty="0">
                <a:solidFill>
                  <a:srgbClr val="441918"/>
                </a:solidFill>
                <a:latin typeface="Arial Rounded MT Bold" pitchFamily="34" charset="0"/>
              </a:endParaRPr>
            </a:p>
          </p:txBody>
        </p:sp>
        <p:sp>
          <p:nvSpPr>
            <p:cNvPr id="37" name="TextBox 74"/>
            <p:cNvSpPr txBox="1"/>
            <p:nvPr/>
          </p:nvSpPr>
          <p:spPr>
            <a:xfrm>
              <a:off x="1109445" y="513651"/>
              <a:ext cx="7218395" cy="523220"/>
            </a:xfrm>
            <a:prstGeom prst="rect">
              <a:avLst/>
            </a:prstGeom>
            <a:noFill/>
          </p:spPr>
          <p:txBody>
            <a:bodyPr wrap="square" rtlCol="0">
              <a:spAutoFit/>
            </a:bodyPr>
            <a:lstStyle>
              <a:defPPr>
                <a:defRPr lang="en-US"/>
              </a:defPPr>
              <a:lvl1pPr>
                <a:lnSpc>
                  <a:spcPct val="130000"/>
                </a:lnSpc>
                <a:defRPr sz="5400" b="1">
                  <a:solidFill>
                    <a:schemeClr val="tx1">
                      <a:lumMod val="65000"/>
                      <a:lumOff val="35000"/>
                    </a:schemeClr>
                  </a:solidFill>
                  <a:latin typeface="Agency FB" pitchFamily="34" charset="0"/>
                  <a:ea typeface="微软雅黑" pitchFamily="34" charset="-122"/>
                  <a:cs typeface="Calibri" pitchFamily="34" charset="0"/>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TW" altLang="en-US" sz="2800" b="1" i="0" u="none" strike="noStrike" kern="0" cap="none" spc="0" normalizeH="0" baseline="0" noProof="0" dirty="0" smtClean="0">
                  <a:ln>
                    <a:noFill/>
                  </a:ln>
                  <a:solidFill>
                    <a:sysClr val="windowText" lastClr="000000">
                      <a:lumMod val="75000"/>
                      <a:lumOff val="25000"/>
                    </a:sysClr>
                  </a:solidFill>
                  <a:effectLst>
                    <a:innerShdw blurRad="63500" dist="50800" dir="16200000">
                      <a:prstClr val="black">
                        <a:alpha val="50000"/>
                      </a:prstClr>
                    </a:innerShdw>
                  </a:effectLst>
                  <a:uLnTx/>
                  <a:uFillTx/>
                  <a:latin typeface="Arial Rounded MT Bold" pitchFamily="34" charset="0"/>
                  <a:ea typeface="微软雅黑" pitchFamily="34" charset="-122"/>
                  <a:cs typeface="Calibri" pitchFamily="34" charset="0"/>
                </a:rPr>
                <a:t>各項考核指標執行情形</a:t>
              </a:r>
              <a:endParaRPr kumimoji="0" lang="zh-CN" altLang="en-US" sz="2800" b="1" i="0" u="none" strike="noStrike" kern="0" cap="none" spc="0" normalizeH="0" baseline="0" noProof="0" dirty="0">
                <a:ln>
                  <a:noFill/>
                </a:ln>
                <a:solidFill>
                  <a:sysClr val="windowText" lastClr="000000">
                    <a:lumMod val="75000"/>
                    <a:lumOff val="25000"/>
                  </a:sysClr>
                </a:solidFill>
                <a:effectLst>
                  <a:innerShdw blurRad="63500" dist="50800" dir="16200000">
                    <a:prstClr val="black">
                      <a:alpha val="50000"/>
                    </a:prstClr>
                  </a:innerShdw>
                </a:effectLst>
                <a:uLnTx/>
                <a:uFillTx/>
                <a:latin typeface="Arial Rounded MT Bold" pitchFamily="34" charset="0"/>
                <a:ea typeface="微软雅黑" pitchFamily="34" charset="-122"/>
                <a:cs typeface="Calibri" pitchFamily="34" charset="0"/>
              </a:endParaRPr>
            </a:p>
          </p:txBody>
        </p:sp>
      </p:grpSp>
      <p:pic>
        <p:nvPicPr>
          <p:cNvPr id="7" name="图片 39"/>
          <p:cNvPicPr>
            <a:picLocks noChangeAspect="1"/>
          </p:cNvPicPr>
          <p:nvPr/>
        </p:nvPicPr>
        <p:blipFill>
          <a:blip r:embed="rId7">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3361873" y="2852935"/>
            <a:ext cx="1172510" cy="3760429"/>
          </a:xfrm>
          <a:prstGeom prst="rect">
            <a:avLst/>
          </a:prstGeom>
          <a:effectLst>
            <a:softEdge rad="0"/>
          </a:effectLst>
        </p:spPr>
      </p:pic>
      <p:pic>
        <p:nvPicPr>
          <p:cNvPr id="10" name="图片 41"/>
          <p:cNvPicPr>
            <a:picLocks noChangeAspect="1"/>
          </p:cNvPicPr>
          <p:nvPr/>
        </p:nvPicPr>
        <p:blipFill>
          <a:blip r:embed="rId8">
            <a:duotone>
              <a:prstClr val="black"/>
              <a:srgbClr val="FF99FF">
                <a:tint val="45000"/>
                <a:satMod val="400000"/>
              </a:srgbClr>
            </a:duotone>
            <a:extLst>
              <a:ext uri="{28A0092B-C50C-407E-A947-70E740481C1C}">
                <a14:useLocalDpi xmlns:a14="http://schemas.microsoft.com/office/drawing/2010/main" val="0"/>
              </a:ext>
            </a:extLst>
          </a:blip>
          <a:stretch>
            <a:fillRect/>
          </a:stretch>
        </p:blipFill>
        <p:spPr>
          <a:xfrm>
            <a:off x="5944606" y="2333765"/>
            <a:ext cx="1172510" cy="4247077"/>
          </a:xfrm>
          <a:prstGeom prst="rect">
            <a:avLst/>
          </a:prstGeom>
        </p:spPr>
      </p:pic>
      <p:sp>
        <p:nvSpPr>
          <p:cNvPr id="14" name="Oval 65"/>
          <p:cNvSpPr>
            <a:spLocks noChangeArrowheads="1"/>
          </p:cNvSpPr>
          <p:nvPr/>
        </p:nvSpPr>
        <p:spPr bwMode="auto">
          <a:xfrm rot="10800000" flipV="1">
            <a:off x="1937311" y="6526736"/>
            <a:ext cx="1341831" cy="174335"/>
          </a:xfrm>
          <a:prstGeom prst="ellipse">
            <a:avLst/>
          </a:prstGeom>
          <a:gradFill rotWithShape="1">
            <a:gsLst>
              <a:gs pos="0">
                <a:sysClr val="windowText" lastClr="000000">
                  <a:lumMod val="75000"/>
                  <a:lumOff val="25000"/>
                </a:sysClr>
              </a:gs>
              <a:gs pos="100000">
                <a:srgbClr val="EEECE1">
                  <a:alpha val="0"/>
                </a:srgbClr>
              </a:gs>
            </a:gsLst>
            <a:path path="shape">
              <a:fillToRect l="50000" t="50000" r="50000" b="50000"/>
            </a:path>
          </a:gradFill>
          <a:ln w="9525">
            <a:no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Arial" pitchFamily="34" charset="0"/>
              <a:ea typeface="宋体"/>
            </a:endParaRPr>
          </a:p>
        </p:txBody>
      </p:sp>
      <p:sp>
        <p:nvSpPr>
          <p:cNvPr id="15" name="Oval 65"/>
          <p:cNvSpPr>
            <a:spLocks noChangeArrowheads="1"/>
          </p:cNvSpPr>
          <p:nvPr/>
        </p:nvSpPr>
        <p:spPr bwMode="auto">
          <a:xfrm rot="10800000" flipV="1">
            <a:off x="3211961" y="6510288"/>
            <a:ext cx="1341831" cy="174335"/>
          </a:xfrm>
          <a:prstGeom prst="ellipse">
            <a:avLst/>
          </a:prstGeom>
          <a:gradFill rotWithShape="1">
            <a:gsLst>
              <a:gs pos="0">
                <a:sysClr val="windowText" lastClr="000000">
                  <a:lumMod val="75000"/>
                  <a:lumOff val="25000"/>
                </a:sysClr>
              </a:gs>
              <a:gs pos="100000">
                <a:srgbClr val="EEECE1">
                  <a:alpha val="0"/>
                </a:srgbClr>
              </a:gs>
            </a:gsLst>
            <a:path path="shape">
              <a:fillToRect l="50000" t="50000" r="50000" b="50000"/>
            </a:path>
          </a:gradFill>
          <a:ln w="9525">
            <a:no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Arial" pitchFamily="34" charset="0"/>
              <a:ea typeface="宋体"/>
            </a:endParaRPr>
          </a:p>
        </p:txBody>
      </p:sp>
      <p:sp>
        <p:nvSpPr>
          <p:cNvPr id="16" name="Oval 65"/>
          <p:cNvSpPr>
            <a:spLocks noChangeArrowheads="1"/>
          </p:cNvSpPr>
          <p:nvPr/>
        </p:nvSpPr>
        <p:spPr bwMode="auto">
          <a:xfrm rot="10800000" flipV="1">
            <a:off x="4451442" y="6517286"/>
            <a:ext cx="1341831" cy="174335"/>
          </a:xfrm>
          <a:prstGeom prst="ellipse">
            <a:avLst/>
          </a:prstGeom>
          <a:gradFill rotWithShape="1">
            <a:gsLst>
              <a:gs pos="0">
                <a:sysClr val="windowText" lastClr="000000">
                  <a:lumMod val="75000"/>
                  <a:lumOff val="25000"/>
                </a:sysClr>
              </a:gs>
              <a:gs pos="100000">
                <a:srgbClr val="EEECE1">
                  <a:alpha val="0"/>
                </a:srgbClr>
              </a:gs>
            </a:gsLst>
            <a:path path="shape">
              <a:fillToRect l="50000" t="50000" r="50000" b="50000"/>
            </a:path>
          </a:gradFill>
          <a:ln w="9525">
            <a:no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Arial" pitchFamily="34" charset="0"/>
              <a:ea typeface="宋体"/>
            </a:endParaRPr>
          </a:p>
        </p:txBody>
      </p:sp>
      <p:sp>
        <p:nvSpPr>
          <p:cNvPr id="17" name="Oval 65"/>
          <p:cNvSpPr>
            <a:spLocks noChangeArrowheads="1"/>
          </p:cNvSpPr>
          <p:nvPr/>
        </p:nvSpPr>
        <p:spPr bwMode="auto">
          <a:xfrm rot="10800000" flipV="1">
            <a:off x="5714369" y="6512561"/>
            <a:ext cx="1341831" cy="174335"/>
          </a:xfrm>
          <a:prstGeom prst="ellipse">
            <a:avLst/>
          </a:prstGeom>
          <a:gradFill rotWithShape="1">
            <a:gsLst>
              <a:gs pos="0">
                <a:sysClr val="windowText" lastClr="000000">
                  <a:lumMod val="75000"/>
                  <a:lumOff val="25000"/>
                </a:sysClr>
              </a:gs>
              <a:gs pos="100000">
                <a:srgbClr val="EEECE1">
                  <a:alpha val="0"/>
                </a:srgbClr>
              </a:gs>
            </a:gsLst>
            <a:path path="shape">
              <a:fillToRect l="50000" t="50000" r="50000" b="50000"/>
            </a:path>
          </a:gradFill>
          <a:ln w="9525">
            <a:no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Arial" pitchFamily="34" charset="0"/>
              <a:ea typeface="宋体"/>
            </a:endParaRPr>
          </a:p>
        </p:txBody>
      </p:sp>
      <p:sp>
        <p:nvSpPr>
          <p:cNvPr id="18" name="Oval 65"/>
          <p:cNvSpPr>
            <a:spLocks noChangeArrowheads="1"/>
          </p:cNvSpPr>
          <p:nvPr/>
        </p:nvSpPr>
        <p:spPr bwMode="auto">
          <a:xfrm rot="10800000" flipV="1">
            <a:off x="6992587" y="6526197"/>
            <a:ext cx="1341831" cy="174335"/>
          </a:xfrm>
          <a:prstGeom prst="ellipse">
            <a:avLst/>
          </a:prstGeom>
          <a:gradFill rotWithShape="1">
            <a:gsLst>
              <a:gs pos="0">
                <a:sysClr val="windowText" lastClr="000000">
                  <a:lumMod val="75000"/>
                  <a:lumOff val="25000"/>
                </a:sysClr>
              </a:gs>
              <a:gs pos="100000">
                <a:srgbClr val="EEECE1">
                  <a:alpha val="0"/>
                </a:srgbClr>
              </a:gs>
            </a:gsLst>
            <a:path path="shape">
              <a:fillToRect l="50000" t="50000" r="50000" b="50000"/>
            </a:path>
          </a:gradFill>
          <a:ln w="9525">
            <a:no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Arial" pitchFamily="34" charset="0"/>
              <a:ea typeface="宋体"/>
            </a:endParaRPr>
          </a:p>
        </p:txBody>
      </p:sp>
      <p:sp>
        <p:nvSpPr>
          <p:cNvPr id="19" name="TextBox 50"/>
          <p:cNvSpPr txBox="1"/>
          <p:nvPr/>
        </p:nvSpPr>
        <p:spPr>
          <a:xfrm>
            <a:off x="941022" y="6082635"/>
            <a:ext cx="730271" cy="437043"/>
          </a:xfrm>
          <a:prstGeom prst="rect">
            <a:avLst/>
          </a:prstGeom>
          <a:noFill/>
        </p:spPr>
        <p:txBody>
          <a:bodyPr wrap="square" rtlCol="0">
            <a:spAutoFit/>
          </a:bodyPr>
          <a:lstStyle>
            <a:defPPr>
              <a:defRPr lang="en-US"/>
            </a:defPPr>
            <a:lvl1pPr marR="0" lvl="0" indent="0" algn="ctr" fontAlgn="auto">
              <a:lnSpc>
                <a:spcPct val="80000"/>
              </a:lnSpc>
              <a:spcBef>
                <a:spcPts val="0"/>
              </a:spcBef>
              <a:spcAft>
                <a:spcPts val="0"/>
              </a:spcAft>
              <a:buClrTx/>
              <a:buSzTx/>
              <a:buFontTx/>
              <a:buNone/>
              <a:tabLst/>
              <a:defRPr kumimoji="0" sz="4000" b="1" i="0" u="none" strike="noStrike" kern="0" cap="none" spc="0" normalizeH="0" baseline="0">
                <a:ln w="18415" cmpd="sng">
                  <a:noFill/>
                  <a:prstDash val="solid"/>
                </a:ln>
                <a:solidFill>
                  <a:srgbClr val="003964"/>
                </a:solidFill>
                <a:effectLst>
                  <a:outerShdw dist="38100" dir="5400000" algn="t" rotWithShape="0">
                    <a:schemeClr val="bg1">
                      <a:alpha val="55000"/>
                    </a:schemeClr>
                  </a:outerShdw>
                </a:effectLst>
                <a:uLnTx/>
                <a:uFillTx/>
                <a:latin typeface="Adidas Unity" pitchFamily="2" charset="0"/>
                <a:ea typeface="微软雅黑" pitchFamily="34" charset="-122"/>
                <a:cs typeface="Times New Roman" pitchFamily="18" charset="0"/>
              </a:defRPr>
            </a:lvl1pPr>
          </a:lstStyle>
          <a:p>
            <a:r>
              <a:rPr lang="en-US" altLang="zh-TW" sz="2800" dirty="0" smtClean="0">
                <a:ln w="18415" cmpd="sng">
                  <a:solidFill>
                    <a:schemeClr val="accent3"/>
                  </a:solidFill>
                  <a:prstDash val="solid"/>
                </a:ln>
                <a:solidFill>
                  <a:srgbClr val="6F3505"/>
                </a:solidFill>
                <a:latin typeface="Arial Rounded MT Bold" pitchFamily="34" charset="0"/>
              </a:rPr>
              <a:t>1</a:t>
            </a:r>
            <a:endParaRPr lang="zh-CN" altLang="en-US" sz="2800" dirty="0">
              <a:ln w="18415" cmpd="sng">
                <a:solidFill>
                  <a:schemeClr val="accent3"/>
                </a:solidFill>
                <a:prstDash val="solid"/>
              </a:ln>
              <a:solidFill>
                <a:srgbClr val="6F3505"/>
              </a:solidFill>
              <a:latin typeface="Arial Rounded MT Bold" pitchFamily="34" charset="0"/>
            </a:endParaRPr>
          </a:p>
        </p:txBody>
      </p:sp>
      <p:sp>
        <p:nvSpPr>
          <p:cNvPr id="20" name="TextBox 51"/>
          <p:cNvSpPr txBox="1"/>
          <p:nvPr/>
        </p:nvSpPr>
        <p:spPr>
          <a:xfrm>
            <a:off x="2219644" y="6059188"/>
            <a:ext cx="730271" cy="437043"/>
          </a:xfrm>
          <a:prstGeom prst="rect">
            <a:avLst/>
          </a:prstGeom>
          <a:noFill/>
        </p:spPr>
        <p:txBody>
          <a:bodyPr wrap="square" rtlCol="0">
            <a:spAutoFit/>
          </a:bodyPr>
          <a:lstStyle>
            <a:defPPr>
              <a:defRPr lang="en-US"/>
            </a:defPPr>
            <a:lvl1pPr marR="0" lvl="0" indent="0" algn="ctr" fontAlgn="auto">
              <a:lnSpc>
                <a:spcPct val="80000"/>
              </a:lnSpc>
              <a:spcBef>
                <a:spcPts val="0"/>
              </a:spcBef>
              <a:spcAft>
                <a:spcPts val="0"/>
              </a:spcAft>
              <a:buClrTx/>
              <a:buSzTx/>
              <a:buFontTx/>
              <a:buNone/>
              <a:tabLst/>
              <a:defRPr kumimoji="0" sz="2800" b="1" i="0" u="none" strike="noStrike" kern="0" cap="none" spc="0" normalizeH="0" baseline="0">
                <a:ln w="18415" cmpd="sng">
                  <a:noFill/>
                  <a:prstDash val="solid"/>
                </a:ln>
                <a:solidFill>
                  <a:srgbClr val="003964"/>
                </a:solidFill>
                <a:effectLst>
                  <a:outerShdw dist="38100" dir="5400000" algn="t" rotWithShape="0">
                    <a:schemeClr val="bg1">
                      <a:alpha val="55000"/>
                    </a:schemeClr>
                  </a:outerShdw>
                </a:effectLst>
                <a:uLnTx/>
                <a:uFillTx/>
                <a:latin typeface="Adidas Unity" pitchFamily="2" charset="0"/>
                <a:ea typeface="微软雅黑" pitchFamily="34" charset="-122"/>
                <a:cs typeface="Times New Roman" pitchFamily="18" charset="0"/>
              </a:defRPr>
            </a:lvl1pPr>
          </a:lstStyle>
          <a:p>
            <a:r>
              <a:rPr lang="en-US" altLang="zh-TW" dirty="0" smtClean="0">
                <a:ln w="18415" cmpd="sng">
                  <a:solidFill>
                    <a:schemeClr val="accent3"/>
                  </a:solidFill>
                  <a:prstDash val="solid"/>
                </a:ln>
                <a:solidFill>
                  <a:srgbClr val="441918"/>
                </a:solidFill>
                <a:latin typeface="Arial Rounded MT Bold" pitchFamily="34" charset="0"/>
              </a:rPr>
              <a:t>2</a:t>
            </a:r>
            <a:endParaRPr lang="zh-CN" altLang="en-US" dirty="0">
              <a:ln w="18415" cmpd="sng">
                <a:solidFill>
                  <a:schemeClr val="accent3"/>
                </a:solidFill>
                <a:prstDash val="solid"/>
              </a:ln>
              <a:solidFill>
                <a:srgbClr val="441918"/>
              </a:solidFill>
              <a:latin typeface="Arial Rounded MT Bold" pitchFamily="34" charset="0"/>
            </a:endParaRPr>
          </a:p>
        </p:txBody>
      </p:sp>
      <p:sp>
        <p:nvSpPr>
          <p:cNvPr id="21" name="TextBox 52"/>
          <p:cNvSpPr txBox="1"/>
          <p:nvPr/>
        </p:nvSpPr>
        <p:spPr>
          <a:xfrm>
            <a:off x="3507214" y="6082633"/>
            <a:ext cx="730271" cy="437043"/>
          </a:xfrm>
          <a:prstGeom prst="rect">
            <a:avLst/>
          </a:prstGeom>
          <a:noFill/>
        </p:spPr>
        <p:txBody>
          <a:bodyPr wrap="square" rtlCol="0">
            <a:spAutoFit/>
          </a:bodyPr>
          <a:lstStyle>
            <a:defPPr>
              <a:defRPr lang="en-US"/>
            </a:defPPr>
            <a:lvl1pPr marR="0" lvl="0" indent="0" algn="ctr" fontAlgn="auto">
              <a:lnSpc>
                <a:spcPct val="80000"/>
              </a:lnSpc>
              <a:spcBef>
                <a:spcPts val="0"/>
              </a:spcBef>
              <a:spcAft>
                <a:spcPts val="0"/>
              </a:spcAft>
              <a:buClrTx/>
              <a:buSzTx/>
              <a:buFontTx/>
              <a:buNone/>
              <a:tabLst/>
              <a:defRPr kumimoji="0" sz="2800" b="1" i="0" u="none" strike="noStrike" kern="0" cap="none" spc="0" normalizeH="0" baseline="0">
                <a:ln w="18415" cmpd="sng">
                  <a:noFill/>
                  <a:prstDash val="solid"/>
                </a:ln>
                <a:solidFill>
                  <a:srgbClr val="003964"/>
                </a:solidFill>
                <a:effectLst>
                  <a:outerShdw dist="38100" dir="5400000" algn="t" rotWithShape="0">
                    <a:schemeClr val="bg1">
                      <a:alpha val="55000"/>
                    </a:schemeClr>
                  </a:outerShdw>
                </a:effectLst>
                <a:uLnTx/>
                <a:uFillTx/>
                <a:latin typeface="Adidas Unity" pitchFamily="2" charset="0"/>
                <a:ea typeface="微软雅黑" pitchFamily="34" charset="-122"/>
                <a:cs typeface="Times New Roman" pitchFamily="18" charset="0"/>
              </a:defRPr>
            </a:lvl1pPr>
          </a:lstStyle>
          <a:p>
            <a:r>
              <a:rPr lang="en-US" altLang="zh-TW" dirty="0" smtClean="0">
                <a:ln w="18415" cmpd="sng">
                  <a:solidFill>
                    <a:schemeClr val="accent3"/>
                  </a:solidFill>
                  <a:prstDash val="solid"/>
                </a:ln>
                <a:solidFill>
                  <a:srgbClr val="004A82"/>
                </a:solidFill>
                <a:latin typeface="Arial Rounded MT Bold" pitchFamily="34" charset="0"/>
              </a:rPr>
              <a:t>3</a:t>
            </a:r>
            <a:endParaRPr lang="zh-CN" altLang="en-US" dirty="0">
              <a:ln w="18415" cmpd="sng">
                <a:solidFill>
                  <a:schemeClr val="accent3"/>
                </a:solidFill>
                <a:prstDash val="solid"/>
              </a:ln>
              <a:solidFill>
                <a:srgbClr val="004A82"/>
              </a:solidFill>
              <a:latin typeface="Arial Rounded MT Bold" pitchFamily="34" charset="0"/>
            </a:endParaRPr>
          </a:p>
        </p:txBody>
      </p:sp>
      <p:sp>
        <p:nvSpPr>
          <p:cNvPr id="22" name="TextBox 53"/>
          <p:cNvSpPr txBox="1"/>
          <p:nvPr/>
        </p:nvSpPr>
        <p:spPr>
          <a:xfrm>
            <a:off x="4767722" y="6075007"/>
            <a:ext cx="730271" cy="437043"/>
          </a:xfrm>
          <a:prstGeom prst="rect">
            <a:avLst/>
          </a:prstGeom>
          <a:noFill/>
        </p:spPr>
        <p:txBody>
          <a:bodyPr wrap="square" rtlCol="0">
            <a:spAutoFit/>
          </a:bodyPr>
          <a:lstStyle>
            <a:defPPr>
              <a:defRPr lang="en-US"/>
            </a:defPPr>
            <a:lvl1pPr marR="0" lvl="0" indent="0" algn="ctr" fontAlgn="auto">
              <a:lnSpc>
                <a:spcPct val="80000"/>
              </a:lnSpc>
              <a:spcBef>
                <a:spcPts val="0"/>
              </a:spcBef>
              <a:spcAft>
                <a:spcPts val="0"/>
              </a:spcAft>
              <a:buClrTx/>
              <a:buSzTx/>
              <a:buFontTx/>
              <a:buNone/>
              <a:tabLst/>
              <a:defRPr kumimoji="0" sz="2800" b="1" i="0" u="none" strike="noStrike" kern="0" cap="none" spc="0" normalizeH="0" baseline="0">
                <a:ln w="18415" cmpd="sng">
                  <a:noFill/>
                  <a:prstDash val="solid"/>
                </a:ln>
                <a:solidFill>
                  <a:srgbClr val="003964"/>
                </a:solidFill>
                <a:effectLst>
                  <a:outerShdw dist="38100" dir="5400000" algn="t" rotWithShape="0">
                    <a:schemeClr val="bg1">
                      <a:alpha val="55000"/>
                    </a:schemeClr>
                  </a:outerShdw>
                </a:effectLst>
                <a:uLnTx/>
                <a:uFillTx/>
                <a:latin typeface="Adidas Unity" pitchFamily="2" charset="0"/>
                <a:ea typeface="微软雅黑" pitchFamily="34" charset="-122"/>
                <a:cs typeface="Times New Roman" pitchFamily="18" charset="0"/>
              </a:defRPr>
            </a:lvl1pPr>
          </a:lstStyle>
          <a:p>
            <a:r>
              <a:rPr lang="en-US" altLang="zh-TW" dirty="0" smtClean="0">
                <a:ln w="18415" cmpd="sng">
                  <a:solidFill>
                    <a:schemeClr val="accent3"/>
                  </a:solidFill>
                  <a:prstDash val="solid"/>
                </a:ln>
                <a:solidFill>
                  <a:srgbClr val="005828"/>
                </a:solidFill>
                <a:latin typeface="Arial Rounded MT Bold" pitchFamily="34" charset="0"/>
              </a:rPr>
              <a:t>4</a:t>
            </a:r>
            <a:endParaRPr lang="zh-CN" altLang="en-US" dirty="0">
              <a:ln w="18415" cmpd="sng">
                <a:solidFill>
                  <a:schemeClr val="accent3"/>
                </a:solidFill>
                <a:prstDash val="solid"/>
              </a:ln>
              <a:solidFill>
                <a:srgbClr val="005828"/>
              </a:solidFill>
              <a:latin typeface="Arial Rounded MT Bold" pitchFamily="34" charset="0"/>
            </a:endParaRPr>
          </a:p>
        </p:txBody>
      </p:sp>
      <p:sp>
        <p:nvSpPr>
          <p:cNvPr id="23" name="TextBox 54"/>
          <p:cNvSpPr txBox="1"/>
          <p:nvPr/>
        </p:nvSpPr>
        <p:spPr>
          <a:xfrm>
            <a:off x="6030649" y="6075006"/>
            <a:ext cx="730271" cy="437043"/>
          </a:xfrm>
          <a:prstGeom prst="rect">
            <a:avLst/>
          </a:prstGeom>
          <a:noFill/>
        </p:spPr>
        <p:txBody>
          <a:bodyPr wrap="square" rtlCol="0">
            <a:spAutoFit/>
          </a:bodyPr>
          <a:lstStyle>
            <a:defPPr>
              <a:defRPr lang="en-US"/>
            </a:defPPr>
            <a:lvl1pPr marR="0" lvl="0" indent="0" algn="ctr" fontAlgn="auto">
              <a:lnSpc>
                <a:spcPct val="80000"/>
              </a:lnSpc>
              <a:spcBef>
                <a:spcPts val="0"/>
              </a:spcBef>
              <a:spcAft>
                <a:spcPts val="0"/>
              </a:spcAft>
              <a:buClrTx/>
              <a:buSzTx/>
              <a:buFontTx/>
              <a:buNone/>
              <a:tabLst/>
              <a:defRPr kumimoji="0" sz="2800" b="1" i="0" u="none" strike="noStrike" kern="0" cap="none" spc="0" normalizeH="0" baseline="0">
                <a:ln w="18415" cmpd="sng">
                  <a:noFill/>
                  <a:prstDash val="solid"/>
                </a:ln>
                <a:solidFill>
                  <a:srgbClr val="003964"/>
                </a:solidFill>
                <a:effectLst>
                  <a:outerShdw dist="38100" dir="5400000" algn="t" rotWithShape="0">
                    <a:schemeClr val="bg1">
                      <a:alpha val="55000"/>
                    </a:schemeClr>
                  </a:outerShdw>
                </a:effectLst>
                <a:uLnTx/>
                <a:uFillTx/>
                <a:latin typeface="Adidas Unity" pitchFamily="2" charset="0"/>
                <a:ea typeface="微软雅黑" pitchFamily="34" charset="-122"/>
                <a:cs typeface="Times New Roman" pitchFamily="18" charset="0"/>
              </a:defRPr>
            </a:lvl1pPr>
          </a:lstStyle>
          <a:p>
            <a:r>
              <a:rPr lang="en-US" altLang="zh-TW" dirty="0" smtClean="0">
                <a:ln w="18415" cmpd="sng">
                  <a:solidFill>
                    <a:schemeClr val="accent3"/>
                  </a:solidFill>
                  <a:prstDash val="solid"/>
                </a:ln>
                <a:solidFill>
                  <a:srgbClr val="481F67"/>
                </a:solidFill>
                <a:latin typeface="Arial Rounded MT Bold" pitchFamily="34" charset="0"/>
              </a:rPr>
              <a:t>5</a:t>
            </a:r>
            <a:endParaRPr lang="zh-CN" altLang="en-US" dirty="0">
              <a:ln w="18415" cmpd="sng">
                <a:solidFill>
                  <a:schemeClr val="accent3"/>
                </a:solidFill>
                <a:prstDash val="solid"/>
              </a:ln>
              <a:solidFill>
                <a:srgbClr val="481F67"/>
              </a:solidFill>
              <a:latin typeface="Arial Rounded MT Bold" pitchFamily="34" charset="0"/>
            </a:endParaRPr>
          </a:p>
        </p:txBody>
      </p:sp>
      <p:sp>
        <p:nvSpPr>
          <p:cNvPr id="24" name="TextBox 55"/>
          <p:cNvSpPr txBox="1"/>
          <p:nvPr/>
        </p:nvSpPr>
        <p:spPr>
          <a:xfrm>
            <a:off x="7242109" y="6077431"/>
            <a:ext cx="730271" cy="437043"/>
          </a:xfrm>
          <a:prstGeom prst="rect">
            <a:avLst/>
          </a:prstGeom>
          <a:noFill/>
          <a:ln>
            <a:noFill/>
          </a:ln>
        </p:spPr>
        <p:txBody>
          <a:bodyPr wrap="square" rtlCol="0">
            <a:spAutoFit/>
          </a:bodyPr>
          <a:lstStyle>
            <a:defPPr>
              <a:defRPr lang="en-US"/>
            </a:defPPr>
            <a:lvl1pPr marR="0" lvl="0" indent="0" algn="ctr" fontAlgn="auto">
              <a:lnSpc>
                <a:spcPct val="80000"/>
              </a:lnSpc>
              <a:spcBef>
                <a:spcPts val="0"/>
              </a:spcBef>
              <a:spcAft>
                <a:spcPts val="0"/>
              </a:spcAft>
              <a:buClrTx/>
              <a:buSzTx/>
              <a:buFontTx/>
              <a:buNone/>
              <a:tabLst/>
              <a:defRPr kumimoji="0" sz="2800" b="1" i="0" u="none" strike="noStrike" kern="0" cap="none" spc="0" normalizeH="0" baseline="0">
                <a:ln w="18415" cmpd="sng">
                  <a:noFill/>
                  <a:prstDash val="solid"/>
                </a:ln>
                <a:solidFill>
                  <a:srgbClr val="003964"/>
                </a:solidFill>
                <a:effectLst>
                  <a:outerShdw dist="38100" dir="5400000" algn="t" rotWithShape="0">
                    <a:schemeClr val="bg1">
                      <a:alpha val="55000"/>
                    </a:schemeClr>
                  </a:outerShdw>
                </a:effectLst>
                <a:uLnTx/>
                <a:uFillTx/>
                <a:latin typeface="Adidas Unity" pitchFamily="2" charset="0"/>
                <a:ea typeface="微软雅黑" pitchFamily="34" charset="-122"/>
                <a:cs typeface="Times New Roman" pitchFamily="18" charset="0"/>
              </a:defRPr>
            </a:lvl1pPr>
          </a:lstStyle>
          <a:p>
            <a:r>
              <a:rPr lang="en-US" altLang="zh-TW" dirty="0" smtClean="0">
                <a:ln w="18415" cmpd="sng">
                  <a:solidFill>
                    <a:schemeClr val="accent3"/>
                  </a:solidFill>
                  <a:prstDash val="solid"/>
                </a:ln>
                <a:solidFill>
                  <a:srgbClr val="483700"/>
                </a:solidFill>
                <a:latin typeface="Arial Rounded MT Bold" pitchFamily="34" charset="0"/>
              </a:rPr>
              <a:t>6</a:t>
            </a:r>
            <a:endParaRPr lang="zh-CN" altLang="en-US" dirty="0">
              <a:ln w="18415" cmpd="sng">
                <a:solidFill>
                  <a:schemeClr val="accent3"/>
                </a:solidFill>
                <a:prstDash val="solid"/>
              </a:ln>
              <a:solidFill>
                <a:srgbClr val="483700"/>
              </a:solidFill>
              <a:latin typeface="Arial Rounded MT Bold" pitchFamily="34" charset="0"/>
            </a:endParaRPr>
          </a:p>
        </p:txBody>
      </p:sp>
      <p:sp>
        <p:nvSpPr>
          <p:cNvPr id="27" name="TextBox 58"/>
          <p:cNvSpPr txBox="1"/>
          <p:nvPr/>
        </p:nvSpPr>
        <p:spPr>
          <a:xfrm>
            <a:off x="3653840" y="2956431"/>
            <a:ext cx="871988" cy="683264"/>
          </a:xfrm>
          <a:prstGeom prst="rect">
            <a:avLst/>
          </a:prstGeom>
          <a:noFill/>
        </p:spPr>
        <p:txBody>
          <a:bodyPr wrap="square" rtlCol="0">
            <a:spAutoFit/>
          </a:bodyPr>
          <a:lstStyle>
            <a:defPPr>
              <a:defRPr lang="en-US"/>
            </a:defPPr>
            <a:lvl1pPr marR="0" lvl="0" indent="0" algn="ctr" fontAlgn="auto">
              <a:lnSpc>
                <a:spcPct val="80000"/>
              </a:lnSpc>
              <a:spcBef>
                <a:spcPts val="0"/>
              </a:spcBef>
              <a:spcAft>
                <a:spcPts val="0"/>
              </a:spcAft>
              <a:buClrTx/>
              <a:buSzTx/>
              <a:buFontTx/>
              <a:buNone/>
              <a:tabLst/>
              <a:defRPr kumimoji="0" sz="2800" b="1" i="0" u="none" strike="noStrike" kern="0" cap="none" spc="0" normalizeH="0" baseline="0">
                <a:ln w="18415" cmpd="sng">
                  <a:noFill/>
                  <a:prstDash val="solid"/>
                </a:ln>
                <a:solidFill>
                  <a:srgbClr val="003964"/>
                </a:solidFill>
                <a:effectLst>
                  <a:outerShdw dist="38100" dir="5400000" algn="t" rotWithShape="0">
                    <a:schemeClr val="bg1">
                      <a:alpha val="55000"/>
                    </a:schemeClr>
                  </a:outerShdw>
                </a:effectLst>
                <a:uLnTx/>
                <a:uFillTx/>
                <a:latin typeface="Adidas Unity" pitchFamily="2" charset="0"/>
                <a:ea typeface="微软雅黑" pitchFamily="34" charset="-122"/>
                <a:cs typeface="Times New Roman" pitchFamily="18" charset="0"/>
              </a:defRPr>
            </a:lvl1pPr>
          </a:lstStyle>
          <a:p>
            <a:r>
              <a:rPr lang="en-US" altLang="zh-TW" sz="2400" dirty="0" smtClean="0">
                <a:solidFill>
                  <a:srgbClr val="004A82"/>
                </a:solidFill>
                <a:latin typeface="Arial Rounded MT Bold" pitchFamily="34" charset="0"/>
              </a:rPr>
              <a:t>78.4</a:t>
            </a:r>
            <a:r>
              <a:rPr lang="en-US" altLang="zh-CN" sz="2400" dirty="0" smtClean="0">
                <a:solidFill>
                  <a:srgbClr val="004A82"/>
                </a:solidFill>
                <a:latin typeface="Arial Rounded MT Bold" pitchFamily="34" charset="0"/>
              </a:rPr>
              <a:t>%</a:t>
            </a:r>
            <a:endParaRPr lang="zh-CN" altLang="en-US" sz="2400" dirty="0">
              <a:solidFill>
                <a:srgbClr val="004A82"/>
              </a:solidFill>
              <a:latin typeface="Arial Rounded MT Bold" pitchFamily="34" charset="0"/>
            </a:endParaRPr>
          </a:p>
        </p:txBody>
      </p:sp>
      <p:sp>
        <p:nvSpPr>
          <p:cNvPr id="28" name="TextBox 59"/>
          <p:cNvSpPr txBox="1"/>
          <p:nvPr/>
        </p:nvSpPr>
        <p:spPr>
          <a:xfrm>
            <a:off x="4919968" y="2111548"/>
            <a:ext cx="907284" cy="683264"/>
          </a:xfrm>
          <a:prstGeom prst="rect">
            <a:avLst/>
          </a:prstGeom>
          <a:noFill/>
        </p:spPr>
        <p:txBody>
          <a:bodyPr wrap="square" rtlCol="0">
            <a:spAutoFit/>
          </a:bodyPr>
          <a:lstStyle>
            <a:defPPr>
              <a:defRPr lang="en-US"/>
            </a:defPPr>
            <a:lvl1pPr marR="0" lvl="0" indent="0" algn="ctr" fontAlgn="auto">
              <a:lnSpc>
                <a:spcPct val="80000"/>
              </a:lnSpc>
              <a:spcBef>
                <a:spcPts val="0"/>
              </a:spcBef>
              <a:spcAft>
                <a:spcPts val="0"/>
              </a:spcAft>
              <a:buClrTx/>
              <a:buSzTx/>
              <a:buFontTx/>
              <a:buNone/>
              <a:tabLst/>
              <a:defRPr kumimoji="0" sz="2800" b="1" i="0" u="none" strike="noStrike" kern="0" cap="none" spc="0" normalizeH="0" baseline="0">
                <a:ln w="18415" cmpd="sng">
                  <a:noFill/>
                  <a:prstDash val="solid"/>
                </a:ln>
                <a:solidFill>
                  <a:srgbClr val="003964"/>
                </a:solidFill>
                <a:effectLst>
                  <a:outerShdw dist="38100" dir="5400000" algn="t" rotWithShape="0">
                    <a:schemeClr val="bg1">
                      <a:alpha val="55000"/>
                    </a:schemeClr>
                  </a:outerShdw>
                </a:effectLst>
                <a:uLnTx/>
                <a:uFillTx/>
                <a:latin typeface="Adidas Unity" pitchFamily="2" charset="0"/>
                <a:ea typeface="微软雅黑" pitchFamily="34" charset="-122"/>
                <a:cs typeface="Times New Roman" pitchFamily="18" charset="0"/>
              </a:defRPr>
            </a:lvl1pPr>
          </a:lstStyle>
          <a:p>
            <a:r>
              <a:rPr lang="en-US" altLang="zh-TW" sz="2400" dirty="0" smtClean="0">
                <a:solidFill>
                  <a:srgbClr val="005828"/>
                </a:solidFill>
                <a:latin typeface="Arial Rounded MT Bold" pitchFamily="34" charset="0"/>
              </a:rPr>
              <a:t>100</a:t>
            </a:r>
            <a:r>
              <a:rPr lang="en-US" altLang="zh-CN" sz="2400" dirty="0" smtClean="0">
                <a:solidFill>
                  <a:srgbClr val="005828"/>
                </a:solidFill>
                <a:latin typeface="Arial Rounded MT Bold" pitchFamily="34" charset="0"/>
              </a:rPr>
              <a:t>%</a:t>
            </a:r>
            <a:endParaRPr lang="zh-CN" altLang="en-US" sz="2400" dirty="0">
              <a:solidFill>
                <a:srgbClr val="005828"/>
              </a:solidFill>
              <a:latin typeface="Arial Rounded MT Bold" pitchFamily="34" charset="0"/>
            </a:endParaRPr>
          </a:p>
        </p:txBody>
      </p:sp>
      <p:sp>
        <p:nvSpPr>
          <p:cNvPr id="29" name="TextBox 60"/>
          <p:cNvSpPr txBox="1"/>
          <p:nvPr/>
        </p:nvSpPr>
        <p:spPr>
          <a:xfrm>
            <a:off x="6210865" y="2553833"/>
            <a:ext cx="968216" cy="683264"/>
          </a:xfrm>
          <a:prstGeom prst="rect">
            <a:avLst/>
          </a:prstGeom>
          <a:noFill/>
        </p:spPr>
        <p:txBody>
          <a:bodyPr wrap="square" rtlCol="0">
            <a:spAutoFit/>
          </a:bodyPr>
          <a:lstStyle>
            <a:defPPr>
              <a:defRPr lang="en-US"/>
            </a:defPPr>
            <a:lvl1pPr marR="0" lvl="0" indent="0" algn="ctr" fontAlgn="auto">
              <a:lnSpc>
                <a:spcPct val="80000"/>
              </a:lnSpc>
              <a:spcBef>
                <a:spcPts val="0"/>
              </a:spcBef>
              <a:spcAft>
                <a:spcPts val="0"/>
              </a:spcAft>
              <a:buClrTx/>
              <a:buSzTx/>
              <a:buFontTx/>
              <a:buNone/>
              <a:tabLst/>
              <a:defRPr kumimoji="0" sz="2800" b="1" i="0" u="none" strike="noStrike" kern="0" cap="none" spc="0" normalizeH="0" baseline="0">
                <a:ln w="18415" cmpd="sng">
                  <a:noFill/>
                  <a:prstDash val="solid"/>
                </a:ln>
                <a:solidFill>
                  <a:srgbClr val="003964"/>
                </a:solidFill>
                <a:effectLst>
                  <a:outerShdw dist="38100" dir="5400000" algn="t" rotWithShape="0">
                    <a:schemeClr val="bg1">
                      <a:alpha val="55000"/>
                    </a:schemeClr>
                  </a:outerShdw>
                </a:effectLst>
                <a:uLnTx/>
                <a:uFillTx/>
                <a:latin typeface="Adidas Unity" pitchFamily="2" charset="0"/>
                <a:ea typeface="微软雅黑" pitchFamily="34" charset="-122"/>
                <a:cs typeface="Times New Roman" pitchFamily="18" charset="0"/>
              </a:defRPr>
            </a:lvl1pPr>
          </a:lstStyle>
          <a:p>
            <a:r>
              <a:rPr lang="en-US" altLang="zh-TW" sz="2400" dirty="0" smtClean="0">
                <a:solidFill>
                  <a:srgbClr val="481F67"/>
                </a:solidFill>
                <a:latin typeface="Arial Rounded MT Bold" pitchFamily="34" charset="0"/>
              </a:rPr>
              <a:t>92.1</a:t>
            </a:r>
            <a:r>
              <a:rPr lang="en-US" altLang="zh-CN" sz="2400" dirty="0" smtClean="0">
                <a:solidFill>
                  <a:srgbClr val="481F67"/>
                </a:solidFill>
                <a:latin typeface="Arial Rounded MT Bold" pitchFamily="34" charset="0"/>
              </a:rPr>
              <a:t>%</a:t>
            </a:r>
            <a:endParaRPr lang="zh-CN" altLang="en-US" sz="2400" dirty="0">
              <a:solidFill>
                <a:srgbClr val="481F67"/>
              </a:solidFill>
              <a:latin typeface="Arial Rounded MT Bold" pitchFamily="34" charset="0"/>
            </a:endParaRPr>
          </a:p>
        </p:txBody>
      </p:sp>
      <p:sp>
        <p:nvSpPr>
          <p:cNvPr id="30" name="TextBox 61"/>
          <p:cNvSpPr txBox="1"/>
          <p:nvPr/>
        </p:nvSpPr>
        <p:spPr>
          <a:xfrm>
            <a:off x="7392973" y="4927029"/>
            <a:ext cx="1008112" cy="387798"/>
          </a:xfrm>
          <a:prstGeom prst="rect">
            <a:avLst/>
          </a:prstGeom>
          <a:noFill/>
        </p:spPr>
        <p:txBody>
          <a:bodyPr wrap="square" rtlCol="0">
            <a:spAutoFit/>
          </a:bodyPr>
          <a:lstStyle>
            <a:defPPr>
              <a:defRPr lang="en-US"/>
            </a:defPPr>
            <a:lvl1pPr marR="0" lvl="0" indent="0" algn="ctr" fontAlgn="auto">
              <a:lnSpc>
                <a:spcPct val="80000"/>
              </a:lnSpc>
              <a:spcBef>
                <a:spcPts val="0"/>
              </a:spcBef>
              <a:spcAft>
                <a:spcPts val="0"/>
              </a:spcAft>
              <a:buClrTx/>
              <a:buSzTx/>
              <a:buFontTx/>
              <a:buNone/>
              <a:tabLst/>
              <a:defRPr kumimoji="0" sz="2800" b="1" i="0" u="none" strike="noStrike" kern="0" cap="none" spc="0" normalizeH="0" baseline="0">
                <a:ln w="18415" cmpd="sng">
                  <a:noFill/>
                  <a:prstDash val="solid"/>
                </a:ln>
                <a:solidFill>
                  <a:srgbClr val="003964"/>
                </a:solidFill>
                <a:effectLst>
                  <a:outerShdw dist="38100" dir="5400000" algn="t" rotWithShape="0">
                    <a:schemeClr val="bg1">
                      <a:alpha val="55000"/>
                    </a:schemeClr>
                  </a:outerShdw>
                </a:effectLst>
                <a:uLnTx/>
                <a:uFillTx/>
                <a:latin typeface="Adidas Unity" pitchFamily="2" charset="0"/>
                <a:ea typeface="微软雅黑" pitchFamily="34" charset="-122"/>
                <a:cs typeface="Times New Roman" pitchFamily="18" charset="0"/>
              </a:defRPr>
            </a:lvl1pPr>
          </a:lstStyle>
          <a:p>
            <a:r>
              <a:rPr lang="en-US" altLang="zh-TW" sz="2400" dirty="0" smtClean="0">
                <a:solidFill>
                  <a:srgbClr val="483700"/>
                </a:solidFill>
                <a:latin typeface="Arial Rounded MT Bold" pitchFamily="34" charset="0"/>
              </a:rPr>
              <a:t>6.7</a:t>
            </a:r>
            <a:r>
              <a:rPr lang="en-US" altLang="zh-CN" sz="2400" dirty="0" smtClean="0">
                <a:solidFill>
                  <a:srgbClr val="483700"/>
                </a:solidFill>
                <a:latin typeface="Arial Rounded MT Bold" pitchFamily="34" charset="0"/>
              </a:rPr>
              <a:t>%</a:t>
            </a:r>
            <a:endParaRPr lang="zh-CN" altLang="en-US" sz="2400" dirty="0">
              <a:solidFill>
                <a:srgbClr val="483700"/>
              </a:solidFill>
              <a:latin typeface="Arial Rounded MT Bold" pitchFamily="34" charset="0"/>
            </a:endParaRPr>
          </a:p>
        </p:txBody>
      </p:sp>
      <p:sp>
        <p:nvSpPr>
          <p:cNvPr id="31" name="TextBox 62"/>
          <p:cNvSpPr txBox="1"/>
          <p:nvPr/>
        </p:nvSpPr>
        <p:spPr>
          <a:xfrm>
            <a:off x="1277987" y="3202906"/>
            <a:ext cx="553998" cy="1844089"/>
          </a:xfrm>
          <a:prstGeom prst="rect">
            <a:avLst/>
          </a:prstGeom>
          <a:noFill/>
        </p:spPr>
        <p:txBody>
          <a:bodyPr vert="eaVert"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TW" altLang="en-US" sz="2400" b="0" i="0" u="none" strike="noStrike" kern="0" cap="none" spc="0" normalizeH="0" baseline="0" noProof="0" dirty="0" smtClean="0">
                <a:ln>
                  <a:noFill/>
                </a:ln>
                <a:solidFill>
                  <a:sysClr val="window" lastClr="FFFFFF"/>
                </a:solidFill>
                <a:effectLst>
                  <a:outerShdw blurRad="38100" dist="38100" dir="2700000" algn="tl">
                    <a:srgbClr val="000000">
                      <a:alpha val="43137"/>
                    </a:srgbClr>
                  </a:outerShdw>
                </a:effectLst>
                <a:uLnTx/>
                <a:uFillTx/>
                <a:latin typeface="微軟正黑體" panose="020B0604030504040204" pitchFamily="34" charset="-120"/>
                <a:ea typeface="微軟正黑體" panose="020B0604030504040204" pitchFamily="34" charset="-120"/>
                <a:cs typeface="Arial" pitchFamily="34" charset="0"/>
              </a:rPr>
              <a:t>開放數量</a:t>
            </a:r>
            <a:endParaRPr kumimoji="0" lang="en-US" altLang="zh-CN" sz="2400" b="0" i="0" u="none" strike="noStrike" kern="0" cap="none" spc="0" normalizeH="0" baseline="0" noProof="0" dirty="0" smtClean="0">
              <a:ln>
                <a:noFill/>
              </a:ln>
              <a:solidFill>
                <a:sysClr val="window" lastClr="FFFFFF"/>
              </a:solidFill>
              <a:effectLst>
                <a:outerShdw blurRad="38100" dist="38100" dir="2700000" algn="tl">
                  <a:srgbClr val="000000">
                    <a:alpha val="43137"/>
                  </a:srgbClr>
                </a:outerShdw>
              </a:effectLst>
              <a:uLnTx/>
              <a:uFillTx/>
              <a:latin typeface="微軟正黑體" panose="020B0604030504040204" pitchFamily="34" charset="-120"/>
              <a:ea typeface="微軟正黑體" panose="020B0604030504040204" pitchFamily="34" charset="-120"/>
              <a:cs typeface="Arial" pitchFamily="34" charset="0"/>
            </a:endParaRPr>
          </a:p>
        </p:txBody>
      </p:sp>
      <p:sp>
        <p:nvSpPr>
          <p:cNvPr id="38" name="Oval 65"/>
          <p:cNvSpPr>
            <a:spLocks noChangeArrowheads="1"/>
          </p:cNvSpPr>
          <p:nvPr/>
        </p:nvSpPr>
        <p:spPr bwMode="auto">
          <a:xfrm rot="10800000" flipV="1">
            <a:off x="665927" y="6544559"/>
            <a:ext cx="1341831" cy="174335"/>
          </a:xfrm>
          <a:prstGeom prst="ellipse">
            <a:avLst/>
          </a:prstGeom>
          <a:gradFill rotWithShape="1">
            <a:gsLst>
              <a:gs pos="0">
                <a:sysClr val="windowText" lastClr="000000">
                  <a:lumMod val="75000"/>
                  <a:lumOff val="25000"/>
                </a:sysClr>
              </a:gs>
              <a:gs pos="100000">
                <a:srgbClr val="EEECE1">
                  <a:alpha val="0"/>
                </a:srgbClr>
              </a:gs>
            </a:gsLst>
            <a:path path="shape">
              <a:fillToRect l="50000" t="50000" r="50000" b="50000"/>
            </a:path>
          </a:gradFill>
          <a:ln w="9525">
            <a:no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Arial" pitchFamily="34" charset="0"/>
              <a:ea typeface="宋体"/>
            </a:endParaRPr>
          </a:p>
        </p:txBody>
      </p:sp>
      <p:sp>
        <p:nvSpPr>
          <p:cNvPr id="39" name="TextBox 62"/>
          <p:cNvSpPr txBox="1"/>
          <p:nvPr/>
        </p:nvSpPr>
        <p:spPr>
          <a:xfrm>
            <a:off x="2569938" y="3224005"/>
            <a:ext cx="553998" cy="1822990"/>
          </a:xfrm>
          <a:prstGeom prst="rect">
            <a:avLst/>
          </a:prstGeom>
          <a:noFill/>
        </p:spPr>
        <p:txBody>
          <a:bodyPr vert="eaVert"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TW" altLang="en-US" sz="2400" b="0" i="0" u="none" strike="noStrike" kern="0" cap="none" spc="0" normalizeH="0" baseline="0" noProof="0" dirty="0" smtClean="0">
                <a:ln>
                  <a:noFill/>
                </a:ln>
                <a:solidFill>
                  <a:sysClr val="window" lastClr="FFFFFF"/>
                </a:solidFill>
                <a:effectLst>
                  <a:outerShdw blurRad="38100" dist="38100" dir="2700000" algn="tl">
                    <a:srgbClr val="000000">
                      <a:alpha val="43137"/>
                    </a:srgbClr>
                  </a:outerShdw>
                </a:effectLst>
                <a:uLnTx/>
                <a:uFillTx/>
                <a:latin typeface="微軟正黑體" panose="020B0604030504040204" pitchFamily="34" charset="-120"/>
                <a:ea typeface="微軟正黑體" panose="020B0604030504040204" pitchFamily="34" charset="-120"/>
                <a:cs typeface="Arial" pitchFamily="34" charset="0"/>
              </a:rPr>
              <a:t>連結合格</a:t>
            </a:r>
            <a:endParaRPr kumimoji="0" lang="en-US" altLang="zh-CN" sz="2400" b="0" i="0" u="none" strike="noStrike" kern="0" cap="none" spc="0" normalizeH="0" baseline="0" noProof="0" dirty="0" smtClean="0">
              <a:ln>
                <a:noFill/>
              </a:ln>
              <a:solidFill>
                <a:sysClr val="window" lastClr="FFFFFF"/>
              </a:solidFill>
              <a:effectLst>
                <a:outerShdw blurRad="38100" dist="38100" dir="2700000" algn="tl">
                  <a:srgbClr val="000000">
                    <a:alpha val="43137"/>
                  </a:srgbClr>
                </a:outerShdw>
              </a:effectLst>
              <a:uLnTx/>
              <a:uFillTx/>
              <a:latin typeface="微軟正黑體" panose="020B0604030504040204" pitchFamily="34" charset="-120"/>
              <a:ea typeface="微軟正黑體" panose="020B0604030504040204" pitchFamily="34" charset="-120"/>
              <a:cs typeface="Arial" pitchFamily="34" charset="0"/>
            </a:endParaRPr>
          </a:p>
        </p:txBody>
      </p:sp>
      <p:sp>
        <p:nvSpPr>
          <p:cNvPr id="40" name="TextBox 62"/>
          <p:cNvSpPr txBox="1"/>
          <p:nvPr/>
        </p:nvSpPr>
        <p:spPr>
          <a:xfrm>
            <a:off x="3812835" y="3639695"/>
            <a:ext cx="553998" cy="2301628"/>
          </a:xfrm>
          <a:prstGeom prst="rect">
            <a:avLst/>
          </a:prstGeom>
          <a:noFill/>
        </p:spPr>
        <p:txBody>
          <a:bodyPr vert="eaVert"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TW" altLang="en-US" sz="2400" b="0" i="0" u="none" strike="noStrike" kern="0" cap="none" spc="0" normalizeH="0" baseline="0" noProof="0" dirty="0" smtClean="0">
                <a:ln>
                  <a:noFill/>
                </a:ln>
                <a:solidFill>
                  <a:sysClr val="window" lastClr="FFFFFF"/>
                </a:solidFill>
                <a:effectLst>
                  <a:outerShdw blurRad="38100" dist="38100" dir="2700000" algn="tl">
                    <a:srgbClr val="000000">
                      <a:alpha val="43137"/>
                    </a:srgbClr>
                  </a:outerShdw>
                </a:effectLst>
                <a:uLnTx/>
                <a:uFillTx/>
                <a:latin typeface="微軟正黑體" panose="020B0604030504040204" pitchFamily="34" charset="-120"/>
                <a:ea typeface="微軟正黑體" panose="020B0604030504040204" pitchFamily="34" charset="-120"/>
                <a:cs typeface="Arial" pitchFamily="34" charset="0"/>
              </a:rPr>
              <a:t>正確及完整性</a:t>
            </a:r>
            <a:endParaRPr kumimoji="0" lang="en-US" altLang="zh-CN" sz="2400" b="0" i="0" u="none" strike="noStrike" kern="0" cap="none" spc="0" normalizeH="0" baseline="0" noProof="0" dirty="0" smtClean="0">
              <a:ln>
                <a:noFill/>
              </a:ln>
              <a:solidFill>
                <a:sysClr val="window" lastClr="FFFFFF"/>
              </a:solidFill>
              <a:effectLst>
                <a:outerShdw blurRad="38100" dist="38100" dir="2700000" algn="tl">
                  <a:srgbClr val="000000">
                    <a:alpha val="43137"/>
                  </a:srgbClr>
                </a:outerShdw>
              </a:effectLst>
              <a:uLnTx/>
              <a:uFillTx/>
              <a:latin typeface="微軟正黑體" panose="020B0604030504040204" pitchFamily="34" charset="-120"/>
              <a:ea typeface="微軟正黑體" panose="020B0604030504040204" pitchFamily="34" charset="-120"/>
              <a:cs typeface="Arial" pitchFamily="34" charset="0"/>
            </a:endParaRPr>
          </a:p>
        </p:txBody>
      </p:sp>
      <p:sp>
        <p:nvSpPr>
          <p:cNvPr id="41" name="TextBox 62"/>
          <p:cNvSpPr txBox="1"/>
          <p:nvPr/>
        </p:nvSpPr>
        <p:spPr>
          <a:xfrm>
            <a:off x="5137576" y="3202906"/>
            <a:ext cx="553998" cy="2422215"/>
          </a:xfrm>
          <a:prstGeom prst="rect">
            <a:avLst/>
          </a:prstGeom>
          <a:noFill/>
        </p:spPr>
        <p:txBody>
          <a:bodyPr vert="eaVert"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TW" altLang="en-US" sz="2400" b="0" i="0" u="none" strike="noStrike" kern="0" cap="none" spc="0" normalizeH="0" baseline="0" noProof="0" dirty="0" smtClean="0">
                <a:ln>
                  <a:noFill/>
                </a:ln>
                <a:solidFill>
                  <a:sysClr val="window" lastClr="FFFFFF"/>
                </a:solidFill>
                <a:effectLst>
                  <a:outerShdw blurRad="38100" dist="38100" dir="2700000" algn="tl">
                    <a:srgbClr val="000000">
                      <a:alpha val="43137"/>
                    </a:srgbClr>
                  </a:outerShdw>
                </a:effectLst>
                <a:uLnTx/>
                <a:uFillTx/>
                <a:latin typeface="微軟正黑體" panose="020B0604030504040204" pitchFamily="34" charset="-120"/>
                <a:ea typeface="微軟正黑體" panose="020B0604030504040204" pitchFamily="34" charset="-120"/>
                <a:cs typeface="Arial" pitchFamily="34" charset="0"/>
              </a:rPr>
              <a:t>結構化檔案</a:t>
            </a:r>
            <a:endParaRPr kumimoji="0" lang="en-US" altLang="zh-CN" sz="2400" b="0" i="0" u="none" strike="noStrike" kern="0" cap="none" spc="0" normalizeH="0" baseline="0" noProof="0" dirty="0" smtClean="0">
              <a:ln>
                <a:noFill/>
              </a:ln>
              <a:solidFill>
                <a:sysClr val="window" lastClr="FFFFFF"/>
              </a:solidFill>
              <a:effectLst>
                <a:outerShdw blurRad="38100" dist="38100" dir="2700000" algn="tl">
                  <a:srgbClr val="000000">
                    <a:alpha val="43137"/>
                  </a:srgbClr>
                </a:outerShdw>
              </a:effectLst>
              <a:uLnTx/>
              <a:uFillTx/>
              <a:latin typeface="微軟正黑體" panose="020B0604030504040204" pitchFamily="34" charset="-120"/>
              <a:ea typeface="微軟正黑體" panose="020B0604030504040204" pitchFamily="34" charset="-120"/>
              <a:cs typeface="Arial" pitchFamily="34" charset="0"/>
            </a:endParaRPr>
          </a:p>
        </p:txBody>
      </p:sp>
      <p:sp>
        <p:nvSpPr>
          <p:cNvPr id="42" name="TextBox 62"/>
          <p:cNvSpPr txBox="1"/>
          <p:nvPr/>
        </p:nvSpPr>
        <p:spPr>
          <a:xfrm>
            <a:off x="6130751" y="3375670"/>
            <a:ext cx="800219" cy="2219776"/>
          </a:xfrm>
          <a:prstGeom prst="rect">
            <a:avLst/>
          </a:prstGeom>
          <a:noFill/>
        </p:spPr>
        <p:txBody>
          <a:bodyPr vert="eaVert" wrap="square" rtlCol="0">
            <a:spAutoFit/>
          </a:bodyPr>
          <a:lstStyle/>
          <a:p>
            <a:pPr>
              <a:defRPr/>
            </a:pPr>
            <a:r>
              <a:rPr kumimoji="0" lang="zh-TW" altLang="en-US" sz="2000" b="0" i="0" u="none" strike="noStrike" kern="0" cap="none" spc="0" normalizeH="0" baseline="0" noProof="0" dirty="0" smtClean="0">
                <a:ln>
                  <a:noFill/>
                </a:ln>
                <a:solidFill>
                  <a:sysClr val="window" lastClr="FFFFFF"/>
                </a:solidFill>
                <a:effectLst>
                  <a:outerShdw blurRad="38100" dist="38100" dir="2700000" algn="tl">
                    <a:srgbClr val="000000">
                      <a:alpha val="43137"/>
                    </a:srgbClr>
                  </a:outerShdw>
                </a:effectLst>
                <a:uLnTx/>
                <a:uFillTx/>
                <a:latin typeface="微軟正黑體" panose="020B0604030504040204" pitchFamily="34" charset="-120"/>
                <a:ea typeface="微軟正黑體" panose="020B0604030504040204" pitchFamily="34" charset="-120"/>
                <a:cs typeface="Arial" pitchFamily="34" charset="0"/>
              </a:rPr>
              <a:t>期限</a:t>
            </a:r>
            <a:r>
              <a:rPr kumimoji="0" lang="zh-TW" altLang="en-US" sz="2000" b="0" i="0" u="none" strike="noStrike" kern="0" cap="none" spc="0" normalizeH="0" baseline="0" noProof="0" dirty="0" smtClean="0">
                <a:ln>
                  <a:noFill/>
                </a:ln>
                <a:solidFill>
                  <a:sysClr val="window" lastClr="FFFFFF"/>
                </a:solidFill>
                <a:effectLst/>
                <a:uLnTx/>
                <a:uFillTx/>
                <a:latin typeface="微軟正黑體" panose="020B0604030504040204" pitchFamily="34" charset="-120"/>
                <a:ea typeface="微軟正黑體" panose="020B0604030504040204" pitchFamily="34" charset="-120"/>
                <a:cs typeface="Arial" pitchFamily="34" charset="0"/>
              </a:rPr>
              <a:t>內</a:t>
            </a:r>
            <a:r>
              <a:rPr lang="zh-TW" altLang="en-US" sz="2000" kern="0" dirty="0">
                <a:solidFill>
                  <a:sysClr val="window" lastClr="FFFFFF"/>
                </a:solidFill>
                <a:latin typeface="微軟正黑體" panose="020B0604030504040204" pitchFamily="34" charset="-120"/>
                <a:ea typeface="微軟正黑體" panose="020B0604030504040204" pitchFamily="34" charset="-120"/>
                <a:cs typeface="Arial" pitchFamily="34" charset="0"/>
              </a:rPr>
              <a:t>回應民眾</a:t>
            </a:r>
            <a:endParaRPr lang="en-US" altLang="zh-CN" sz="2000" kern="0" dirty="0">
              <a:solidFill>
                <a:sysClr val="window" lastClr="FFFFFF"/>
              </a:solidFill>
              <a:latin typeface="微軟正黑體" panose="020B0604030504040204" pitchFamily="34" charset="-120"/>
              <a:ea typeface="微軟正黑體" panose="020B0604030504040204" pitchFamily="34" charset="-120"/>
              <a:cs typeface="Arial"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zh-TW" sz="2000" b="0" i="0" u="none" strike="noStrike" kern="0" cap="none" spc="0" normalizeH="0" baseline="0" noProof="0" dirty="0" smtClean="0">
              <a:ln>
                <a:noFill/>
              </a:ln>
              <a:solidFill>
                <a:sysClr val="window" lastClr="FFFFFF"/>
              </a:solidFill>
              <a:effectLst/>
              <a:uLnTx/>
              <a:uFillTx/>
              <a:latin typeface="微軟正黑體" panose="020B0604030504040204" pitchFamily="34" charset="-120"/>
              <a:ea typeface="微軟正黑體" panose="020B0604030504040204" pitchFamily="34" charset="-120"/>
              <a:cs typeface="Arial" pitchFamily="34" charset="0"/>
            </a:endParaRPr>
          </a:p>
        </p:txBody>
      </p:sp>
      <p:sp>
        <p:nvSpPr>
          <p:cNvPr id="43" name="TextBox 62"/>
          <p:cNvSpPr txBox="1"/>
          <p:nvPr/>
        </p:nvSpPr>
        <p:spPr>
          <a:xfrm>
            <a:off x="7496920" y="5326550"/>
            <a:ext cx="800219" cy="619336"/>
          </a:xfrm>
          <a:prstGeom prst="rect">
            <a:avLst/>
          </a:prstGeom>
          <a:gradFill flip="none" rotWithShape="1">
            <a:gsLst>
              <a:gs pos="0">
                <a:srgbClr val="797933">
                  <a:shade val="30000"/>
                  <a:satMod val="115000"/>
                </a:srgbClr>
              </a:gs>
              <a:gs pos="50000">
                <a:srgbClr val="797933">
                  <a:shade val="67500"/>
                  <a:satMod val="115000"/>
                </a:srgbClr>
              </a:gs>
              <a:gs pos="100000">
                <a:srgbClr val="797933">
                  <a:shade val="100000"/>
                  <a:satMod val="115000"/>
                </a:srgbClr>
              </a:gs>
            </a:gsLst>
            <a:lin ang="16200000" scaled="1"/>
            <a:tileRect/>
          </a:gradFill>
        </p:spPr>
        <p:txBody>
          <a:bodyPr vert="eaVert" wrap="square" rtlCol="0">
            <a:spAutoFit/>
          </a:bodyPr>
          <a:lstStyle>
            <a:defPPr>
              <a:defRPr lang="zh-TW"/>
            </a:defPPr>
            <a:lvl1pPr>
              <a:defRPr kumimoji="0" sz="2000" b="0" i="0" u="none" strike="noStrike" kern="0" cap="none" spc="0" normalizeH="0" baseline="0">
                <a:ln>
                  <a:noFill/>
                </a:ln>
                <a:solidFill>
                  <a:sysClr val="window" lastClr="FFFFFF"/>
                </a:solidFill>
                <a:effectLst>
                  <a:outerShdw blurRad="38100" dist="38100" dir="2700000" algn="tl">
                    <a:srgbClr val="000000">
                      <a:alpha val="43137"/>
                    </a:srgbClr>
                  </a:outerShdw>
                </a:effectLst>
                <a:uLnTx/>
                <a:uFillTx/>
                <a:latin typeface="微軟正黑體" panose="020B0604030504040204" pitchFamily="34" charset="-120"/>
                <a:ea typeface="微軟正黑體" panose="020B0604030504040204" pitchFamily="34" charset="-120"/>
                <a:cs typeface="Arial" pitchFamily="34" charset="0"/>
              </a:defRPr>
            </a:lvl1pPr>
          </a:lstStyle>
          <a:p>
            <a:r>
              <a:rPr lang="zh-TW" altLang="en-US" dirty="0"/>
              <a:t>推廣</a:t>
            </a:r>
            <a:endParaRPr lang="en-US" altLang="zh-CN" dirty="0"/>
          </a:p>
          <a:p>
            <a:r>
              <a:rPr lang="zh-TW" altLang="en-US" dirty="0"/>
              <a:t>應用</a:t>
            </a:r>
            <a:endParaRPr lang="en-US" altLang="zh-CN" dirty="0"/>
          </a:p>
        </p:txBody>
      </p:sp>
      <p:sp>
        <p:nvSpPr>
          <p:cNvPr id="44" name="標題 1"/>
          <p:cNvSpPr>
            <a:spLocks noGrp="1"/>
          </p:cNvSpPr>
          <p:nvPr>
            <p:ph type="title"/>
          </p:nvPr>
        </p:nvSpPr>
        <p:spPr>
          <a:xfrm>
            <a:off x="10344" y="24370"/>
            <a:ext cx="9133656" cy="811831"/>
          </a:xfrm>
        </p:spPr>
        <p:txBody>
          <a:bodyPr/>
          <a:lstStyle/>
          <a:p>
            <a:pPr marL="896938" indent="-896938"/>
            <a:r>
              <a:rPr lang="en-US" altLang="zh-TW" dirty="0"/>
              <a:t>107</a:t>
            </a:r>
            <a:r>
              <a:rPr lang="zh-TW" altLang="en-US" dirty="0" smtClean="0"/>
              <a:t>年度資料</a:t>
            </a:r>
            <a:r>
              <a:rPr lang="zh-TW" altLang="en-US" dirty="0"/>
              <a:t>開放績效考核結果</a:t>
            </a:r>
          </a:p>
        </p:txBody>
      </p:sp>
      <p:sp>
        <p:nvSpPr>
          <p:cNvPr id="49" name="文字方塊 48"/>
          <p:cNvSpPr txBox="1"/>
          <p:nvPr/>
        </p:nvSpPr>
        <p:spPr>
          <a:xfrm>
            <a:off x="7144444" y="808455"/>
            <a:ext cx="1999556" cy="338554"/>
          </a:xfrm>
          <a:prstGeom prst="rect">
            <a:avLst/>
          </a:prstGeom>
          <a:noFill/>
        </p:spPr>
        <p:txBody>
          <a:bodyPr wrap="square" rtlCol="0">
            <a:spAutoFit/>
          </a:bodyPr>
          <a:lstStyle/>
          <a:p>
            <a:pPr algn="r"/>
            <a:r>
              <a:rPr lang="zh-TW" altLang="en-US" sz="1600" b="1" dirty="0" smtClean="0">
                <a:solidFill>
                  <a:srgbClr val="C00000"/>
                </a:solidFill>
                <a:latin typeface="標楷體" panose="03000509000000000000" pitchFamily="65" charset="-120"/>
                <a:ea typeface="標楷體" panose="03000509000000000000" pitchFamily="65" charset="-120"/>
              </a:rPr>
              <a:t>（詳議程</a:t>
            </a:r>
            <a:r>
              <a:rPr lang="en-US" altLang="zh-TW" sz="1600" b="1" dirty="0" smtClean="0">
                <a:solidFill>
                  <a:srgbClr val="C00000"/>
                </a:solidFill>
                <a:latin typeface="標楷體" panose="03000509000000000000" pitchFamily="65" charset="-120"/>
                <a:ea typeface="標楷體" panose="03000509000000000000" pitchFamily="65" charset="-120"/>
              </a:rPr>
              <a:t>P.18/</a:t>
            </a:r>
            <a:r>
              <a:rPr lang="zh-TW" altLang="en-US" sz="1600" b="1" dirty="0" smtClean="0">
                <a:solidFill>
                  <a:srgbClr val="C00000"/>
                </a:solidFill>
                <a:latin typeface="標楷體" panose="03000509000000000000" pitchFamily="65" charset="-120"/>
                <a:ea typeface="標楷體" panose="03000509000000000000" pitchFamily="65" charset="-120"/>
              </a:rPr>
              <a:t>表</a:t>
            </a:r>
            <a:r>
              <a:rPr lang="en-US" altLang="zh-TW" sz="1600" b="1" dirty="0" smtClean="0">
                <a:solidFill>
                  <a:srgbClr val="C00000"/>
                </a:solidFill>
                <a:latin typeface="標楷體" panose="03000509000000000000" pitchFamily="65" charset="-120"/>
                <a:ea typeface="標楷體" panose="03000509000000000000" pitchFamily="65" charset="-120"/>
              </a:rPr>
              <a:t>7)</a:t>
            </a:r>
            <a:endParaRPr lang="zh-TW" altLang="en-US" sz="1600" b="1" dirty="0">
              <a:solidFill>
                <a:srgbClr val="C00000"/>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343193567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900B4382-7C4E-4E7B-8DB7-FB39E0211E21}" type="slidenum">
              <a:rPr lang="zh-TW" altLang="en-US" smtClean="0">
                <a:solidFill>
                  <a:prstClr val="black"/>
                </a:solidFill>
              </a:rPr>
              <a:pPr/>
              <a:t>26</a:t>
            </a:fld>
            <a:endParaRPr lang="zh-TW" altLang="en-US">
              <a:solidFill>
                <a:prstClr val="black"/>
              </a:solidFill>
            </a:endParaRPr>
          </a:p>
        </p:txBody>
      </p:sp>
      <p:sp>
        <p:nvSpPr>
          <p:cNvPr id="44" name="標題 1"/>
          <p:cNvSpPr>
            <a:spLocks noGrp="1"/>
          </p:cNvSpPr>
          <p:nvPr>
            <p:ph type="title"/>
          </p:nvPr>
        </p:nvSpPr>
        <p:spPr>
          <a:xfrm>
            <a:off x="10344" y="24370"/>
            <a:ext cx="9133656" cy="811831"/>
          </a:xfrm>
        </p:spPr>
        <p:txBody>
          <a:bodyPr/>
          <a:lstStyle/>
          <a:p>
            <a:pPr marL="896938" indent="-896938"/>
            <a:r>
              <a:rPr lang="zh-TW" altLang="en-US" dirty="0" smtClean="0"/>
              <a:t>績效</a:t>
            </a:r>
            <a:r>
              <a:rPr lang="zh-TW" altLang="en-US" dirty="0"/>
              <a:t>考核結果待改善項目說明</a:t>
            </a:r>
            <a:r>
              <a:rPr lang="zh-CN" altLang="en-US" dirty="0"/>
              <a:t/>
            </a:r>
            <a:br>
              <a:rPr lang="zh-CN" altLang="en-US" dirty="0"/>
            </a:br>
            <a:endParaRPr lang="zh-TW" altLang="en-US" dirty="0"/>
          </a:p>
        </p:txBody>
      </p:sp>
      <p:sp>
        <p:nvSpPr>
          <p:cNvPr id="49" name="文字方塊 48"/>
          <p:cNvSpPr txBox="1"/>
          <p:nvPr/>
        </p:nvSpPr>
        <p:spPr>
          <a:xfrm>
            <a:off x="7144444" y="808455"/>
            <a:ext cx="1999556" cy="338554"/>
          </a:xfrm>
          <a:prstGeom prst="rect">
            <a:avLst/>
          </a:prstGeom>
          <a:noFill/>
        </p:spPr>
        <p:txBody>
          <a:bodyPr wrap="square" rtlCol="0">
            <a:spAutoFit/>
          </a:bodyPr>
          <a:lstStyle/>
          <a:p>
            <a:pPr algn="r"/>
            <a:r>
              <a:rPr lang="zh-TW" altLang="en-US" sz="1600" b="1" dirty="0" smtClean="0">
                <a:solidFill>
                  <a:srgbClr val="C00000"/>
                </a:solidFill>
                <a:latin typeface="標楷體" panose="03000509000000000000" pitchFamily="65" charset="-120"/>
                <a:ea typeface="標楷體" panose="03000509000000000000" pitchFamily="65" charset="-120"/>
              </a:rPr>
              <a:t>（詳議程</a:t>
            </a:r>
            <a:r>
              <a:rPr lang="en-US" altLang="zh-TW" sz="1600" b="1" dirty="0" smtClean="0">
                <a:solidFill>
                  <a:srgbClr val="C00000"/>
                </a:solidFill>
                <a:latin typeface="標楷體" panose="03000509000000000000" pitchFamily="65" charset="-120"/>
                <a:ea typeface="標楷體" panose="03000509000000000000" pitchFamily="65" charset="-120"/>
              </a:rPr>
              <a:t>P.18)</a:t>
            </a:r>
            <a:endParaRPr lang="zh-TW" altLang="en-US" sz="1600" b="1" dirty="0">
              <a:solidFill>
                <a:srgbClr val="C00000"/>
              </a:solidFill>
              <a:latin typeface="標楷體" panose="03000509000000000000" pitchFamily="65" charset="-120"/>
              <a:ea typeface="標楷體" panose="03000509000000000000" pitchFamily="65" charset="-120"/>
            </a:endParaRPr>
          </a:p>
        </p:txBody>
      </p:sp>
      <p:grpSp>
        <p:nvGrpSpPr>
          <p:cNvPr id="2" name="群組 1"/>
          <p:cNvGrpSpPr/>
          <p:nvPr/>
        </p:nvGrpSpPr>
        <p:grpSpPr>
          <a:xfrm>
            <a:off x="555165" y="1420708"/>
            <a:ext cx="3235276" cy="3922871"/>
            <a:chOff x="555165" y="1420708"/>
            <a:chExt cx="3235276" cy="3922871"/>
          </a:xfrm>
        </p:grpSpPr>
        <p:pic>
          <p:nvPicPr>
            <p:cNvPr id="7" name="图片 39"/>
            <p:cNvPicPr>
              <a:picLocks noChangeAspect="1"/>
            </p:cNvPicPr>
            <p:nvPr/>
          </p:nvPicPr>
          <p:blipFill rotWithShape="1">
            <a:blip r:embed="rId3">
              <a:duotone>
                <a:schemeClr val="accent2">
                  <a:shade val="45000"/>
                  <a:satMod val="135000"/>
                </a:schemeClr>
                <a:prstClr val="white"/>
              </a:duotone>
              <a:extLst>
                <a:ext uri="{28A0092B-C50C-407E-A947-70E740481C1C}">
                  <a14:useLocalDpi xmlns:a14="http://schemas.microsoft.com/office/drawing/2010/main" val="0"/>
                </a:ext>
              </a:extLst>
            </a:blip>
            <a:srcRect t="83077"/>
            <a:stretch/>
          </p:blipFill>
          <p:spPr>
            <a:xfrm>
              <a:off x="555165" y="4622763"/>
              <a:ext cx="3235276" cy="630750"/>
            </a:xfrm>
            <a:prstGeom prst="rect">
              <a:avLst/>
            </a:prstGeom>
            <a:effectLst>
              <a:softEdge rad="0"/>
            </a:effectLst>
          </p:spPr>
        </p:pic>
        <p:sp>
          <p:nvSpPr>
            <p:cNvPr id="16" name="Oval 65"/>
            <p:cNvSpPr>
              <a:spLocks noChangeArrowheads="1"/>
            </p:cNvSpPr>
            <p:nvPr/>
          </p:nvSpPr>
          <p:spPr bwMode="auto">
            <a:xfrm rot="10800000" flipV="1">
              <a:off x="1856470" y="5169244"/>
              <a:ext cx="1341831" cy="174335"/>
            </a:xfrm>
            <a:prstGeom prst="ellipse">
              <a:avLst/>
            </a:prstGeom>
            <a:gradFill rotWithShape="1">
              <a:gsLst>
                <a:gs pos="0">
                  <a:sysClr val="windowText" lastClr="000000">
                    <a:lumMod val="75000"/>
                    <a:lumOff val="25000"/>
                  </a:sysClr>
                </a:gs>
                <a:gs pos="100000">
                  <a:srgbClr val="EEECE1">
                    <a:alpha val="0"/>
                  </a:srgbClr>
                </a:gs>
              </a:gsLst>
              <a:path path="shape">
                <a:fillToRect l="50000" t="50000" r="50000" b="50000"/>
              </a:path>
            </a:gradFill>
            <a:ln w="9525">
              <a:no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Arial" pitchFamily="34" charset="0"/>
                <a:ea typeface="宋体"/>
              </a:endParaRPr>
            </a:p>
          </p:txBody>
        </p:sp>
        <p:sp>
          <p:nvSpPr>
            <p:cNvPr id="21" name="TextBox 52"/>
            <p:cNvSpPr txBox="1"/>
            <p:nvPr/>
          </p:nvSpPr>
          <p:spPr>
            <a:xfrm>
              <a:off x="1442532" y="4744444"/>
              <a:ext cx="730271" cy="437043"/>
            </a:xfrm>
            <a:prstGeom prst="rect">
              <a:avLst/>
            </a:prstGeom>
            <a:noFill/>
          </p:spPr>
          <p:txBody>
            <a:bodyPr wrap="square" rtlCol="0">
              <a:spAutoFit/>
            </a:bodyPr>
            <a:lstStyle>
              <a:defPPr>
                <a:defRPr lang="en-US"/>
              </a:defPPr>
              <a:lvl1pPr marR="0" lvl="0" indent="0" algn="ctr" fontAlgn="auto">
                <a:lnSpc>
                  <a:spcPct val="80000"/>
                </a:lnSpc>
                <a:spcBef>
                  <a:spcPts val="0"/>
                </a:spcBef>
                <a:spcAft>
                  <a:spcPts val="0"/>
                </a:spcAft>
                <a:buClrTx/>
                <a:buSzTx/>
                <a:buFontTx/>
                <a:buNone/>
                <a:tabLst/>
                <a:defRPr kumimoji="0" sz="2800" b="1" i="0" u="none" strike="noStrike" kern="0" cap="none" spc="0" normalizeH="0" baseline="0">
                  <a:ln w="18415" cmpd="sng">
                    <a:noFill/>
                    <a:prstDash val="solid"/>
                  </a:ln>
                  <a:solidFill>
                    <a:srgbClr val="003964"/>
                  </a:solidFill>
                  <a:effectLst>
                    <a:outerShdw dist="38100" dir="5400000" algn="t" rotWithShape="0">
                      <a:schemeClr val="bg1">
                        <a:alpha val="55000"/>
                      </a:schemeClr>
                    </a:outerShdw>
                  </a:effectLst>
                  <a:uLnTx/>
                  <a:uFillTx/>
                  <a:latin typeface="Adidas Unity" pitchFamily="2" charset="0"/>
                  <a:ea typeface="微软雅黑" pitchFamily="34" charset="-122"/>
                  <a:cs typeface="Times New Roman" pitchFamily="18" charset="0"/>
                </a:defRPr>
              </a:lvl1pPr>
            </a:lstStyle>
            <a:p>
              <a:r>
                <a:rPr lang="en-US" altLang="zh-TW" dirty="0" smtClean="0">
                  <a:ln w="18415" cmpd="sng">
                    <a:solidFill>
                      <a:schemeClr val="accent3"/>
                    </a:solidFill>
                    <a:prstDash val="solid"/>
                  </a:ln>
                  <a:solidFill>
                    <a:srgbClr val="004A82"/>
                  </a:solidFill>
                  <a:latin typeface="Arial Rounded MT Bold" pitchFamily="34" charset="0"/>
                </a:rPr>
                <a:t>3</a:t>
              </a:r>
              <a:endParaRPr lang="zh-CN" altLang="en-US" dirty="0">
                <a:ln w="18415" cmpd="sng">
                  <a:solidFill>
                    <a:schemeClr val="accent3"/>
                  </a:solidFill>
                  <a:prstDash val="solid"/>
                </a:ln>
                <a:solidFill>
                  <a:srgbClr val="004A82"/>
                </a:solidFill>
                <a:latin typeface="Arial Rounded MT Bold" pitchFamily="34" charset="0"/>
              </a:endParaRPr>
            </a:p>
          </p:txBody>
        </p:sp>
        <p:sp>
          <p:nvSpPr>
            <p:cNvPr id="3" name="圓角化同側角落矩形 2"/>
            <p:cNvSpPr/>
            <p:nvPr/>
          </p:nvSpPr>
          <p:spPr bwMode="auto">
            <a:xfrm>
              <a:off x="757740" y="1491338"/>
              <a:ext cx="2963332" cy="3152567"/>
            </a:xfrm>
            <a:prstGeom prst="round2SameRect">
              <a:avLst/>
            </a:prstGeom>
            <a:ln>
              <a:headEnd type="none" w="med" len="med"/>
              <a:tailEnd type="none" w="med" len="med"/>
            </a:ln>
            <a:effectLst>
              <a:outerShdw blurRad="50800" dist="38100" algn="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b"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4000" b="1" i="0" u="none" strike="noStrike" cap="none" normalizeH="0" baseline="0" smtClean="0">
                <a:ln>
                  <a:noFill/>
                </a:ln>
                <a:solidFill>
                  <a:schemeClr val="accent2"/>
                </a:solidFill>
                <a:effectLst/>
                <a:latin typeface="標楷體" pitchFamily="65" charset="-120"/>
                <a:ea typeface="標楷體" pitchFamily="65" charset="-120"/>
              </a:endParaRPr>
            </a:p>
          </p:txBody>
        </p:sp>
        <p:sp>
          <p:nvSpPr>
            <p:cNvPr id="26" name="圓角化同側角落矩形 25"/>
            <p:cNvSpPr/>
            <p:nvPr/>
          </p:nvSpPr>
          <p:spPr bwMode="auto">
            <a:xfrm>
              <a:off x="757739" y="1420708"/>
              <a:ext cx="2970757" cy="469832"/>
            </a:xfrm>
            <a:prstGeom prst="round2SameRect">
              <a:avLst/>
            </a:prstGeom>
            <a:solidFill>
              <a:srgbClr val="4545B7"/>
            </a:solidFill>
            <a:ln>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b"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zh-TW" altLang="en-US" sz="2800" b="1" i="0" u="none" strike="noStrike" cap="none" normalizeH="0" baseline="0" dirty="0" smtClean="0">
                  <a:ln>
                    <a:noFill/>
                  </a:ln>
                  <a:solidFill>
                    <a:schemeClr val="bg1"/>
                  </a:solidFill>
                  <a:effectLst/>
                  <a:latin typeface="標楷體" pitchFamily="65" charset="-120"/>
                  <a:ea typeface="標楷體" pitchFamily="65" charset="-120"/>
                </a:rPr>
                <a:t>正確及完整性</a:t>
              </a:r>
            </a:p>
          </p:txBody>
        </p:sp>
        <p:sp>
          <p:nvSpPr>
            <p:cNvPr id="40" name="TextBox 62"/>
            <p:cNvSpPr txBox="1"/>
            <p:nvPr/>
          </p:nvSpPr>
          <p:spPr>
            <a:xfrm>
              <a:off x="844915" y="1974199"/>
              <a:ext cx="2876157" cy="2246769"/>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lang="en-US" altLang="zh-CN" sz="2000" kern="0" dirty="0">
                <a:solidFill>
                  <a:srgbClr val="002060"/>
                </a:solidFill>
                <a:latin typeface="微軟正黑體" panose="020B0604030504040204" pitchFamily="34" charset="-120"/>
                <a:ea typeface="微軟正黑體" panose="020B0604030504040204" pitchFamily="34" charset="-120"/>
                <a:cs typeface="Arial" pitchFamily="34" charset="0"/>
              </a:endParaRPr>
            </a:p>
            <a:p>
              <a:pPr marL="342900" marR="0" lvl="0" indent="-34290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2000" b="0" i="0" u="none" strike="noStrike" kern="0" cap="none" spc="0" normalizeH="0" baseline="0" noProof="0" dirty="0" smtClean="0">
                  <a:ln>
                    <a:noFill/>
                  </a:ln>
                  <a:solidFill>
                    <a:srgbClr val="002060"/>
                  </a:solidFill>
                  <a:uLnTx/>
                  <a:uFillTx/>
                  <a:latin typeface="微軟正黑體" panose="020B0604030504040204" pitchFamily="34" charset="-120"/>
                  <a:ea typeface="微軟正黑體" panose="020B0604030504040204" pitchFamily="34" charset="-120"/>
                  <a:cs typeface="Arial" pitchFamily="34" charset="0"/>
                </a:rPr>
                <a:t>資料未更新 </a:t>
              </a:r>
              <a:r>
                <a:rPr kumimoji="0" lang="en-US" altLang="zh-TW" sz="2000" b="0" i="0" u="none" strike="noStrike" kern="0" cap="none" spc="0" normalizeH="0" baseline="0" noProof="0" dirty="0" smtClean="0">
                  <a:ln>
                    <a:noFill/>
                  </a:ln>
                  <a:solidFill>
                    <a:srgbClr val="FF0000"/>
                  </a:solidFill>
                  <a:uLnTx/>
                  <a:uFillTx/>
                  <a:latin typeface="微軟正黑體" panose="020B0604030504040204" pitchFamily="34" charset="-120"/>
                  <a:ea typeface="微軟正黑體" panose="020B0604030504040204" pitchFamily="34" charset="-120"/>
                  <a:cs typeface="Arial" pitchFamily="34" charset="0"/>
                </a:rPr>
                <a:t>74</a:t>
              </a:r>
            </a:p>
            <a:p>
              <a:pPr marL="342900" marR="0" lvl="0" indent="-34290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zh-TW" altLang="en-US" sz="2000" kern="0" dirty="0" smtClean="0">
                  <a:solidFill>
                    <a:srgbClr val="002060"/>
                  </a:solidFill>
                  <a:latin typeface="微軟正黑體" panose="020B0604030504040204" pitchFamily="34" charset="-120"/>
                  <a:ea typeface="微軟正黑體" panose="020B0604030504040204" pitchFamily="34" charset="-120"/>
                  <a:cs typeface="Arial" pitchFamily="34" charset="0"/>
                </a:rPr>
                <a:t>詮釋資料未完整 </a:t>
              </a:r>
              <a:r>
                <a:rPr lang="en-US" altLang="zh-TW" sz="2000" kern="0" dirty="0" smtClean="0">
                  <a:solidFill>
                    <a:srgbClr val="FF0000"/>
                  </a:solidFill>
                  <a:latin typeface="微軟正黑體" panose="020B0604030504040204" pitchFamily="34" charset="-120"/>
                  <a:ea typeface="微軟正黑體" panose="020B0604030504040204" pitchFamily="34" charset="-120"/>
                  <a:cs typeface="Arial" pitchFamily="34" charset="0"/>
                </a:rPr>
                <a:t>31</a:t>
              </a:r>
            </a:p>
            <a:p>
              <a:pPr marL="342900" marR="0" lvl="0" indent="-34290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2000" b="0" i="0" u="none" strike="noStrike" kern="0" cap="none" spc="0" normalizeH="0" baseline="0" noProof="0" dirty="0" smtClean="0">
                  <a:ln>
                    <a:noFill/>
                  </a:ln>
                  <a:solidFill>
                    <a:srgbClr val="002060"/>
                  </a:solidFill>
                  <a:uLnTx/>
                  <a:uFillTx/>
                  <a:latin typeface="微軟正黑體" panose="020B0604030504040204" pitchFamily="34" charset="-120"/>
                  <a:ea typeface="微軟正黑體" panose="020B0604030504040204" pitchFamily="34" charset="-120"/>
                  <a:cs typeface="Arial" pitchFamily="34" charset="0"/>
                </a:rPr>
                <a:t>更新頻率不符 </a:t>
              </a:r>
              <a:r>
                <a:rPr kumimoji="0" lang="en-US" altLang="zh-TW" sz="2000" b="0" i="0" u="none" strike="noStrike" kern="0" cap="none" spc="0" normalizeH="0" baseline="0" noProof="0" dirty="0" smtClean="0">
                  <a:ln>
                    <a:noFill/>
                  </a:ln>
                  <a:solidFill>
                    <a:srgbClr val="FF0000"/>
                  </a:solidFill>
                  <a:uLnTx/>
                  <a:uFillTx/>
                  <a:latin typeface="微軟正黑體" panose="020B0604030504040204" pitchFamily="34" charset="-120"/>
                  <a:ea typeface="微軟正黑體" panose="020B0604030504040204" pitchFamily="34" charset="-120"/>
                  <a:cs typeface="Arial" pitchFamily="34" charset="0"/>
                </a:rPr>
                <a:t>16</a:t>
              </a:r>
            </a:p>
            <a:p>
              <a:pPr marL="342900" marR="0" lvl="0" indent="-34290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zh-TW" altLang="en-US" sz="2000" kern="0" dirty="0" smtClean="0">
                  <a:solidFill>
                    <a:srgbClr val="002060"/>
                  </a:solidFill>
                  <a:latin typeface="微軟正黑體" panose="020B0604030504040204" pitchFamily="34" charset="-120"/>
                  <a:ea typeface="微軟正黑體" panose="020B0604030504040204" pitchFamily="34" charset="-120"/>
                  <a:cs typeface="Arial" pitchFamily="34" charset="0"/>
                </a:rPr>
                <a:t>資料聯絡人未更新 </a:t>
              </a:r>
              <a:r>
                <a:rPr lang="en-US" altLang="zh-TW" sz="2000" kern="0" dirty="0" smtClean="0">
                  <a:solidFill>
                    <a:srgbClr val="FF0000"/>
                  </a:solidFill>
                  <a:latin typeface="微軟正黑體" panose="020B0604030504040204" pitchFamily="34" charset="-120"/>
                  <a:ea typeface="微軟正黑體" panose="020B0604030504040204" pitchFamily="34" charset="-120"/>
                  <a:cs typeface="Arial" pitchFamily="34" charset="0"/>
                </a:rPr>
                <a:t>7</a:t>
              </a:r>
            </a:p>
            <a:p>
              <a:pPr marL="342900" marR="0" lvl="0" indent="-34290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TW" altLang="en-US" sz="2000" b="0" i="0" u="none" strike="noStrike" kern="0" cap="none" spc="0" normalizeH="0" baseline="0" noProof="0" dirty="0" smtClean="0">
                  <a:ln>
                    <a:noFill/>
                  </a:ln>
                  <a:solidFill>
                    <a:srgbClr val="002060"/>
                  </a:solidFill>
                  <a:uLnTx/>
                  <a:uFillTx/>
                  <a:latin typeface="微軟正黑體" panose="020B0604030504040204" pitchFamily="34" charset="-120"/>
                  <a:ea typeface="微軟正黑體" panose="020B0604030504040204" pitchFamily="34" charset="-120"/>
                  <a:cs typeface="Arial" pitchFamily="34" charset="0"/>
                </a:rPr>
                <a:t>資料內容有誤 </a:t>
              </a:r>
              <a:r>
                <a:rPr kumimoji="0" lang="en-US" altLang="zh-TW" sz="2000" b="0" i="0" u="none" strike="noStrike" kern="0" cap="none" spc="0" normalizeH="0" baseline="0" noProof="0" dirty="0" smtClean="0">
                  <a:ln>
                    <a:noFill/>
                  </a:ln>
                  <a:solidFill>
                    <a:srgbClr val="FF0000"/>
                  </a:solidFill>
                  <a:uLnTx/>
                  <a:uFillTx/>
                  <a:latin typeface="微軟正黑體" panose="020B0604030504040204" pitchFamily="34" charset="-120"/>
                  <a:ea typeface="微軟正黑體" panose="020B0604030504040204" pitchFamily="34" charset="-120"/>
                  <a:cs typeface="Arial" pitchFamily="34" charset="0"/>
                </a:rPr>
                <a:t>2</a:t>
              </a:r>
            </a:p>
            <a:p>
              <a:pPr marL="342900" marR="0" lvl="0" indent="-34290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zh-TW" altLang="en-US" sz="2000" kern="0" dirty="0" smtClean="0">
                  <a:solidFill>
                    <a:srgbClr val="002060"/>
                  </a:solidFill>
                  <a:latin typeface="微軟正黑體" panose="020B0604030504040204" pitchFamily="34" charset="-120"/>
                  <a:ea typeface="微軟正黑體" panose="020B0604030504040204" pitchFamily="34" charset="-120"/>
                  <a:cs typeface="Arial" pitchFamily="34" charset="0"/>
                </a:rPr>
                <a:t>詮釋資料不正確 </a:t>
              </a:r>
              <a:r>
                <a:rPr lang="en-US" altLang="zh-TW" sz="2000" kern="0" dirty="0" smtClean="0">
                  <a:solidFill>
                    <a:srgbClr val="FF0000"/>
                  </a:solidFill>
                  <a:latin typeface="微軟正黑體" panose="020B0604030504040204" pitchFamily="34" charset="-120"/>
                  <a:ea typeface="微軟正黑體" panose="020B0604030504040204" pitchFamily="34" charset="-120"/>
                  <a:cs typeface="Arial" pitchFamily="34" charset="0"/>
                </a:rPr>
                <a:t>2</a:t>
              </a:r>
              <a:endParaRPr kumimoji="0" lang="en-US" altLang="zh-CN" sz="2000" b="0" i="0" u="none" strike="noStrike" kern="0" cap="none" spc="0" normalizeH="0" baseline="0" noProof="0" dirty="0" smtClean="0">
                <a:ln>
                  <a:noFill/>
                </a:ln>
                <a:solidFill>
                  <a:srgbClr val="FF0000"/>
                </a:solidFill>
                <a:uLnTx/>
                <a:uFillTx/>
                <a:latin typeface="微軟正黑體" panose="020B0604030504040204" pitchFamily="34" charset="-120"/>
                <a:ea typeface="微軟正黑體" panose="020B0604030504040204" pitchFamily="34" charset="-120"/>
                <a:cs typeface="Arial" pitchFamily="34" charset="0"/>
              </a:endParaRPr>
            </a:p>
          </p:txBody>
        </p:sp>
      </p:grpSp>
      <p:pic>
        <p:nvPicPr>
          <p:cNvPr id="10" name="图片 41"/>
          <p:cNvPicPr>
            <a:picLocks noChangeAspect="1"/>
          </p:cNvPicPr>
          <p:nvPr/>
        </p:nvPicPr>
        <p:blipFill rotWithShape="1">
          <a:blip r:embed="rId4">
            <a:duotone>
              <a:prstClr val="black"/>
              <a:srgbClr val="FF99FF">
                <a:tint val="45000"/>
                <a:satMod val="400000"/>
              </a:srgbClr>
            </a:duotone>
            <a:extLst>
              <a:ext uri="{28A0092B-C50C-407E-A947-70E740481C1C}">
                <a14:useLocalDpi xmlns:a14="http://schemas.microsoft.com/office/drawing/2010/main" val="0"/>
              </a:ext>
            </a:extLst>
          </a:blip>
          <a:srcRect t="77695"/>
          <a:stretch/>
        </p:blipFill>
        <p:spPr>
          <a:xfrm>
            <a:off x="4204378" y="5478017"/>
            <a:ext cx="2743886" cy="590475"/>
          </a:xfrm>
          <a:prstGeom prst="rect">
            <a:avLst/>
          </a:prstGeom>
        </p:spPr>
      </p:pic>
      <p:sp>
        <p:nvSpPr>
          <p:cNvPr id="17" name="Oval 65"/>
          <p:cNvSpPr>
            <a:spLocks noChangeArrowheads="1"/>
          </p:cNvSpPr>
          <p:nvPr/>
        </p:nvSpPr>
        <p:spPr bwMode="auto">
          <a:xfrm rot="10800000" flipV="1">
            <a:off x="5300502" y="6003466"/>
            <a:ext cx="1111541" cy="161838"/>
          </a:xfrm>
          <a:prstGeom prst="ellipse">
            <a:avLst/>
          </a:prstGeom>
          <a:gradFill rotWithShape="1">
            <a:gsLst>
              <a:gs pos="0">
                <a:sysClr val="windowText" lastClr="000000">
                  <a:lumMod val="75000"/>
                  <a:lumOff val="25000"/>
                </a:sysClr>
              </a:gs>
              <a:gs pos="100000">
                <a:srgbClr val="EEECE1">
                  <a:alpha val="0"/>
                </a:srgbClr>
              </a:gs>
            </a:gsLst>
            <a:path path="shape">
              <a:fillToRect l="50000" t="50000" r="50000" b="50000"/>
            </a:path>
          </a:gradFill>
          <a:ln w="9525">
            <a:no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latin typeface="Arial" pitchFamily="34" charset="0"/>
              <a:ea typeface="宋体"/>
            </a:endParaRPr>
          </a:p>
        </p:txBody>
      </p:sp>
      <p:sp>
        <p:nvSpPr>
          <p:cNvPr id="23" name="TextBox 54"/>
          <p:cNvSpPr txBox="1"/>
          <p:nvPr/>
        </p:nvSpPr>
        <p:spPr>
          <a:xfrm>
            <a:off x="5002401" y="5597754"/>
            <a:ext cx="604939" cy="405713"/>
          </a:xfrm>
          <a:prstGeom prst="rect">
            <a:avLst/>
          </a:prstGeom>
          <a:noFill/>
        </p:spPr>
        <p:txBody>
          <a:bodyPr wrap="square" rtlCol="0">
            <a:spAutoFit/>
          </a:bodyPr>
          <a:lstStyle>
            <a:defPPr>
              <a:defRPr lang="en-US"/>
            </a:defPPr>
            <a:lvl1pPr marR="0" lvl="0" indent="0" algn="ctr" fontAlgn="auto">
              <a:lnSpc>
                <a:spcPct val="80000"/>
              </a:lnSpc>
              <a:spcBef>
                <a:spcPts val="0"/>
              </a:spcBef>
              <a:spcAft>
                <a:spcPts val="0"/>
              </a:spcAft>
              <a:buClrTx/>
              <a:buSzTx/>
              <a:buFontTx/>
              <a:buNone/>
              <a:tabLst/>
              <a:defRPr kumimoji="0" sz="2800" b="1" i="0" u="none" strike="noStrike" kern="0" cap="none" spc="0" normalizeH="0" baseline="0">
                <a:ln w="18415" cmpd="sng">
                  <a:noFill/>
                  <a:prstDash val="solid"/>
                </a:ln>
                <a:solidFill>
                  <a:srgbClr val="003964"/>
                </a:solidFill>
                <a:effectLst>
                  <a:outerShdw dist="38100" dir="5400000" algn="t" rotWithShape="0">
                    <a:schemeClr val="bg1">
                      <a:alpha val="55000"/>
                    </a:schemeClr>
                  </a:outerShdw>
                </a:effectLst>
                <a:uLnTx/>
                <a:uFillTx/>
                <a:latin typeface="Adidas Unity" pitchFamily="2" charset="0"/>
                <a:ea typeface="微软雅黑" pitchFamily="34" charset="-122"/>
                <a:cs typeface="Times New Roman" pitchFamily="18" charset="0"/>
              </a:defRPr>
            </a:lvl1pPr>
          </a:lstStyle>
          <a:p>
            <a:r>
              <a:rPr lang="en-US" altLang="zh-TW" dirty="0" smtClean="0">
                <a:ln w="18415" cmpd="sng">
                  <a:solidFill>
                    <a:schemeClr val="accent3"/>
                  </a:solidFill>
                  <a:prstDash val="solid"/>
                </a:ln>
                <a:solidFill>
                  <a:srgbClr val="481F67"/>
                </a:solidFill>
                <a:latin typeface="Arial Rounded MT Bold" pitchFamily="34" charset="0"/>
              </a:rPr>
              <a:t>5</a:t>
            </a:r>
            <a:endParaRPr lang="zh-CN" altLang="en-US" dirty="0">
              <a:ln w="18415" cmpd="sng">
                <a:solidFill>
                  <a:schemeClr val="accent3"/>
                </a:solidFill>
                <a:prstDash val="solid"/>
              </a:ln>
              <a:solidFill>
                <a:srgbClr val="481F67"/>
              </a:solidFill>
              <a:latin typeface="Arial Rounded MT Bold" pitchFamily="34" charset="0"/>
            </a:endParaRPr>
          </a:p>
        </p:txBody>
      </p:sp>
      <p:sp>
        <p:nvSpPr>
          <p:cNvPr id="22" name="圓角化同側角落矩形 21"/>
          <p:cNvSpPr/>
          <p:nvPr/>
        </p:nvSpPr>
        <p:spPr bwMode="auto">
          <a:xfrm>
            <a:off x="4385426" y="2924944"/>
            <a:ext cx="2385988" cy="2592447"/>
          </a:xfrm>
          <a:prstGeom prst="round2SameRect">
            <a:avLst/>
          </a:prstGeom>
          <a:ln>
            <a:solidFill>
              <a:srgbClr val="7D4E7D"/>
            </a:solidFill>
            <a:headEnd type="none" w="med" len="med"/>
            <a:tailEnd type="none" w="med" len="med"/>
          </a:ln>
          <a:effectLst>
            <a:outerShdw blurRad="50800" dist="38100" algn="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b"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zh-TW" altLang="en-US" sz="4000" b="1" i="0" u="none" strike="noStrike" cap="none" normalizeH="0" baseline="0" smtClean="0">
              <a:ln>
                <a:noFill/>
              </a:ln>
              <a:solidFill>
                <a:schemeClr val="accent2"/>
              </a:solidFill>
              <a:effectLst/>
              <a:latin typeface="標楷體" pitchFamily="65" charset="-120"/>
              <a:ea typeface="標楷體" pitchFamily="65" charset="-120"/>
            </a:endParaRPr>
          </a:p>
        </p:txBody>
      </p:sp>
      <p:sp>
        <p:nvSpPr>
          <p:cNvPr id="28" name="圓角化同側角落矩形 27"/>
          <p:cNvSpPr/>
          <p:nvPr/>
        </p:nvSpPr>
        <p:spPr bwMode="auto">
          <a:xfrm>
            <a:off x="4385426" y="2851999"/>
            <a:ext cx="2385989" cy="431244"/>
          </a:xfrm>
          <a:prstGeom prst="round2SameRect">
            <a:avLst/>
          </a:prstGeom>
          <a:solidFill>
            <a:srgbClr val="7D4E7D"/>
          </a:solidFill>
          <a:ln>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b"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zh-TW" altLang="en-US" sz="2800" b="1" i="0" u="none" strike="noStrike" cap="none" normalizeH="0" baseline="0" dirty="0" smtClean="0">
                <a:ln>
                  <a:noFill/>
                </a:ln>
                <a:solidFill>
                  <a:schemeClr val="bg1"/>
                </a:solidFill>
                <a:effectLst/>
                <a:latin typeface="標楷體" pitchFamily="65" charset="-120"/>
                <a:ea typeface="標楷體" pitchFamily="65" charset="-120"/>
              </a:rPr>
              <a:t>回應民眾</a:t>
            </a:r>
          </a:p>
        </p:txBody>
      </p:sp>
      <p:sp>
        <p:nvSpPr>
          <p:cNvPr id="31" name="TextBox 62"/>
          <p:cNvSpPr txBox="1"/>
          <p:nvPr/>
        </p:nvSpPr>
        <p:spPr>
          <a:xfrm>
            <a:off x="4398307" y="3511868"/>
            <a:ext cx="2233923" cy="1228566"/>
          </a:xfrm>
          <a:prstGeom prst="rect">
            <a:avLst/>
          </a:prstGeom>
          <a:noFill/>
        </p:spPr>
        <p:txBody>
          <a:bodyPr vert="horz"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lang="en-US" altLang="zh-CN" sz="2000" kern="0" dirty="0">
              <a:solidFill>
                <a:srgbClr val="7D4E7D"/>
              </a:solidFill>
              <a:latin typeface="微軟正黑體" panose="020B0604030504040204" pitchFamily="34" charset="-120"/>
              <a:ea typeface="微軟正黑體" panose="020B0604030504040204" pitchFamily="34" charset="-120"/>
              <a:cs typeface="Arial" pitchFamily="34" charset="0"/>
            </a:endParaRPr>
          </a:p>
          <a:p>
            <a:pPr marL="342900" lvl="0" indent="-342900">
              <a:buFont typeface="Arial" panose="020B0604020202020204" pitchFamily="34" charset="0"/>
              <a:buChar char="•"/>
              <a:defRPr/>
            </a:pPr>
            <a:r>
              <a:rPr lang="zh-TW" altLang="en-US" sz="2000" kern="0" dirty="0" smtClean="0">
                <a:solidFill>
                  <a:srgbClr val="7D4E7D"/>
                </a:solidFill>
                <a:latin typeface="微軟正黑體" panose="020B0604030504040204" pitchFamily="34" charset="-120"/>
                <a:ea typeface="微軟正黑體" panose="020B0604030504040204" pitchFamily="34" charset="-120"/>
                <a:cs typeface="Arial" pitchFamily="34" charset="0"/>
              </a:rPr>
              <a:t>總計</a:t>
            </a:r>
            <a:r>
              <a:rPr lang="en-US" altLang="zh-TW" sz="2000" kern="0" dirty="0">
                <a:solidFill>
                  <a:srgbClr val="7D4E7D"/>
                </a:solidFill>
                <a:latin typeface="微軟正黑體" panose="020B0604030504040204" pitchFamily="34" charset="-120"/>
                <a:ea typeface="微軟正黑體" panose="020B0604030504040204" pitchFamily="34" charset="-120"/>
                <a:cs typeface="Arial" pitchFamily="34" charset="0"/>
              </a:rPr>
              <a:t>76</a:t>
            </a:r>
            <a:r>
              <a:rPr lang="zh-TW" altLang="en-US" sz="2000" kern="0" dirty="0" smtClean="0">
                <a:solidFill>
                  <a:srgbClr val="7D4E7D"/>
                </a:solidFill>
                <a:latin typeface="微軟正黑體" panose="020B0604030504040204" pitchFamily="34" charset="-120"/>
                <a:ea typeface="微軟正黑體" panose="020B0604030504040204" pitchFamily="34" charset="-120"/>
                <a:cs typeface="Arial" pitchFamily="34" charset="0"/>
              </a:rPr>
              <a:t>件</a:t>
            </a:r>
            <a:endParaRPr lang="en-US" altLang="zh-TW" sz="2000" kern="0" dirty="0" smtClean="0">
              <a:solidFill>
                <a:srgbClr val="7D4E7D"/>
              </a:solidFill>
              <a:latin typeface="微軟正黑體" panose="020B0604030504040204" pitchFamily="34" charset="-120"/>
              <a:ea typeface="微軟正黑體" panose="020B0604030504040204" pitchFamily="34" charset="-120"/>
              <a:cs typeface="Arial" pitchFamily="34" charset="0"/>
            </a:endParaRPr>
          </a:p>
          <a:p>
            <a:pPr marL="342900" lvl="0" indent="-342900">
              <a:buFont typeface="Arial" panose="020B0604020202020204" pitchFamily="34" charset="0"/>
              <a:buChar char="•"/>
              <a:defRPr/>
            </a:pPr>
            <a:r>
              <a:rPr lang="zh-TW" altLang="en-US" sz="2000" kern="0" dirty="0" smtClean="0">
                <a:solidFill>
                  <a:srgbClr val="7D4E7D"/>
                </a:solidFill>
                <a:latin typeface="微軟正黑體" panose="020B0604030504040204" pitchFamily="34" charset="-120"/>
                <a:ea typeface="微軟正黑體" panose="020B0604030504040204" pitchFamily="34" charset="-120"/>
                <a:cs typeface="Arial" pitchFamily="34" charset="0"/>
              </a:rPr>
              <a:t>未</a:t>
            </a:r>
            <a:r>
              <a:rPr lang="zh-TW" altLang="en-US" sz="2000" kern="0" dirty="0">
                <a:solidFill>
                  <a:srgbClr val="7D4E7D"/>
                </a:solidFill>
                <a:latin typeface="微軟正黑體" panose="020B0604030504040204" pitchFamily="34" charset="-120"/>
                <a:ea typeface="微軟正黑體" panose="020B0604030504040204" pitchFamily="34" charset="-120"/>
                <a:cs typeface="Arial" pitchFamily="34" charset="0"/>
              </a:rPr>
              <a:t>於期限內</a:t>
            </a:r>
            <a:r>
              <a:rPr lang="zh-TW" altLang="en-US" sz="2000" kern="0" dirty="0" smtClean="0">
                <a:solidFill>
                  <a:srgbClr val="7D4E7D"/>
                </a:solidFill>
                <a:latin typeface="微軟正黑體" panose="020B0604030504040204" pitchFamily="34" charset="-120"/>
                <a:ea typeface="微軟正黑體" panose="020B0604030504040204" pitchFamily="34" charset="-120"/>
                <a:cs typeface="Arial" pitchFamily="34" charset="0"/>
              </a:rPr>
              <a:t>回應者</a:t>
            </a:r>
            <a:r>
              <a:rPr lang="en-US" altLang="zh-TW" sz="2000" kern="0" dirty="0">
                <a:solidFill>
                  <a:srgbClr val="7D4E7D"/>
                </a:solidFill>
                <a:latin typeface="微軟正黑體" panose="020B0604030504040204" pitchFamily="34" charset="-120"/>
                <a:ea typeface="微軟正黑體" panose="020B0604030504040204" pitchFamily="34" charset="-120"/>
                <a:cs typeface="Arial" pitchFamily="34" charset="0"/>
              </a:rPr>
              <a:t>6</a:t>
            </a:r>
            <a:r>
              <a:rPr lang="zh-TW" altLang="en-US" sz="2000" kern="0" dirty="0" smtClean="0">
                <a:solidFill>
                  <a:srgbClr val="7D4E7D"/>
                </a:solidFill>
                <a:latin typeface="微軟正黑體" panose="020B0604030504040204" pitchFamily="34" charset="-120"/>
                <a:ea typeface="微軟正黑體" panose="020B0604030504040204" pitchFamily="34" charset="-120"/>
                <a:cs typeface="Arial" pitchFamily="34" charset="0"/>
              </a:rPr>
              <a:t>件</a:t>
            </a:r>
            <a:endParaRPr lang="en-US" altLang="zh-TW" sz="2000" kern="0" dirty="0" smtClean="0">
              <a:solidFill>
                <a:srgbClr val="7D4E7D"/>
              </a:solidFill>
              <a:latin typeface="微軟正黑體" panose="020B0604030504040204" pitchFamily="34" charset="-120"/>
              <a:ea typeface="微軟正黑體" panose="020B0604030504040204" pitchFamily="34" charset="-120"/>
              <a:cs typeface="Arial" pitchFamily="34" charset="0"/>
            </a:endParaRPr>
          </a:p>
        </p:txBody>
      </p:sp>
      <p:sp>
        <p:nvSpPr>
          <p:cNvPr id="24" name="圓角化同側角落矩形 23"/>
          <p:cNvSpPr/>
          <p:nvPr/>
        </p:nvSpPr>
        <p:spPr bwMode="auto">
          <a:xfrm>
            <a:off x="6771414" y="3409611"/>
            <a:ext cx="2292205" cy="1017239"/>
          </a:xfrm>
          <a:prstGeom prst="round2SameRect">
            <a:avLst/>
          </a:prstGeom>
          <a:noFill/>
          <a:ln>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b" anchorCtr="0" compatLnSpc="1">
            <a:prstTxWarp prst="textNoShape">
              <a:avLst/>
            </a:prstTxWarp>
          </a:bodyPr>
          <a:lstStyle/>
          <a:p>
            <a:pPr marL="342900" lvl="0" indent="-342900">
              <a:buFont typeface="Wingdings" panose="05000000000000000000" pitchFamily="2" charset="2"/>
              <a:buChar char="Ø"/>
              <a:defRPr/>
            </a:pPr>
            <a:r>
              <a:rPr lang="zh-TW" altLang="en-US" sz="2400" kern="0" dirty="0" smtClean="0">
                <a:solidFill>
                  <a:srgbClr val="7D4E7D"/>
                </a:solidFill>
                <a:latin typeface="微軟正黑體" panose="020B0604030504040204" pitchFamily="34" charset="-120"/>
                <a:ea typeface="微軟正黑體" panose="020B0604030504040204" pitchFamily="34" charset="-120"/>
                <a:cs typeface="Arial" pitchFamily="34" charset="0"/>
              </a:rPr>
              <a:t>請相關單位</a:t>
            </a:r>
            <a:r>
              <a:rPr lang="zh-TW" altLang="en-US" sz="2400" kern="0" dirty="0">
                <a:solidFill>
                  <a:srgbClr val="7D4E7D"/>
                </a:solidFill>
                <a:latin typeface="微軟正黑體" panose="020B0604030504040204" pitchFamily="34" charset="-120"/>
                <a:ea typeface="微軟正黑體" panose="020B0604030504040204" pitchFamily="34" charset="-120"/>
                <a:cs typeface="Arial" pitchFamily="34" charset="0"/>
              </a:rPr>
              <a:t>檢討改善</a:t>
            </a:r>
            <a:endParaRPr lang="en-US" altLang="zh-CN" sz="2400" kern="0" dirty="0">
              <a:solidFill>
                <a:srgbClr val="7D4E7D"/>
              </a:solidFill>
              <a:latin typeface="微軟正黑體" panose="020B0604030504040204" pitchFamily="34" charset="-120"/>
              <a:ea typeface="微軟正黑體" panose="020B0604030504040204" pitchFamily="34" charset="-120"/>
              <a:cs typeface="Arial" pitchFamily="34" charset="0"/>
            </a:endParaRPr>
          </a:p>
        </p:txBody>
      </p:sp>
      <p:sp>
        <p:nvSpPr>
          <p:cNvPr id="6" name="矩形 5"/>
          <p:cNvSpPr/>
          <p:nvPr/>
        </p:nvSpPr>
        <p:spPr>
          <a:xfrm>
            <a:off x="3728496" y="1527446"/>
            <a:ext cx="2371987" cy="830997"/>
          </a:xfrm>
          <a:prstGeom prst="rect">
            <a:avLst/>
          </a:prstGeom>
        </p:spPr>
        <p:txBody>
          <a:bodyPr wrap="square">
            <a:spAutoFit/>
          </a:bodyPr>
          <a:lstStyle/>
          <a:p>
            <a:pPr marL="342900" lvl="0" indent="-342900">
              <a:buFont typeface="Wingdings" panose="05000000000000000000" pitchFamily="2" charset="2"/>
              <a:buChar char="Ø"/>
              <a:defRPr/>
            </a:pPr>
            <a:r>
              <a:rPr lang="zh-TW" altLang="en-US" sz="2400" kern="0" dirty="0" smtClean="0">
                <a:solidFill>
                  <a:schemeClr val="accent6">
                    <a:lumMod val="75000"/>
                  </a:schemeClr>
                </a:solidFill>
                <a:latin typeface="微軟正黑體" panose="020B0604030504040204" pitchFamily="34" charset="-120"/>
                <a:ea typeface="微軟正黑體" panose="020B0604030504040204" pitchFamily="34" charset="-120"/>
                <a:cs typeface="Arial" pitchFamily="34" charset="0"/>
              </a:rPr>
              <a:t>請相關單位儘速修正完竣</a:t>
            </a:r>
            <a:endParaRPr lang="en-US" altLang="zh-CN" sz="2400" kern="0" dirty="0">
              <a:solidFill>
                <a:schemeClr val="accent6">
                  <a:lumMod val="75000"/>
                </a:schemeClr>
              </a:solidFill>
              <a:latin typeface="微軟正黑體" panose="020B0604030504040204" pitchFamily="34" charset="-120"/>
              <a:ea typeface="微軟正黑體" panose="020B0604030504040204" pitchFamily="34" charset="-120"/>
              <a:cs typeface="Arial" pitchFamily="34" charset="0"/>
            </a:endParaRPr>
          </a:p>
        </p:txBody>
      </p:sp>
    </p:spTree>
    <p:extLst>
      <p:ext uri="{BB962C8B-B14F-4D97-AF65-F5344CB8AC3E}">
        <p14:creationId xmlns:p14="http://schemas.microsoft.com/office/powerpoint/2010/main" val="161738952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900B4382-7C4E-4E7B-8DB7-FB39E0211E21}" type="slidenum">
              <a:rPr lang="zh-TW" altLang="en-US" smtClean="0">
                <a:solidFill>
                  <a:prstClr val="black"/>
                </a:solidFill>
              </a:rPr>
              <a:pPr/>
              <a:t>27</a:t>
            </a:fld>
            <a:endParaRPr lang="zh-TW" altLang="en-US">
              <a:solidFill>
                <a:prstClr val="black"/>
              </a:solidFill>
            </a:endParaRPr>
          </a:p>
        </p:txBody>
      </p:sp>
      <p:sp>
        <p:nvSpPr>
          <p:cNvPr id="44" name="標題 1"/>
          <p:cNvSpPr>
            <a:spLocks noGrp="1"/>
          </p:cNvSpPr>
          <p:nvPr>
            <p:ph type="title"/>
          </p:nvPr>
        </p:nvSpPr>
        <p:spPr>
          <a:xfrm>
            <a:off x="10344" y="24370"/>
            <a:ext cx="9133656" cy="811831"/>
          </a:xfrm>
        </p:spPr>
        <p:txBody>
          <a:bodyPr/>
          <a:lstStyle/>
          <a:p>
            <a:pPr marL="896938" indent="-896938"/>
            <a:r>
              <a:rPr lang="en-US" altLang="zh-TW" dirty="0" smtClean="0"/>
              <a:t>107</a:t>
            </a:r>
            <a:r>
              <a:rPr lang="zh-TW" altLang="en-US" dirty="0" smtClean="0"/>
              <a:t>年度合作應用推廣成果</a:t>
            </a:r>
            <a:endParaRPr lang="zh-TW" altLang="en-US" dirty="0"/>
          </a:p>
        </p:txBody>
      </p:sp>
      <p:sp>
        <p:nvSpPr>
          <p:cNvPr id="49" name="文字方塊 48"/>
          <p:cNvSpPr txBox="1"/>
          <p:nvPr/>
        </p:nvSpPr>
        <p:spPr>
          <a:xfrm>
            <a:off x="7144444" y="808455"/>
            <a:ext cx="1999556" cy="338554"/>
          </a:xfrm>
          <a:prstGeom prst="rect">
            <a:avLst/>
          </a:prstGeom>
          <a:noFill/>
        </p:spPr>
        <p:txBody>
          <a:bodyPr wrap="square" rtlCol="0">
            <a:spAutoFit/>
          </a:bodyPr>
          <a:lstStyle/>
          <a:p>
            <a:pPr algn="r"/>
            <a:r>
              <a:rPr lang="zh-TW" altLang="en-US" sz="1600" b="1" dirty="0" smtClean="0">
                <a:solidFill>
                  <a:srgbClr val="C00000"/>
                </a:solidFill>
                <a:latin typeface="標楷體" panose="03000509000000000000" pitchFamily="65" charset="-120"/>
                <a:ea typeface="標楷體" panose="03000509000000000000" pitchFamily="65" charset="-120"/>
              </a:rPr>
              <a:t>（詳議程</a:t>
            </a:r>
            <a:r>
              <a:rPr lang="en-US" altLang="zh-TW" sz="1600" b="1" dirty="0" smtClean="0">
                <a:solidFill>
                  <a:srgbClr val="C00000"/>
                </a:solidFill>
                <a:latin typeface="標楷體" panose="03000509000000000000" pitchFamily="65" charset="-120"/>
                <a:ea typeface="標楷體" panose="03000509000000000000" pitchFamily="65" charset="-120"/>
              </a:rPr>
              <a:t>P.18)</a:t>
            </a:r>
            <a:endParaRPr lang="zh-TW" altLang="en-US" sz="1600" b="1" dirty="0">
              <a:solidFill>
                <a:srgbClr val="C00000"/>
              </a:solidFill>
              <a:latin typeface="標楷體" panose="03000509000000000000" pitchFamily="65" charset="-120"/>
              <a:ea typeface="標楷體" panose="03000509000000000000" pitchFamily="65" charset="-120"/>
            </a:endParaRPr>
          </a:p>
        </p:txBody>
      </p:sp>
      <p:pic>
        <p:nvPicPr>
          <p:cNvPr id="35" name="圖片 34"/>
          <p:cNvPicPr/>
          <p:nvPr/>
        </p:nvPicPr>
        <p:blipFill>
          <a:blip r:embed="rId3" cstate="print">
            <a:extLst>
              <a:ext uri="{28A0092B-C50C-407E-A947-70E740481C1C}">
                <a14:useLocalDpi xmlns:a14="http://schemas.microsoft.com/office/drawing/2010/main" val="0"/>
              </a:ext>
            </a:extLst>
          </a:blip>
          <a:stretch>
            <a:fillRect/>
          </a:stretch>
        </p:blipFill>
        <p:spPr>
          <a:xfrm>
            <a:off x="5257036" y="1583457"/>
            <a:ext cx="2722454" cy="2286957"/>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36" name="圖片 35"/>
          <p:cNvPicPr/>
          <p:nvPr/>
        </p:nvPicPr>
        <p:blipFill>
          <a:blip r:embed="rId4" cstate="print">
            <a:extLst>
              <a:ext uri="{28A0092B-C50C-407E-A947-70E740481C1C}">
                <a14:useLocalDpi xmlns:a14="http://schemas.microsoft.com/office/drawing/2010/main" val="0"/>
              </a:ext>
            </a:extLst>
          </a:blip>
          <a:stretch>
            <a:fillRect/>
          </a:stretch>
        </p:blipFill>
        <p:spPr>
          <a:xfrm>
            <a:off x="2330228" y="10321643"/>
            <a:ext cx="2514600" cy="1796142"/>
          </a:xfrm>
          <a:prstGeom prst="rect">
            <a:avLst/>
          </a:prstGeom>
        </p:spPr>
      </p:pic>
      <p:pic>
        <p:nvPicPr>
          <p:cNvPr id="39" name="圖片 38"/>
          <p:cNvPicPr/>
          <p:nvPr/>
        </p:nvPicPr>
        <p:blipFill>
          <a:blip r:embed="rId5" cstate="print">
            <a:extLst>
              <a:ext uri="{28A0092B-C50C-407E-A947-70E740481C1C}">
                <a14:useLocalDpi xmlns:a14="http://schemas.microsoft.com/office/drawing/2010/main" val="0"/>
              </a:ext>
            </a:extLst>
          </a:blip>
          <a:stretch>
            <a:fillRect/>
          </a:stretch>
        </p:blipFill>
        <p:spPr>
          <a:xfrm>
            <a:off x="2917030" y="2689935"/>
            <a:ext cx="2663917" cy="3743228"/>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41" name="圖片 40"/>
          <p:cNvPicPr/>
          <p:nvPr/>
        </p:nvPicPr>
        <p:blipFill>
          <a:blip r:embed="rId6" cstate="print">
            <a:extLst>
              <a:ext uri="{28A0092B-C50C-407E-A947-70E740481C1C}">
                <a14:useLocalDpi xmlns:a14="http://schemas.microsoft.com/office/drawing/2010/main" val="0"/>
              </a:ext>
            </a:extLst>
          </a:blip>
          <a:stretch>
            <a:fillRect/>
          </a:stretch>
        </p:blipFill>
        <p:spPr>
          <a:xfrm>
            <a:off x="590811" y="1718087"/>
            <a:ext cx="2750404" cy="369144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42" name="圖片 41"/>
          <p:cNvPicPr>
            <a:picLocks noChangeAspect="1"/>
          </p:cNvPicPr>
          <p:nvPr/>
        </p:nvPicPr>
        <p:blipFill>
          <a:blip r:embed="rId7"/>
          <a:stretch>
            <a:fillRect/>
          </a:stretch>
        </p:blipFill>
        <p:spPr>
          <a:xfrm>
            <a:off x="2393534" y="12258596"/>
            <a:ext cx="2154847" cy="1896178"/>
          </a:xfrm>
          <a:prstGeom prst="rect">
            <a:avLst/>
          </a:prstGeom>
        </p:spPr>
      </p:pic>
      <p:sp>
        <p:nvSpPr>
          <p:cNvPr id="43" name="TextBox 39"/>
          <p:cNvSpPr txBox="1"/>
          <p:nvPr/>
        </p:nvSpPr>
        <p:spPr>
          <a:xfrm>
            <a:off x="683568" y="1176926"/>
            <a:ext cx="2183962" cy="387798"/>
          </a:xfrm>
          <a:prstGeom prst="rect">
            <a:avLst/>
          </a:prstGeom>
          <a:noFill/>
        </p:spPr>
        <p:txBody>
          <a:bodyPr wrap="square" rtlCol="0">
            <a:spAutoFit/>
          </a:bodyPr>
          <a:lstStyle>
            <a:defPPr>
              <a:defRPr lang="en-US"/>
            </a:defPPr>
            <a:lvl1pPr lvl="0">
              <a:lnSpc>
                <a:spcPct val="80000"/>
              </a:lnSpc>
              <a:defRPr sz="4400" b="1" kern="0">
                <a:ln w="18415" cmpd="sng">
                  <a:noFill/>
                  <a:prstDash val="solid"/>
                </a:ln>
                <a:solidFill>
                  <a:srgbClr val="FFC000"/>
                </a:solidFill>
                <a:latin typeface="Agency FB" pitchFamily="34" charset="0"/>
                <a:ea typeface="微软雅黑" pitchFamily="34" charset="-122"/>
              </a:defRPr>
            </a:lvl1pPr>
          </a:lstStyle>
          <a:p>
            <a:pPr lvl="0" algn="ctr">
              <a:defRPr/>
            </a:pPr>
            <a:r>
              <a:rPr lang="zh-TW" altLang="en-US" sz="2400" u="sng" dirty="0">
                <a:solidFill>
                  <a:srgbClr val="9BBB59">
                    <a:lumMod val="75000"/>
                  </a:srgbClr>
                </a:solidFill>
              </a:rPr>
              <a:t>人口</a:t>
            </a:r>
            <a:r>
              <a:rPr lang="zh-TW" altLang="en-US" sz="2400" u="sng" dirty="0" smtClean="0">
                <a:solidFill>
                  <a:srgbClr val="9BBB59">
                    <a:lumMod val="75000"/>
                  </a:srgbClr>
                </a:solidFill>
              </a:rPr>
              <a:t>金字塔</a:t>
            </a:r>
            <a:endParaRPr lang="en-US" altLang="zh-TW" sz="2400" u="sng" dirty="0" smtClean="0">
              <a:solidFill>
                <a:srgbClr val="9BBB59">
                  <a:lumMod val="75000"/>
                </a:srgbClr>
              </a:solidFill>
            </a:endParaRPr>
          </a:p>
        </p:txBody>
      </p:sp>
      <p:pic>
        <p:nvPicPr>
          <p:cNvPr id="45" name="圖片 44"/>
          <p:cNvPicPr/>
          <p:nvPr/>
        </p:nvPicPr>
        <p:blipFill>
          <a:blip r:embed="rId4" cstate="print">
            <a:extLst>
              <a:ext uri="{28A0092B-C50C-407E-A947-70E740481C1C}">
                <a14:useLocalDpi xmlns:a14="http://schemas.microsoft.com/office/drawing/2010/main" val="0"/>
              </a:ext>
            </a:extLst>
          </a:blip>
          <a:stretch>
            <a:fillRect/>
          </a:stretch>
        </p:blipFill>
        <p:spPr>
          <a:xfrm>
            <a:off x="5723205" y="4491394"/>
            <a:ext cx="2514600" cy="1796142"/>
          </a:xfrm>
          <a:prstGeom prst="rect">
            <a:avLst/>
          </a:prstGeom>
          <a:ln>
            <a:solidFill>
              <a:srgbClr val="505022"/>
            </a:solidFill>
          </a:ln>
          <a:effectLst>
            <a:outerShdw blurRad="50800" dist="38100" dir="18900000" algn="bl" rotWithShape="0">
              <a:prstClr val="black">
                <a:alpha val="40000"/>
              </a:prstClr>
            </a:outerShdw>
          </a:effectLst>
        </p:spPr>
      </p:pic>
      <p:sp>
        <p:nvSpPr>
          <p:cNvPr id="47" name="TextBox 43"/>
          <p:cNvSpPr txBox="1"/>
          <p:nvPr/>
        </p:nvSpPr>
        <p:spPr>
          <a:xfrm>
            <a:off x="5612870" y="4141350"/>
            <a:ext cx="2952934" cy="289310"/>
          </a:xfrm>
          <a:prstGeom prst="rect">
            <a:avLst/>
          </a:prstGeom>
          <a:noFill/>
        </p:spPr>
        <p:txBody>
          <a:bodyPr wrap="square" rtlCol="0">
            <a:spAutoFit/>
          </a:bodyPr>
          <a:lstStyle>
            <a:defPPr>
              <a:defRPr lang="en-US"/>
            </a:defPPr>
            <a:lvl1pPr lvl="0">
              <a:lnSpc>
                <a:spcPct val="80000"/>
              </a:lnSpc>
              <a:defRPr sz="4400" b="1" kern="0">
                <a:ln w="18415" cmpd="sng">
                  <a:noFill/>
                  <a:prstDash val="solid"/>
                </a:ln>
                <a:solidFill>
                  <a:srgbClr val="FFC000"/>
                </a:solidFill>
                <a:latin typeface="Agency FB" pitchFamily="34" charset="0"/>
                <a:ea typeface="微软雅黑" pitchFamily="34" charset="-122"/>
              </a:defRPr>
            </a:lvl1pPr>
          </a:lstStyle>
          <a:p>
            <a:pPr lvl="0">
              <a:defRPr/>
            </a:pPr>
            <a:r>
              <a:rPr lang="zh-TW" altLang="en-US" sz="1600" u="sng" dirty="0">
                <a:solidFill>
                  <a:srgbClr val="9BBB59">
                    <a:lumMod val="75000"/>
                  </a:srgbClr>
                </a:solidFill>
              </a:rPr>
              <a:t>青壯年之經濟支持負擔懶人包</a:t>
            </a:r>
            <a:endParaRPr kumimoji="0" lang="zh-CN" altLang="en-US" sz="1600" b="1" i="0" u="sng" strike="noStrike" kern="0" cap="none" spc="0" normalizeH="0" baseline="0" noProof="0" dirty="0">
              <a:ln w="18415" cmpd="sng">
                <a:noFill/>
                <a:prstDash val="solid"/>
              </a:ln>
              <a:solidFill>
                <a:srgbClr val="9BBB59">
                  <a:lumMod val="75000"/>
                </a:srgbClr>
              </a:solidFill>
              <a:effectLst/>
              <a:uLnTx/>
              <a:uFillTx/>
            </a:endParaRPr>
          </a:p>
        </p:txBody>
      </p:sp>
      <p:sp>
        <p:nvSpPr>
          <p:cNvPr id="51" name="TextBox 45"/>
          <p:cNvSpPr txBox="1"/>
          <p:nvPr/>
        </p:nvSpPr>
        <p:spPr>
          <a:xfrm>
            <a:off x="5198661" y="1175974"/>
            <a:ext cx="2000052" cy="338554"/>
          </a:xfrm>
          <a:prstGeom prst="rect">
            <a:avLst/>
          </a:prstGeom>
          <a:noFill/>
        </p:spPr>
        <p:txBody>
          <a:bodyPr wrap="square" rtlCol="0">
            <a:spAutoFit/>
          </a:bodyPr>
          <a:lstStyle>
            <a:defPPr>
              <a:defRPr lang="en-US"/>
            </a:defPPr>
            <a:lvl1pPr lvl="0">
              <a:lnSpc>
                <a:spcPct val="80000"/>
              </a:lnSpc>
              <a:defRPr sz="4400" b="1" kern="0">
                <a:ln w="18415" cmpd="sng">
                  <a:noFill/>
                  <a:prstDash val="solid"/>
                </a:ln>
                <a:solidFill>
                  <a:srgbClr val="FFC000"/>
                </a:solidFill>
                <a:latin typeface="Agency FB" pitchFamily="34" charset="0"/>
                <a:ea typeface="微软雅黑" pitchFamily="34" charset="-122"/>
              </a:defRPr>
            </a:lvl1pPr>
          </a:lstStyle>
          <a:p>
            <a:pPr lvl="0">
              <a:defRPr/>
            </a:pPr>
            <a:r>
              <a:rPr lang="zh-TW" altLang="en-US" sz="2000" u="sng" dirty="0">
                <a:solidFill>
                  <a:srgbClr val="9BBB59">
                    <a:lumMod val="75000"/>
                  </a:srgbClr>
                </a:solidFill>
              </a:rPr>
              <a:t>人口推估懶人包</a:t>
            </a:r>
            <a:endParaRPr kumimoji="0" lang="zh-CN" altLang="en-US" sz="2000" b="1" i="0" u="sng" strike="noStrike" kern="0" cap="none" spc="0" normalizeH="0" baseline="0" noProof="0" dirty="0">
              <a:ln w="18415" cmpd="sng">
                <a:noFill/>
                <a:prstDash val="solid"/>
              </a:ln>
              <a:solidFill>
                <a:srgbClr val="9BBB59">
                  <a:lumMod val="75000"/>
                </a:srgbClr>
              </a:solidFill>
              <a:effectLst/>
              <a:uLnTx/>
              <a:uFillTx/>
            </a:endParaRPr>
          </a:p>
        </p:txBody>
      </p:sp>
      <p:sp>
        <p:nvSpPr>
          <p:cNvPr id="53" name="TextBox 39"/>
          <p:cNvSpPr txBox="1"/>
          <p:nvPr/>
        </p:nvSpPr>
        <p:spPr>
          <a:xfrm>
            <a:off x="541572" y="5550340"/>
            <a:ext cx="2183962" cy="289310"/>
          </a:xfrm>
          <a:prstGeom prst="rect">
            <a:avLst/>
          </a:prstGeom>
          <a:noFill/>
        </p:spPr>
        <p:txBody>
          <a:bodyPr wrap="square" rtlCol="0">
            <a:spAutoFit/>
          </a:bodyPr>
          <a:lstStyle>
            <a:defPPr>
              <a:defRPr lang="en-US"/>
            </a:defPPr>
            <a:lvl1pPr lvl="0">
              <a:lnSpc>
                <a:spcPct val="80000"/>
              </a:lnSpc>
              <a:defRPr sz="4400" b="1" kern="0">
                <a:ln w="18415" cmpd="sng">
                  <a:noFill/>
                  <a:prstDash val="solid"/>
                </a:ln>
                <a:solidFill>
                  <a:srgbClr val="FFC000"/>
                </a:solidFill>
                <a:latin typeface="Agency FB" pitchFamily="34" charset="0"/>
                <a:ea typeface="微软雅黑" pitchFamily="34" charset="-122"/>
              </a:defRPr>
            </a:lvl1pPr>
          </a:lstStyle>
          <a:p>
            <a:pPr lvl="0" algn="ctr">
              <a:defRPr/>
            </a:pPr>
            <a:r>
              <a:rPr lang="en-US" altLang="zh-CN" sz="1600" dirty="0">
                <a:solidFill>
                  <a:srgbClr val="002060"/>
                </a:solidFill>
              </a:rPr>
              <a:t>https://goo.gl/sKX9R3</a:t>
            </a:r>
            <a:endParaRPr lang="zh-CN" altLang="en-US" sz="1600" dirty="0">
              <a:solidFill>
                <a:srgbClr val="002060"/>
              </a:solidFill>
            </a:endParaRPr>
          </a:p>
        </p:txBody>
      </p:sp>
      <p:sp>
        <p:nvSpPr>
          <p:cNvPr id="52" name="TextBox 39"/>
          <p:cNvSpPr txBox="1"/>
          <p:nvPr/>
        </p:nvSpPr>
        <p:spPr>
          <a:xfrm>
            <a:off x="3482473" y="2246624"/>
            <a:ext cx="1742591" cy="338554"/>
          </a:xfrm>
          <a:prstGeom prst="rect">
            <a:avLst/>
          </a:prstGeom>
          <a:noFill/>
        </p:spPr>
        <p:txBody>
          <a:bodyPr wrap="square" rtlCol="0">
            <a:spAutoFit/>
          </a:bodyPr>
          <a:lstStyle>
            <a:defPPr>
              <a:defRPr lang="en-US"/>
            </a:defPPr>
            <a:lvl1pPr lvl="0">
              <a:lnSpc>
                <a:spcPct val="80000"/>
              </a:lnSpc>
              <a:defRPr sz="4400" b="1" kern="0">
                <a:ln w="18415" cmpd="sng">
                  <a:noFill/>
                  <a:prstDash val="solid"/>
                </a:ln>
                <a:solidFill>
                  <a:srgbClr val="FFC000"/>
                </a:solidFill>
                <a:latin typeface="Agency FB" pitchFamily="34" charset="0"/>
                <a:ea typeface="微软雅黑" pitchFamily="34" charset="-122"/>
              </a:defRPr>
            </a:lvl1pPr>
          </a:lstStyle>
          <a:p>
            <a:pPr lvl="0">
              <a:defRPr/>
            </a:pPr>
            <a:r>
              <a:rPr lang="zh-TW" altLang="en-US" sz="2000" u="sng" dirty="0">
                <a:solidFill>
                  <a:srgbClr val="9BBB59">
                    <a:lumMod val="75000"/>
                  </a:srgbClr>
                </a:solidFill>
              </a:rPr>
              <a:t>扶養</a:t>
            </a:r>
            <a:r>
              <a:rPr lang="zh-TW" altLang="en-US" sz="2000" u="sng" dirty="0" smtClean="0">
                <a:solidFill>
                  <a:srgbClr val="9BBB59">
                    <a:lumMod val="75000"/>
                  </a:srgbClr>
                </a:solidFill>
              </a:rPr>
              <a:t>比動畫</a:t>
            </a:r>
            <a:endParaRPr kumimoji="0" lang="zh-CN" altLang="en-US" sz="2000" b="1" i="0" u="sng" strike="noStrike" kern="0" cap="none" spc="0" normalizeH="0" baseline="0" noProof="0" dirty="0">
              <a:ln w="18415" cmpd="sng">
                <a:noFill/>
                <a:prstDash val="solid"/>
              </a:ln>
              <a:solidFill>
                <a:srgbClr val="9BBB59">
                  <a:lumMod val="75000"/>
                </a:srgbClr>
              </a:solidFill>
              <a:effectLst/>
              <a:uLnTx/>
              <a:uFillTx/>
            </a:endParaRPr>
          </a:p>
        </p:txBody>
      </p:sp>
      <p:sp>
        <p:nvSpPr>
          <p:cNvPr id="54" name="TextBox 39"/>
          <p:cNvSpPr txBox="1"/>
          <p:nvPr/>
        </p:nvSpPr>
        <p:spPr>
          <a:xfrm>
            <a:off x="3073074" y="6426642"/>
            <a:ext cx="2183962" cy="289310"/>
          </a:xfrm>
          <a:prstGeom prst="rect">
            <a:avLst/>
          </a:prstGeom>
          <a:noFill/>
        </p:spPr>
        <p:txBody>
          <a:bodyPr wrap="square" rtlCol="0">
            <a:spAutoFit/>
          </a:bodyPr>
          <a:lstStyle>
            <a:defPPr>
              <a:defRPr lang="en-US"/>
            </a:defPPr>
            <a:lvl1pPr lvl="0">
              <a:lnSpc>
                <a:spcPct val="80000"/>
              </a:lnSpc>
              <a:defRPr sz="4400" b="1" kern="0">
                <a:ln w="18415" cmpd="sng">
                  <a:noFill/>
                  <a:prstDash val="solid"/>
                </a:ln>
                <a:solidFill>
                  <a:srgbClr val="FFC000"/>
                </a:solidFill>
                <a:latin typeface="Agency FB" pitchFamily="34" charset="0"/>
                <a:ea typeface="微软雅黑" pitchFamily="34" charset="-122"/>
              </a:defRPr>
            </a:lvl1pPr>
          </a:lstStyle>
          <a:p>
            <a:pPr lvl="0" algn="ctr">
              <a:defRPr/>
            </a:pPr>
            <a:r>
              <a:rPr lang="en-US" altLang="zh-CN" sz="1600" dirty="0">
                <a:solidFill>
                  <a:srgbClr val="002060"/>
                </a:solidFill>
              </a:rPr>
              <a:t>https://goo.gl/KoK6hD</a:t>
            </a:r>
            <a:endParaRPr lang="zh-CN" altLang="en-US" sz="1600" dirty="0">
              <a:solidFill>
                <a:srgbClr val="002060"/>
              </a:solidFill>
            </a:endParaRPr>
          </a:p>
        </p:txBody>
      </p:sp>
      <p:sp>
        <p:nvSpPr>
          <p:cNvPr id="55" name="TextBox 39"/>
          <p:cNvSpPr txBox="1"/>
          <p:nvPr/>
        </p:nvSpPr>
        <p:spPr>
          <a:xfrm>
            <a:off x="5978827" y="3610069"/>
            <a:ext cx="2180842" cy="289310"/>
          </a:xfrm>
          <a:prstGeom prst="rect">
            <a:avLst/>
          </a:prstGeom>
          <a:noFill/>
        </p:spPr>
        <p:txBody>
          <a:bodyPr wrap="square" rtlCol="0">
            <a:spAutoFit/>
          </a:bodyPr>
          <a:lstStyle>
            <a:defPPr>
              <a:defRPr lang="en-US"/>
            </a:defPPr>
            <a:lvl1pPr lvl="0">
              <a:lnSpc>
                <a:spcPct val="80000"/>
              </a:lnSpc>
              <a:defRPr sz="4400" b="1" kern="0">
                <a:ln w="18415" cmpd="sng">
                  <a:noFill/>
                  <a:prstDash val="solid"/>
                </a:ln>
                <a:solidFill>
                  <a:srgbClr val="FFC000"/>
                </a:solidFill>
                <a:latin typeface="Agency FB" pitchFamily="34" charset="0"/>
                <a:ea typeface="微软雅黑" pitchFamily="34" charset="-122"/>
              </a:defRPr>
            </a:lvl1pPr>
          </a:lstStyle>
          <a:p>
            <a:pPr lvl="0" algn="ctr">
              <a:defRPr/>
            </a:pPr>
            <a:r>
              <a:rPr lang="en-US" altLang="zh-CN" sz="1600" dirty="0">
                <a:solidFill>
                  <a:srgbClr val="002060"/>
                </a:solidFill>
              </a:rPr>
              <a:t>https://goo.gl/qJ1dWk</a:t>
            </a:r>
            <a:endParaRPr lang="zh-CN" altLang="en-US" sz="1600" dirty="0">
              <a:solidFill>
                <a:srgbClr val="002060"/>
              </a:solidFill>
            </a:endParaRPr>
          </a:p>
        </p:txBody>
      </p:sp>
      <p:sp>
        <p:nvSpPr>
          <p:cNvPr id="56" name="TextBox 39"/>
          <p:cNvSpPr txBox="1"/>
          <p:nvPr/>
        </p:nvSpPr>
        <p:spPr>
          <a:xfrm>
            <a:off x="5940455" y="6316501"/>
            <a:ext cx="1966711" cy="289310"/>
          </a:xfrm>
          <a:prstGeom prst="rect">
            <a:avLst/>
          </a:prstGeom>
          <a:noFill/>
        </p:spPr>
        <p:txBody>
          <a:bodyPr wrap="square" rtlCol="0">
            <a:spAutoFit/>
          </a:bodyPr>
          <a:lstStyle>
            <a:defPPr>
              <a:defRPr lang="en-US"/>
            </a:defPPr>
            <a:lvl1pPr lvl="0">
              <a:lnSpc>
                <a:spcPct val="80000"/>
              </a:lnSpc>
              <a:defRPr sz="4400" b="1" kern="0">
                <a:ln w="18415" cmpd="sng">
                  <a:noFill/>
                  <a:prstDash val="solid"/>
                </a:ln>
                <a:solidFill>
                  <a:srgbClr val="FFC000"/>
                </a:solidFill>
                <a:latin typeface="Agency FB" pitchFamily="34" charset="0"/>
                <a:ea typeface="微软雅黑" pitchFamily="34" charset="-122"/>
              </a:defRPr>
            </a:lvl1pPr>
          </a:lstStyle>
          <a:p>
            <a:pPr lvl="0" algn="ctr">
              <a:defRPr/>
            </a:pPr>
            <a:r>
              <a:rPr lang="en-US" altLang="zh-CN" sz="1600" dirty="0">
                <a:solidFill>
                  <a:srgbClr val="002060"/>
                </a:solidFill>
              </a:rPr>
              <a:t>https://goo.gl/atXwv7</a:t>
            </a:r>
            <a:endParaRPr lang="zh-CN" altLang="en-US" sz="1600" dirty="0">
              <a:solidFill>
                <a:srgbClr val="002060"/>
              </a:solidFill>
            </a:endParaRPr>
          </a:p>
        </p:txBody>
      </p:sp>
      <p:sp>
        <p:nvSpPr>
          <p:cNvPr id="57" name="椭圆 31"/>
          <p:cNvSpPr/>
          <p:nvPr/>
        </p:nvSpPr>
        <p:spPr>
          <a:xfrm>
            <a:off x="6225" y="111171"/>
            <a:ext cx="469081" cy="1789834"/>
          </a:xfrm>
          <a:custGeom>
            <a:avLst/>
            <a:gdLst/>
            <a:ahLst/>
            <a:cxnLst/>
            <a:rect l="l" t="t" r="r" b="b"/>
            <a:pathLst>
              <a:path w="611560" h="2333478">
                <a:moveTo>
                  <a:pt x="0" y="0"/>
                </a:moveTo>
                <a:cubicBezTo>
                  <a:pt x="358571" y="184507"/>
                  <a:pt x="611560" y="637417"/>
                  <a:pt x="611560" y="1166739"/>
                </a:cubicBezTo>
                <a:cubicBezTo>
                  <a:pt x="611560" y="1696061"/>
                  <a:pt x="358571" y="2148971"/>
                  <a:pt x="0" y="2333478"/>
                </a:cubicBezTo>
                <a:close/>
              </a:path>
            </a:pathLst>
          </a:custGeom>
          <a:gradFill flip="none" rotWithShape="1">
            <a:gsLst>
              <a:gs pos="0">
                <a:srgbClr val="719C24"/>
              </a:gs>
              <a:gs pos="43000">
                <a:srgbClr val="B7CF41">
                  <a:shade val="67500"/>
                  <a:satMod val="115000"/>
                </a:srgbClr>
              </a:gs>
              <a:gs pos="100000">
                <a:srgbClr val="B7CF41">
                  <a:shade val="100000"/>
                  <a:satMod val="115000"/>
                </a:srgbClr>
              </a:gs>
            </a:gsLst>
            <a:lin ang="13500000" scaled="1"/>
            <a:tileRect/>
          </a:gradFill>
          <a:ln w="25400" cap="flat" cmpd="sng" algn="ctr">
            <a:solidFill>
              <a:srgbClr val="B7CF41"/>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5" name="矩形 4">
            <a:hlinkClick r:id="rId8"/>
          </p:cNvPr>
          <p:cNvSpPr/>
          <p:nvPr/>
        </p:nvSpPr>
        <p:spPr>
          <a:xfrm>
            <a:off x="107504" y="712828"/>
            <a:ext cx="3888432" cy="400110"/>
          </a:xfrm>
          <a:prstGeom prst="rect">
            <a:avLst/>
          </a:prstGeom>
        </p:spPr>
        <p:txBody>
          <a:bodyPr wrap="square">
            <a:spAutoFit/>
          </a:bodyPr>
          <a:lstStyle/>
          <a:p>
            <a:r>
              <a:rPr lang="zh-TW" altLang="en-US" sz="2000" kern="0" dirty="0">
                <a:solidFill>
                  <a:schemeClr val="bg1"/>
                </a:solidFill>
                <a:latin typeface="微軟正黑體" panose="020B0604030504040204" pitchFamily="34" charset="-120"/>
                <a:ea typeface="微軟正黑體" panose="020B0604030504040204" pitchFamily="34" charset="-120"/>
              </a:rPr>
              <a:t>中</a:t>
            </a:r>
            <a:r>
              <a:rPr lang="zh-TW" altLang="en-US" sz="2000" kern="0" dirty="0">
                <a:solidFill>
                  <a:srgbClr val="505022"/>
                </a:solidFill>
                <a:latin typeface="微軟正黑體" panose="020B0604030504040204" pitchFamily="34" charset="-120"/>
                <a:ea typeface="微軟正黑體" panose="020B0604030504040204" pitchFamily="34" charset="-120"/>
              </a:rPr>
              <a:t>華民國人口推估查詢系統</a:t>
            </a:r>
            <a:endParaRPr lang="zh-TW" altLang="en-US" sz="2000" dirty="0">
              <a:solidFill>
                <a:srgbClr val="505022"/>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82905296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3" name="Picture 4"/>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7892200" y="1625150"/>
            <a:ext cx="194593" cy="639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 name="Picture 4"/>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5932022" y="1627563"/>
            <a:ext cx="194593" cy="639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5" name="Picture 4"/>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4776839" y="1628307"/>
            <a:ext cx="194593" cy="639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6" name="Picture 4"/>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3602026" y="1628308"/>
            <a:ext cx="194593" cy="639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7" name="Picture 4"/>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1248448" y="1628308"/>
            <a:ext cx="194593" cy="639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8" name="Picture 4"/>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2423261" y="1628307"/>
            <a:ext cx="194593" cy="639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9" name="圆角矩形 48"/>
          <p:cNvSpPr/>
          <p:nvPr/>
        </p:nvSpPr>
        <p:spPr>
          <a:xfrm>
            <a:off x="0" y="1700808"/>
            <a:ext cx="9144000" cy="90000"/>
          </a:xfrm>
          <a:prstGeom prst="roundRect">
            <a:avLst/>
          </a:prstGeom>
          <a:gradFill flip="none" rotWithShape="1">
            <a:gsLst>
              <a:gs pos="0">
                <a:sysClr val="windowText" lastClr="000000">
                  <a:lumMod val="50000"/>
                  <a:lumOff val="50000"/>
                </a:sysClr>
              </a:gs>
              <a:gs pos="100000">
                <a:sysClr val="window" lastClr="FFFFFF">
                  <a:lumMod val="50000"/>
                  <a:shade val="67500"/>
                  <a:satMod val="115000"/>
                </a:sysClr>
              </a:gs>
              <a:gs pos="55000">
                <a:sysClr val="window" lastClr="FFFFFF">
                  <a:lumMod val="75000"/>
                </a:sysClr>
              </a:gs>
            </a:gsLst>
            <a:lin ang="5400000" scaled="1"/>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51" name="五边形 9"/>
          <p:cNvSpPr/>
          <p:nvPr/>
        </p:nvSpPr>
        <p:spPr>
          <a:xfrm rot="5400000">
            <a:off x="641769" y="3396482"/>
            <a:ext cx="3490889" cy="821115"/>
          </a:xfrm>
          <a:custGeom>
            <a:avLst/>
            <a:gdLst>
              <a:gd name="connsiteX0" fmla="*/ 0 w 1656186"/>
              <a:gd name="connsiteY0" fmla="*/ 0 h 720081"/>
              <a:gd name="connsiteX1" fmla="*/ 1296146 w 1656186"/>
              <a:gd name="connsiteY1" fmla="*/ 0 h 720081"/>
              <a:gd name="connsiteX2" fmla="*/ 1656186 w 1656186"/>
              <a:gd name="connsiteY2" fmla="*/ 360041 h 720081"/>
              <a:gd name="connsiteX3" fmla="*/ 1296146 w 1656186"/>
              <a:gd name="connsiteY3" fmla="*/ 720081 h 720081"/>
              <a:gd name="connsiteX4" fmla="*/ 0 w 1656186"/>
              <a:gd name="connsiteY4" fmla="*/ 720081 h 720081"/>
              <a:gd name="connsiteX5" fmla="*/ 0 w 1656186"/>
              <a:gd name="connsiteY5" fmla="*/ 0 h 720081"/>
              <a:gd name="connsiteX0" fmla="*/ 0 w 1296146"/>
              <a:gd name="connsiteY0" fmla="*/ 0 h 720081"/>
              <a:gd name="connsiteX1" fmla="*/ 1296146 w 1296146"/>
              <a:gd name="connsiteY1" fmla="*/ 0 h 720081"/>
              <a:gd name="connsiteX2" fmla="*/ 1032075 w 1296146"/>
              <a:gd name="connsiteY2" fmla="*/ 360041 h 720081"/>
              <a:gd name="connsiteX3" fmla="*/ 1296146 w 1296146"/>
              <a:gd name="connsiteY3" fmla="*/ 720081 h 720081"/>
              <a:gd name="connsiteX4" fmla="*/ 0 w 1296146"/>
              <a:gd name="connsiteY4" fmla="*/ 720081 h 720081"/>
              <a:gd name="connsiteX5" fmla="*/ 0 w 1296146"/>
              <a:gd name="connsiteY5" fmla="*/ 0 h 720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96146" h="720081">
                <a:moveTo>
                  <a:pt x="0" y="0"/>
                </a:moveTo>
                <a:lnTo>
                  <a:pt x="1296146" y="0"/>
                </a:lnTo>
                <a:lnTo>
                  <a:pt x="1032075" y="360041"/>
                </a:lnTo>
                <a:lnTo>
                  <a:pt x="1296146" y="720081"/>
                </a:lnTo>
                <a:lnTo>
                  <a:pt x="0" y="720081"/>
                </a:lnTo>
                <a:lnTo>
                  <a:pt x="0" y="0"/>
                </a:lnTo>
                <a:close/>
              </a:path>
            </a:pathLst>
          </a:custGeom>
          <a:solidFill>
            <a:srgbClr val="92D050"/>
          </a:solidFill>
          <a:ln w="25400" cap="flat" cmpd="sng" algn="ctr">
            <a:noFill/>
            <a:prstDash val="solid"/>
          </a:ln>
          <a:effectLst>
            <a:outerShdw blurRad="50800" dist="38100" dir="5400000" algn="t"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52" name="椭圆 51"/>
          <p:cNvSpPr/>
          <p:nvPr/>
        </p:nvSpPr>
        <p:spPr>
          <a:xfrm>
            <a:off x="2324577" y="2109219"/>
            <a:ext cx="110876" cy="110876"/>
          </a:xfrm>
          <a:prstGeom prst="ellipse">
            <a:avLst/>
          </a:prstGeom>
          <a:solidFill>
            <a:sysClr val="window" lastClr="FFFFF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pic>
        <p:nvPicPr>
          <p:cNvPr id="53" name="Picture 4"/>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a:off x="2117791" y="1628307"/>
            <a:ext cx="305470" cy="639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4" name="五边形 12"/>
          <p:cNvSpPr/>
          <p:nvPr/>
        </p:nvSpPr>
        <p:spPr>
          <a:xfrm rot="5400000">
            <a:off x="-533828" y="3397269"/>
            <a:ext cx="3492462" cy="821115"/>
          </a:xfrm>
          <a:custGeom>
            <a:avLst/>
            <a:gdLst>
              <a:gd name="connsiteX0" fmla="*/ 0 w 1656186"/>
              <a:gd name="connsiteY0" fmla="*/ 0 h 720081"/>
              <a:gd name="connsiteX1" fmla="*/ 1296146 w 1656186"/>
              <a:gd name="connsiteY1" fmla="*/ 0 h 720081"/>
              <a:gd name="connsiteX2" fmla="*/ 1656186 w 1656186"/>
              <a:gd name="connsiteY2" fmla="*/ 360041 h 720081"/>
              <a:gd name="connsiteX3" fmla="*/ 1296146 w 1656186"/>
              <a:gd name="connsiteY3" fmla="*/ 720081 h 720081"/>
              <a:gd name="connsiteX4" fmla="*/ 0 w 1656186"/>
              <a:gd name="connsiteY4" fmla="*/ 720081 h 720081"/>
              <a:gd name="connsiteX5" fmla="*/ 0 w 1656186"/>
              <a:gd name="connsiteY5" fmla="*/ 0 h 720081"/>
              <a:gd name="connsiteX0" fmla="*/ 0 w 1296146"/>
              <a:gd name="connsiteY0" fmla="*/ 0 h 720081"/>
              <a:gd name="connsiteX1" fmla="*/ 1296146 w 1296146"/>
              <a:gd name="connsiteY1" fmla="*/ 0 h 720081"/>
              <a:gd name="connsiteX2" fmla="*/ 988530 w 1296146"/>
              <a:gd name="connsiteY2" fmla="*/ 360041 h 720081"/>
              <a:gd name="connsiteX3" fmla="*/ 1296146 w 1296146"/>
              <a:gd name="connsiteY3" fmla="*/ 720081 h 720081"/>
              <a:gd name="connsiteX4" fmla="*/ 0 w 1296146"/>
              <a:gd name="connsiteY4" fmla="*/ 720081 h 720081"/>
              <a:gd name="connsiteX5" fmla="*/ 0 w 1296146"/>
              <a:gd name="connsiteY5" fmla="*/ 0 h 720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96146" h="720081">
                <a:moveTo>
                  <a:pt x="0" y="0"/>
                </a:moveTo>
                <a:lnTo>
                  <a:pt x="1296146" y="0"/>
                </a:lnTo>
                <a:lnTo>
                  <a:pt x="988530" y="360041"/>
                </a:lnTo>
                <a:lnTo>
                  <a:pt x="1296146" y="720081"/>
                </a:lnTo>
                <a:lnTo>
                  <a:pt x="0" y="720081"/>
                </a:lnTo>
                <a:lnTo>
                  <a:pt x="0" y="0"/>
                </a:lnTo>
                <a:close/>
              </a:path>
            </a:pathLst>
          </a:custGeom>
          <a:solidFill>
            <a:srgbClr val="92D050"/>
          </a:solidFill>
          <a:ln w="25400" cap="flat" cmpd="sng" algn="ctr">
            <a:noFill/>
            <a:prstDash val="solid"/>
          </a:ln>
          <a:effectLst>
            <a:outerShdw blurRad="50800" dist="38100" dir="5400000" algn="t"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55" name="椭圆 54"/>
          <p:cNvSpPr/>
          <p:nvPr/>
        </p:nvSpPr>
        <p:spPr>
          <a:xfrm>
            <a:off x="1149764" y="2109220"/>
            <a:ext cx="110876" cy="110876"/>
          </a:xfrm>
          <a:prstGeom prst="ellipse">
            <a:avLst/>
          </a:prstGeom>
          <a:solidFill>
            <a:sysClr val="window" lastClr="FFFFF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pic>
        <p:nvPicPr>
          <p:cNvPr id="56" name="Picture 4"/>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a:off x="942978" y="1628308"/>
            <a:ext cx="305470" cy="639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7" name="五边形 15"/>
          <p:cNvSpPr/>
          <p:nvPr/>
        </p:nvSpPr>
        <p:spPr>
          <a:xfrm rot="5400000">
            <a:off x="2994556" y="3397273"/>
            <a:ext cx="3492471" cy="821115"/>
          </a:xfrm>
          <a:custGeom>
            <a:avLst/>
            <a:gdLst>
              <a:gd name="connsiteX0" fmla="*/ 0 w 1656186"/>
              <a:gd name="connsiteY0" fmla="*/ 0 h 720081"/>
              <a:gd name="connsiteX1" fmla="*/ 1296146 w 1656186"/>
              <a:gd name="connsiteY1" fmla="*/ 0 h 720081"/>
              <a:gd name="connsiteX2" fmla="*/ 1656186 w 1656186"/>
              <a:gd name="connsiteY2" fmla="*/ 360041 h 720081"/>
              <a:gd name="connsiteX3" fmla="*/ 1296146 w 1656186"/>
              <a:gd name="connsiteY3" fmla="*/ 720081 h 720081"/>
              <a:gd name="connsiteX4" fmla="*/ 0 w 1656186"/>
              <a:gd name="connsiteY4" fmla="*/ 720081 h 720081"/>
              <a:gd name="connsiteX5" fmla="*/ 0 w 1656186"/>
              <a:gd name="connsiteY5" fmla="*/ 0 h 720081"/>
              <a:gd name="connsiteX0" fmla="*/ 0 w 1296146"/>
              <a:gd name="connsiteY0" fmla="*/ 0 h 720081"/>
              <a:gd name="connsiteX1" fmla="*/ 1296146 w 1296146"/>
              <a:gd name="connsiteY1" fmla="*/ 0 h 720081"/>
              <a:gd name="connsiteX2" fmla="*/ 1104646 w 1296146"/>
              <a:gd name="connsiteY2" fmla="*/ 360041 h 720081"/>
              <a:gd name="connsiteX3" fmla="*/ 1296146 w 1296146"/>
              <a:gd name="connsiteY3" fmla="*/ 720081 h 720081"/>
              <a:gd name="connsiteX4" fmla="*/ 0 w 1296146"/>
              <a:gd name="connsiteY4" fmla="*/ 720081 h 720081"/>
              <a:gd name="connsiteX5" fmla="*/ 0 w 1296146"/>
              <a:gd name="connsiteY5" fmla="*/ 0 h 720081"/>
              <a:gd name="connsiteX0" fmla="*/ 0 w 1296146"/>
              <a:gd name="connsiteY0" fmla="*/ 0 h 720081"/>
              <a:gd name="connsiteX1" fmla="*/ 1296146 w 1296146"/>
              <a:gd name="connsiteY1" fmla="*/ 0 h 720081"/>
              <a:gd name="connsiteX2" fmla="*/ 1036492 w 1296146"/>
              <a:gd name="connsiteY2" fmla="*/ 374555 h 720081"/>
              <a:gd name="connsiteX3" fmla="*/ 1296146 w 1296146"/>
              <a:gd name="connsiteY3" fmla="*/ 720081 h 720081"/>
              <a:gd name="connsiteX4" fmla="*/ 0 w 1296146"/>
              <a:gd name="connsiteY4" fmla="*/ 720081 h 720081"/>
              <a:gd name="connsiteX5" fmla="*/ 0 w 1296146"/>
              <a:gd name="connsiteY5" fmla="*/ 0 h 720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96146" h="720081">
                <a:moveTo>
                  <a:pt x="0" y="0"/>
                </a:moveTo>
                <a:lnTo>
                  <a:pt x="1296146" y="0"/>
                </a:lnTo>
                <a:lnTo>
                  <a:pt x="1036492" y="374555"/>
                </a:lnTo>
                <a:lnTo>
                  <a:pt x="1296146" y="720081"/>
                </a:lnTo>
                <a:lnTo>
                  <a:pt x="0" y="720081"/>
                </a:lnTo>
                <a:lnTo>
                  <a:pt x="0" y="0"/>
                </a:lnTo>
                <a:close/>
              </a:path>
            </a:pathLst>
          </a:cu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3500000" scaled="1"/>
            <a:tileRect/>
          </a:gradFill>
          <a:ln w="25400" cap="flat" cmpd="sng" algn="ctr">
            <a:solidFill>
              <a:srgbClr val="0091C4"/>
            </a:solidFill>
            <a:prstDash val="solid"/>
          </a:ln>
          <a:effectLst>
            <a:outerShdw blurRad="50800" dist="38100" dir="5400000" algn="t"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58" name="椭圆 57"/>
          <p:cNvSpPr/>
          <p:nvPr/>
        </p:nvSpPr>
        <p:spPr>
          <a:xfrm>
            <a:off x="4678155" y="2109219"/>
            <a:ext cx="110876" cy="110876"/>
          </a:xfrm>
          <a:prstGeom prst="ellipse">
            <a:avLst/>
          </a:prstGeom>
          <a:solidFill>
            <a:sysClr val="window" lastClr="FFFFF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pic>
        <p:nvPicPr>
          <p:cNvPr id="59" name="Picture 4"/>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a:off x="4471369" y="1628307"/>
            <a:ext cx="305470" cy="639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0" name="五边形 18"/>
          <p:cNvSpPr/>
          <p:nvPr/>
        </p:nvSpPr>
        <p:spPr>
          <a:xfrm rot="5400000">
            <a:off x="1819748" y="3397271"/>
            <a:ext cx="3492466" cy="821115"/>
          </a:xfrm>
          <a:custGeom>
            <a:avLst/>
            <a:gdLst>
              <a:gd name="connsiteX0" fmla="*/ 0 w 1656186"/>
              <a:gd name="connsiteY0" fmla="*/ 0 h 720081"/>
              <a:gd name="connsiteX1" fmla="*/ 1296146 w 1656186"/>
              <a:gd name="connsiteY1" fmla="*/ 0 h 720081"/>
              <a:gd name="connsiteX2" fmla="*/ 1656186 w 1656186"/>
              <a:gd name="connsiteY2" fmla="*/ 360041 h 720081"/>
              <a:gd name="connsiteX3" fmla="*/ 1296146 w 1656186"/>
              <a:gd name="connsiteY3" fmla="*/ 720081 h 720081"/>
              <a:gd name="connsiteX4" fmla="*/ 0 w 1656186"/>
              <a:gd name="connsiteY4" fmla="*/ 720081 h 720081"/>
              <a:gd name="connsiteX5" fmla="*/ 0 w 1656186"/>
              <a:gd name="connsiteY5" fmla="*/ 0 h 720081"/>
              <a:gd name="connsiteX0" fmla="*/ 0 w 1296146"/>
              <a:gd name="connsiteY0" fmla="*/ 0 h 720081"/>
              <a:gd name="connsiteX1" fmla="*/ 1296146 w 1296146"/>
              <a:gd name="connsiteY1" fmla="*/ 0 h 720081"/>
              <a:gd name="connsiteX2" fmla="*/ 930475 w 1296146"/>
              <a:gd name="connsiteY2" fmla="*/ 331012 h 720081"/>
              <a:gd name="connsiteX3" fmla="*/ 1296146 w 1296146"/>
              <a:gd name="connsiteY3" fmla="*/ 720081 h 720081"/>
              <a:gd name="connsiteX4" fmla="*/ 0 w 1296146"/>
              <a:gd name="connsiteY4" fmla="*/ 720081 h 720081"/>
              <a:gd name="connsiteX5" fmla="*/ 0 w 1296146"/>
              <a:gd name="connsiteY5" fmla="*/ 0 h 720081"/>
              <a:gd name="connsiteX0" fmla="*/ 0 w 1296146"/>
              <a:gd name="connsiteY0" fmla="*/ 0 h 720081"/>
              <a:gd name="connsiteX1" fmla="*/ 1296146 w 1296146"/>
              <a:gd name="connsiteY1" fmla="*/ 0 h 720081"/>
              <a:gd name="connsiteX2" fmla="*/ 975913 w 1296146"/>
              <a:gd name="connsiteY2" fmla="*/ 403584 h 720081"/>
              <a:gd name="connsiteX3" fmla="*/ 1296146 w 1296146"/>
              <a:gd name="connsiteY3" fmla="*/ 720081 h 720081"/>
              <a:gd name="connsiteX4" fmla="*/ 0 w 1296146"/>
              <a:gd name="connsiteY4" fmla="*/ 720081 h 720081"/>
              <a:gd name="connsiteX5" fmla="*/ 0 w 1296146"/>
              <a:gd name="connsiteY5" fmla="*/ 0 h 720081"/>
              <a:gd name="connsiteX0" fmla="*/ 0 w 1296146"/>
              <a:gd name="connsiteY0" fmla="*/ 0 h 720081"/>
              <a:gd name="connsiteX1" fmla="*/ 1296146 w 1296146"/>
              <a:gd name="connsiteY1" fmla="*/ 0 h 720081"/>
              <a:gd name="connsiteX2" fmla="*/ 964556 w 1296146"/>
              <a:gd name="connsiteY2" fmla="*/ 331012 h 720081"/>
              <a:gd name="connsiteX3" fmla="*/ 1296146 w 1296146"/>
              <a:gd name="connsiteY3" fmla="*/ 720081 h 720081"/>
              <a:gd name="connsiteX4" fmla="*/ 0 w 1296146"/>
              <a:gd name="connsiteY4" fmla="*/ 720081 h 720081"/>
              <a:gd name="connsiteX5" fmla="*/ 0 w 1296146"/>
              <a:gd name="connsiteY5" fmla="*/ 0 h 720081"/>
              <a:gd name="connsiteX0" fmla="*/ 0 w 1296146"/>
              <a:gd name="connsiteY0" fmla="*/ 0 h 720081"/>
              <a:gd name="connsiteX1" fmla="*/ 1296146 w 1296146"/>
              <a:gd name="connsiteY1" fmla="*/ 0 h 720081"/>
              <a:gd name="connsiteX2" fmla="*/ 1021353 w 1296146"/>
              <a:gd name="connsiteY2" fmla="*/ 374555 h 720081"/>
              <a:gd name="connsiteX3" fmla="*/ 1296146 w 1296146"/>
              <a:gd name="connsiteY3" fmla="*/ 720081 h 720081"/>
              <a:gd name="connsiteX4" fmla="*/ 0 w 1296146"/>
              <a:gd name="connsiteY4" fmla="*/ 720081 h 720081"/>
              <a:gd name="connsiteX5" fmla="*/ 0 w 1296146"/>
              <a:gd name="connsiteY5" fmla="*/ 0 h 720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96146" h="720081">
                <a:moveTo>
                  <a:pt x="0" y="0"/>
                </a:moveTo>
                <a:lnTo>
                  <a:pt x="1296146" y="0"/>
                </a:lnTo>
                <a:lnTo>
                  <a:pt x="1021353" y="374555"/>
                </a:lnTo>
                <a:lnTo>
                  <a:pt x="1296146" y="720081"/>
                </a:lnTo>
                <a:lnTo>
                  <a:pt x="0" y="720081"/>
                </a:lnTo>
                <a:lnTo>
                  <a:pt x="0" y="0"/>
                </a:lnTo>
                <a:close/>
              </a:path>
            </a:pathLst>
          </a:cu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3500000" scaled="1"/>
            <a:tileRect/>
          </a:gradFill>
          <a:ln w="25400" cap="flat" cmpd="sng" algn="ctr">
            <a:solidFill>
              <a:srgbClr val="0091C4"/>
            </a:solidFill>
            <a:prstDash val="solid"/>
          </a:ln>
          <a:effectLst>
            <a:outerShdw blurRad="50800" dist="38100" dir="5400000" algn="t"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61" name="椭圆 60"/>
          <p:cNvSpPr/>
          <p:nvPr/>
        </p:nvSpPr>
        <p:spPr>
          <a:xfrm>
            <a:off x="3503342" y="2109220"/>
            <a:ext cx="110876" cy="110876"/>
          </a:xfrm>
          <a:prstGeom prst="ellipse">
            <a:avLst/>
          </a:prstGeom>
          <a:solidFill>
            <a:sysClr val="window" lastClr="FFFFF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pic>
        <p:nvPicPr>
          <p:cNvPr id="62" name="Picture 4"/>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a:off x="3296556" y="1628308"/>
            <a:ext cx="305470" cy="639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3" name="五边形 21"/>
          <p:cNvSpPr/>
          <p:nvPr/>
        </p:nvSpPr>
        <p:spPr>
          <a:xfrm rot="5400000">
            <a:off x="6109130" y="3394903"/>
            <a:ext cx="3494048" cy="821115"/>
          </a:xfrm>
          <a:custGeom>
            <a:avLst/>
            <a:gdLst>
              <a:gd name="connsiteX0" fmla="*/ 0 w 1656186"/>
              <a:gd name="connsiteY0" fmla="*/ 0 h 720081"/>
              <a:gd name="connsiteX1" fmla="*/ 1296146 w 1656186"/>
              <a:gd name="connsiteY1" fmla="*/ 0 h 720081"/>
              <a:gd name="connsiteX2" fmla="*/ 1656186 w 1656186"/>
              <a:gd name="connsiteY2" fmla="*/ 360041 h 720081"/>
              <a:gd name="connsiteX3" fmla="*/ 1296146 w 1656186"/>
              <a:gd name="connsiteY3" fmla="*/ 720081 h 720081"/>
              <a:gd name="connsiteX4" fmla="*/ 0 w 1656186"/>
              <a:gd name="connsiteY4" fmla="*/ 720081 h 720081"/>
              <a:gd name="connsiteX5" fmla="*/ 0 w 1656186"/>
              <a:gd name="connsiteY5" fmla="*/ 0 h 720081"/>
              <a:gd name="connsiteX0" fmla="*/ 0 w 1296146"/>
              <a:gd name="connsiteY0" fmla="*/ 0 h 720081"/>
              <a:gd name="connsiteX1" fmla="*/ 1296146 w 1296146"/>
              <a:gd name="connsiteY1" fmla="*/ 0 h 720081"/>
              <a:gd name="connsiteX2" fmla="*/ 1032075 w 1296146"/>
              <a:gd name="connsiteY2" fmla="*/ 374555 h 720081"/>
              <a:gd name="connsiteX3" fmla="*/ 1296146 w 1296146"/>
              <a:gd name="connsiteY3" fmla="*/ 720081 h 720081"/>
              <a:gd name="connsiteX4" fmla="*/ 0 w 1296146"/>
              <a:gd name="connsiteY4" fmla="*/ 720081 h 720081"/>
              <a:gd name="connsiteX5" fmla="*/ 0 w 1296146"/>
              <a:gd name="connsiteY5" fmla="*/ 0 h 720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96146" h="720081">
                <a:moveTo>
                  <a:pt x="0" y="0"/>
                </a:moveTo>
                <a:lnTo>
                  <a:pt x="1296146" y="0"/>
                </a:lnTo>
                <a:lnTo>
                  <a:pt x="1032075" y="374555"/>
                </a:lnTo>
                <a:lnTo>
                  <a:pt x="1296146" y="720081"/>
                </a:lnTo>
                <a:lnTo>
                  <a:pt x="0" y="720081"/>
                </a:lnTo>
                <a:lnTo>
                  <a:pt x="0" y="0"/>
                </a:lnTo>
                <a:close/>
              </a:path>
            </a:pathLst>
          </a:custGeom>
          <a:gradFill flip="none" rotWithShape="1">
            <a:gsLst>
              <a:gs pos="0">
                <a:srgbClr val="92D050"/>
              </a:gs>
              <a:gs pos="50000">
                <a:srgbClr val="92D050"/>
              </a:gs>
              <a:gs pos="100000">
                <a:srgbClr val="92D050"/>
              </a:gs>
            </a:gsLst>
            <a:lin ang="18900000" scaled="1"/>
            <a:tileRect/>
          </a:gradFill>
          <a:ln w="25400" cap="flat" cmpd="sng" algn="ctr">
            <a:solidFill>
              <a:srgbClr val="92D050"/>
            </a:solidFill>
            <a:prstDash val="solid"/>
          </a:ln>
          <a:effectLst>
            <a:outerShdw blurRad="50800" dist="38100" dir="5400000" algn="t"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64" name="椭圆 63"/>
          <p:cNvSpPr/>
          <p:nvPr/>
        </p:nvSpPr>
        <p:spPr>
          <a:xfrm>
            <a:off x="7827236" y="2096732"/>
            <a:ext cx="110876" cy="110876"/>
          </a:xfrm>
          <a:prstGeom prst="ellipse">
            <a:avLst/>
          </a:prstGeom>
          <a:solidFill>
            <a:sysClr val="window" lastClr="FFFFF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pic>
        <p:nvPicPr>
          <p:cNvPr id="65" name="Picture 4"/>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a:off x="7586730" y="1625150"/>
            <a:ext cx="305470" cy="639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 name="五边形 24"/>
          <p:cNvSpPr/>
          <p:nvPr/>
        </p:nvSpPr>
        <p:spPr>
          <a:xfrm rot="5400000">
            <a:off x="4148955" y="3397315"/>
            <a:ext cx="3494044" cy="821115"/>
          </a:xfrm>
          <a:custGeom>
            <a:avLst/>
            <a:gdLst>
              <a:gd name="connsiteX0" fmla="*/ 0 w 1656186"/>
              <a:gd name="connsiteY0" fmla="*/ 0 h 720081"/>
              <a:gd name="connsiteX1" fmla="*/ 1296146 w 1656186"/>
              <a:gd name="connsiteY1" fmla="*/ 0 h 720081"/>
              <a:gd name="connsiteX2" fmla="*/ 1656186 w 1656186"/>
              <a:gd name="connsiteY2" fmla="*/ 360041 h 720081"/>
              <a:gd name="connsiteX3" fmla="*/ 1296146 w 1656186"/>
              <a:gd name="connsiteY3" fmla="*/ 720081 h 720081"/>
              <a:gd name="connsiteX4" fmla="*/ 0 w 1656186"/>
              <a:gd name="connsiteY4" fmla="*/ 720081 h 720081"/>
              <a:gd name="connsiteX5" fmla="*/ 0 w 1656186"/>
              <a:gd name="connsiteY5" fmla="*/ 0 h 720081"/>
              <a:gd name="connsiteX0" fmla="*/ 0 w 1296146"/>
              <a:gd name="connsiteY0" fmla="*/ 0 h 720081"/>
              <a:gd name="connsiteX1" fmla="*/ 1296146 w 1296146"/>
              <a:gd name="connsiteY1" fmla="*/ 0 h 720081"/>
              <a:gd name="connsiteX2" fmla="*/ 1003045 w 1296146"/>
              <a:gd name="connsiteY2" fmla="*/ 360041 h 720081"/>
              <a:gd name="connsiteX3" fmla="*/ 1296146 w 1296146"/>
              <a:gd name="connsiteY3" fmla="*/ 720081 h 720081"/>
              <a:gd name="connsiteX4" fmla="*/ 0 w 1296146"/>
              <a:gd name="connsiteY4" fmla="*/ 720081 h 720081"/>
              <a:gd name="connsiteX5" fmla="*/ 0 w 1296146"/>
              <a:gd name="connsiteY5" fmla="*/ 0 h 720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96146" h="720081">
                <a:moveTo>
                  <a:pt x="0" y="0"/>
                </a:moveTo>
                <a:lnTo>
                  <a:pt x="1296146" y="0"/>
                </a:lnTo>
                <a:lnTo>
                  <a:pt x="1003045" y="360041"/>
                </a:lnTo>
                <a:lnTo>
                  <a:pt x="1296146" y="720081"/>
                </a:lnTo>
                <a:lnTo>
                  <a:pt x="0" y="720081"/>
                </a:lnTo>
                <a:lnTo>
                  <a:pt x="0" y="0"/>
                </a:lnTo>
                <a:close/>
              </a:path>
            </a:pathLst>
          </a:cu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3500000" scaled="1"/>
            <a:tileRect/>
          </a:gradFill>
          <a:ln w="25400" cap="flat" cmpd="sng" algn="ctr">
            <a:solidFill>
              <a:srgbClr val="0091C4"/>
            </a:solidFill>
            <a:prstDash val="solid"/>
          </a:ln>
          <a:effectLst>
            <a:outerShdw blurRad="50800" dist="38100" dir="5400000" algn="t"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67" name="椭圆 66"/>
          <p:cNvSpPr/>
          <p:nvPr/>
        </p:nvSpPr>
        <p:spPr>
          <a:xfrm>
            <a:off x="5833338" y="2108475"/>
            <a:ext cx="110876" cy="110876"/>
          </a:xfrm>
          <a:prstGeom prst="ellipse">
            <a:avLst/>
          </a:prstGeom>
          <a:solidFill>
            <a:sysClr val="window" lastClr="FFFFF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pic>
        <p:nvPicPr>
          <p:cNvPr id="68" name="Picture 4"/>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a:off x="5626552" y="1627563"/>
            <a:ext cx="305470" cy="639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9" name="TextBox 68"/>
          <p:cNvSpPr txBox="1"/>
          <p:nvPr/>
        </p:nvSpPr>
        <p:spPr>
          <a:xfrm>
            <a:off x="929414" y="2718932"/>
            <a:ext cx="615553" cy="1400754"/>
          </a:xfrm>
          <a:prstGeom prst="rect">
            <a:avLst/>
          </a:prstGeom>
          <a:noFill/>
        </p:spPr>
        <p:txBody>
          <a:bodyPr vert="eaVert" wrap="square" rtlCol="0">
            <a:spAutoFit/>
          </a:bodyPr>
          <a:lstStyle>
            <a:defPPr>
              <a:defRPr lang="en-US"/>
            </a:defPPr>
            <a:lvl1pPr marR="0" lvl="0" indent="0" algn="ctr" fontAlgn="auto">
              <a:lnSpc>
                <a:spcPct val="80000"/>
              </a:lnSpc>
              <a:spcBef>
                <a:spcPts val="0"/>
              </a:spcBef>
              <a:spcAft>
                <a:spcPts val="0"/>
              </a:spcAft>
              <a:buClrTx/>
              <a:buSzTx/>
              <a:buFontTx/>
              <a:buNone/>
              <a:tabLst/>
              <a:defRPr kumimoji="0" sz="3200" b="1" i="0" u="none" strike="noStrike" kern="0" cap="none" spc="0" normalizeH="0" baseline="0">
                <a:ln w="18415" cmpd="sng">
                  <a:noFill/>
                  <a:prstDash val="solid"/>
                </a:ln>
                <a:solidFill>
                  <a:srgbClr val="714203"/>
                </a:solidFill>
                <a:effectLst>
                  <a:outerShdw dist="25400" dir="5400000" algn="t" rotWithShape="0">
                    <a:schemeClr val="bg1">
                      <a:alpha val="29000"/>
                    </a:schemeClr>
                  </a:outerShdw>
                </a:effectLst>
                <a:uLnTx/>
                <a:uFillTx/>
                <a:latin typeface="Adidas Unity" pitchFamily="2" charset="0"/>
                <a:ea typeface="微软雅黑" pitchFamily="34" charset="-122"/>
                <a:cs typeface="Times New Roman" pitchFamily="18" charset="0"/>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TW" altLang="en-US" sz="2800" b="1" i="0" u="none" strike="noStrike" kern="0" cap="none" spc="0" normalizeH="0" baseline="0" noProof="0" dirty="0" smtClean="0">
                <a:ln w="18415" cmpd="sng">
                  <a:noFill/>
                  <a:prstDash val="solid"/>
                </a:ln>
                <a:solidFill>
                  <a:sysClr val="window" lastClr="FFFFFF"/>
                </a:solidFill>
                <a:effectLst>
                  <a:outerShdw blurRad="50800" dist="38100" dir="5400000" algn="t" rotWithShape="0">
                    <a:prstClr val="black">
                      <a:alpha val="40000"/>
                    </a:prstClr>
                  </a:outerShdw>
                </a:effectLst>
                <a:uLnTx/>
                <a:uFillTx/>
                <a:latin typeface="Adidas Unity" pitchFamily="2" charset="0"/>
                <a:ea typeface="微软雅黑" pitchFamily="34" charset="-122"/>
                <a:cs typeface="Times New Roman" pitchFamily="18" charset="0"/>
              </a:rPr>
              <a:t>社發處</a:t>
            </a:r>
            <a:endParaRPr kumimoji="0" lang="zh-CN" altLang="en-US" sz="2800" b="1" i="0" u="none" strike="noStrike" kern="0" cap="none" spc="0" normalizeH="0" baseline="0" noProof="0" dirty="0">
              <a:ln w="18415" cmpd="sng">
                <a:noFill/>
                <a:prstDash val="solid"/>
              </a:ln>
              <a:solidFill>
                <a:sysClr val="window" lastClr="FFFFFF"/>
              </a:solidFill>
              <a:effectLst>
                <a:outerShdw blurRad="50800" dist="38100" dir="5400000" algn="t" rotWithShape="0">
                  <a:prstClr val="black">
                    <a:alpha val="40000"/>
                  </a:prstClr>
                </a:outerShdw>
              </a:effectLst>
              <a:uLnTx/>
              <a:uFillTx/>
              <a:latin typeface="Adidas Unity" pitchFamily="2" charset="0"/>
              <a:ea typeface="微软雅黑" pitchFamily="34" charset="-122"/>
              <a:cs typeface="Times New Roman" pitchFamily="18" charset="0"/>
            </a:endParaRPr>
          </a:p>
        </p:txBody>
      </p:sp>
      <p:sp>
        <p:nvSpPr>
          <p:cNvPr id="70" name="TextBox 69"/>
          <p:cNvSpPr txBox="1"/>
          <p:nvPr/>
        </p:nvSpPr>
        <p:spPr>
          <a:xfrm>
            <a:off x="2129311" y="2718931"/>
            <a:ext cx="615553" cy="1400754"/>
          </a:xfrm>
          <a:prstGeom prst="rect">
            <a:avLst/>
          </a:prstGeom>
          <a:noFill/>
        </p:spPr>
        <p:txBody>
          <a:bodyPr vert="eaVert" wrap="square" rtlCol="0">
            <a:spAutoFit/>
          </a:bodyPr>
          <a:lstStyle>
            <a:defPPr>
              <a:defRPr lang="en-US"/>
            </a:defPPr>
            <a:lvl1pPr marR="0" lvl="0" indent="0" algn="ctr" fontAlgn="auto">
              <a:lnSpc>
                <a:spcPct val="80000"/>
              </a:lnSpc>
              <a:spcBef>
                <a:spcPts val="0"/>
              </a:spcBef>
              <a:spcAft>
                <a:spcPts val="0"/>
              </a:spcAft>
              <a:buClrTx/>
              <a:buSzTx/>
              <a:buFontTx/>
              <a:buNone/>
              <a:tabLst/>
              <a:defRPr kumimoji="0" sz="3200" b="1" i="0" u="none" strike="noStrike" kern="0" cap="none" spc="0" normalizeH="0" baseline="0">
                <a:ln w="18415" cmpd="sng">
                  <a:noFill/>
                  <a:prstDash val="solid"/>
                </a:ln>
                <a:solidFill>
                  <a:srgbClr val="714203"/>
                </a:solidFill>
                <a:effectLst>
                  <a:outerShdw dist="25400" dir="5400000" algn="t" rotWithShape="0">
                    <a:schemeClr val="bg1">
                      <a:alpha val="29000"/>
                    </a:schemeClr>
                  </a:outerShdw>
                </a:effectLst>
                <a:uLnTx/>
                <a:uFillTx/>
                <a:latin typeface="Adidas Unity" pitchFamily="2" charset="0"/>
                <a:ea typeface="微软雅黑" pitchFamily="34" charset="-122"/>
                <a:cs typeface="Times New Roman" pitchFamily="18" charset="0"/>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TW" altLang="en-US" sz="2800" b="1" i="0" u="none" strike="noStrike" kern="0" cap="none" spc="0" normalizeH="0" baseline="0" noProof="0" dirty="0" smtClean="0">
                <a:ln w="18415" cmpd="sng">
                  <a:noFill/>
                  <a:prstDash val="solid"/>
                </a:ln>
                <a:solidFill>
                  <a:sysClr val="window" lastClr="FFFFFF"/>
                </a:solidFill>
                <a:effectLst>
                  <a:outerShdw blurRad="50800" dist="38100" dir="5400000" algn="t" rotWithShape="0">
                    <a:prstClr val="black">
                      <a:alpha val="40000"/>
                    </a:prstClr>
                  </a:outerShdw>
                </a:effectLst>
                <a:uLnTx/>
                <a:uFillTx/>
                <a:latin typeface="Adidas Unity" pitchFamily="2" charset="0"/>
                <a:ea typeface="微软雅黑" pitchFamily="34" charset="-122"/>
                <a:cs typeface="Times New Roman" pitchFamily="18" charset="0"/>
              </a:rPr>
              <a:t>人力處</a:t>
            </a:r>
            <a:endParaRPr kumimoji="0" lang="zh-CN" altLang="en-US" sz="2800" b="1" i="0" u="none" strike="noStrike" kern="0" cap="none" spc="0" normalizeH="0" baseline="0" noProof="0" dirty="0">
              <a:ln w="18415" cmpd="sng">
                <a:noFill/>
                <a:prstDash val="solid"/>
              </a:ln>
              <a:solidFill>
                <a:sysClr val="window" lastClr="FFFFFF"/>
              </a:solidFill>
              <a:effectLst>
                <a:outerShdw blurRad="50800" dist="38100" dir="5400000" algn="t" rotWithShape="0">
                  <a:prstClr val="black">
                    <a:alpha val="40000"/>
                  </a:prstClr>
                </a:outerShdw>
              </a:effectLst>
              <a:uLnTx/>
              <a:uFillTx/>
              <a:latin typeface="Adidas Unity" pitchFamily="2" charset="0"/>
              <a:ea typeface="微软雅黑" pitchFamily="34" charset="-122"/>
              <a:cs typeface="Times New Roman" pitchFamily="18" charset="0"/>
            </a:endParaRPr>
          </a:p>
        </p:txBody>
      </p:sp>
      <p:sp>
        <p:nvSpPr>
          <p:cNvPr id="71" name="TextBox 70"/>
          <p:cNvSpPr txBox="1"/>
          <p:nvPr/>
        </p:nvSpPr>
        <p:spPr>
          <a:xfrm>
            <a:off x="3284288" y="2718930"/>
            <a:ext cx="615553" cy="2451320"/>
          </a:xfrm>
          <a:prstGeom prst="rect">
            <a:avLst/>
          </a:prstGeom>
          <a:noFill/>
        </p:spPr>
        <p:txBody>
          <a:bodyPr vert="eaVert" wrap="square" rtlCol="0">
            <a:spAutoFit/>
          </a:bodyPr>
          <a:lstStyle>
            <a:defPPr>
              <a:defRPr lang="en-US"/>
            </a:defPPr>
            <a:lvl1pPr marR="0" lvl="0" indent="0" algn="ctr" fontAlgn="auto">
              <a:lnSpc>
                <a:spcPct val="80000"/>
              </a:lnSpc>
              <a:spcBef>
                <a:spcPts val="0"/>
              </a:spcBef>
              <a:spcAft>
                <a:spcPts val="0"/>
              </a:spcAft>
              <a:buClrTx/>
              <a:buSzTx/>
              <a:buFontTx/>
              <a:buNone/>
              <a:tabLst/>
              <a:defRPr kumimoji="0" sz="3200" b="1" i="0" u="none" strike="noStrike" kern="0" cap="none" spc="0" normalizeH="0" baseline="0">
                <a:ln w="18415" cmpd="sng">
                  <a:noFill/>
                  <a:prstDash val="solid"/>
                </a:ln>
                <a:solidFill>
                  <a:srgbClr val="714203"/>
                </a:solidFill>
                <a:effectLst>
                  <a:outerShdw dist="25400" dir="5400000" algn="t" rotWithShape="0">
                    <a:schemeClr val="bg1">
                      <a:alpha val="29000"/>
                    </a:schemeClr>
                  </a:outerShdw>
                </a:effectLst>
                <a:uLnTx/>
                <a:uFillTx/>
                <a:latin typeface="Adidas Unity" pitchFamily="2" charset="0"/>
                <a:ea typeface="微软雅黑" pitchFamily="34" charset="-122"/>
                <a:cs typeface="Times New Roman" pitchFamily="18" charset="0"/>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TW" altLang="en-US" sz="2800" b="1" i="0" u="none" strike="noStrike" kern="0" cap="none" spc="0" normalizeH="0" baseline="0" noProof="0" dirty="0" smtClean="0">
                <a:ln w="18415" cmpd="sng">
                  <a:noFill/>
                  <a:prstDash val="solid"/>
                </a:ln>
                <a:solidFill>
                  <a:sysClr val="window" lastClr="FFFFFF"/>
                </a:solidFill>
                <a:effectLst>
                  <a:outerShdw blurRad="50800" dist="38100" dir="5400000" algn="t" rotWithShape="0">
                    <a:prstClr val="black">
                      <a:alpha val="40000"/>
                    </a:prstClr>
                  </a:outerShdw>
                </a:effectLst>
                <a:uLnTx/>
                <a:uFillTx/>
                <a:latin typeface="Adidas Unity" pitchFamily="2" charset="0"/>
                <a:ea typeface="微软雅黑" pitchFamily="34" charset="-122"/>
                <a:cs typeface="Times New Roman" pitchFamily="18" charset="0"/>
              </a:rPr>
              <a:t>法協中心</a:t>
            </a:r>
            <a:endParaRPr kumimoji="0" lang="zh-CN" altLang="en-US" sz="2800" b="1" i="0" u="none" strike="noStrike" kern="0" cap="none" spc="0" normalizeH="0" baseline="0" noProof="0" dirty="0">
              <a:ln w="18415" cmpd="sng">
                <a:noFill/>
                <a:prstDash val="solid"/>
              </a:ln>
              <a:solidFill>
                <a:sysClr val="window" lastClr="FFFFFF"/>
              </a:solidFill>
              <a:effectLst>
                <a:outerShdw blurRad="50800" dist="38100" dir="5400000" algn="t" rotWithShape="0">
                  <a:prstClr val="black">
                    <a:alpha val="40000"/>
                  </a:prstClr>
                </a:outerShdw>
              </a:effectLst>
              <a:uLnTx/>
              <a:uFillTx/>
              <a:latin typeface="Adidas Unity" pitchFamily="2" charset="0"/>
              <a:ea typeface="微软雅黑" pitchFamily="34" charset="-122"/>
              <a:cs typeface="Times New Roman" pitchFamily="18" charset="0"/>
            </a:endParaRPr>
          </a:p>
        </p:txBody>
      </p:sp>
      <p:sp>
        <p:nvSpPr>
          <p:cNvPr id="72" name="TextBox 71"/>
          <p:cNvSpPr txBox="1"/>
          <p:nvPr/>
        </p:nvSpPr>
        <p:spPr>
          <a:xfrm>
            <a:off x="4484185" y="2718929"/>
            <a:ext cx="615553" cy="1400754"/>
          </a:xfrm>
          <a:prstGeom prst="rect">
            <a:avLst/>
          </a:prstGeom>
          <a:noFill/>
        </p:spPr>
        <p:txBody>
          <a:bodyPr vert="eaVert" wrap="square" rtlCol="0">
            <a:spAutoFit/>
          </a:bodyPr>
          <a:lstStyle>
            <a:defPPr>
              <a:defRPr lang="en-US"/>
            </a:defPPr>
            <a:lvl1pPr marR="0" lvl="0" indent="0" algn="ctr" fontAlgn="auto">
              <a:lnSpc>
                <a:spcPct val="80000"/>
              </a:lnSpc>
              <a:spcBef>
                <a:spcPts val="0"/>
              </a:spcBef>
              <a:spcAft>
                <a:spcPts val="0"/>
              </a:spcAft>
              <a:buClrTx/>
              <a:buSzTx/>
              <a:buFontTx/>
              <a:buNone/>
              <a:tabLst/>
              <a:defRPr kumimoji="0" sz="3200" b="1" i="0" u="none" strike="noStrike" kern="0" cap="none" spc="0" normalizeH="0" baseline="0">
                <a:ln w="18415" cmpd="sng">
                  <a:noFill/>
                  <a:prstDash val="solid"/>
                </a:ln>
                <a:solidFill>
                  <a:srgbClr val="714203"/>
                </a:solidFill>
                <a:effectLst>
                  <a:outerShdw dist="25400" dir="5400000" algn="t" rotWithShape="0">
                    <a:schemeClr val="bg1">
                      <a:alpha val="29000"/>
                    </a:schemeClr>
                  </a:outerShdw>
                </a:effectLst>
                <a:uLnTx/>
                <a:uFillTx/>
                <a:latin typeface="Adidas Unity" pitchFamily="2" charset="0"/>
                <a:ea typeface="微软雅黑" pitchFamily="34" charset="-122"/>
                <a:cs typeface="Times New Roman" pitchFamily="18" charset="0"/>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lang="zh-TW" altLang="en-US" sz="2800" dirty="0" smtClean="0">
                <a:solidFill>
                  <a:sysClr val="window" lastClr="FFFFFF"/>
                </a:solidFill>
                <a:effectLst>
                  <a:outerShdw blurRad="50800" dist="38100" dir="5400000" algn="t" rotWithShape="0">
                    <a:prstClr val="black">
                      <a:alpha val="40000"/>
                    </a:prstClr>
                  </a:outerShdw>
                </a:effectLst>
              </a:rPr>
              <a:t>管考處</a:t>
            </a:r>
            <a:endParaRPr kumimoji="0" lang="zh-CN" altLang="en-US" sz="2800" b="1" i="0" u="none" strike="noStrike" kern="0" cap="none" spc="0" normalizeH="0" baseline="0" noProof="0" dirty="0">
              <a:ln w="18415" cmpd="sng">
                <a:noFill/>
                <a:prstDash val="solid"/>
              </a:ln>
              <a:solidFill>
                <a:sysClr val="window" lastClr="FFFFFF"/>
              </a:solidFill>
              <a:effectLst>
                <a:outerShdw blurRad="50800" dist="38100" dir="5400000" algn="t" rotWithShape="0">
                  <a:prstClr val="black">
                    <a:alpha val="40000"/>
                  </a:prstClr>
                </a:outerShdw>
              </a:effectLst>
              <a:uLnTx/>
              <a:uFillTx/>
            </a:endParaRPr>
          </a:p>
        </p:txBody>
      </p:sp>
      <p:sp>
        <p:nvSpPr>
          <p:cNvPr id="73" name="TextBox 72"/>
          <p:cNvSpPr txBox="1"/>
          <p:nvPr/>
        </p:nvSpPr>
        <p:spPr>
          <a:xfrm>
            <a:off x="5623558" y="2718928"/>
            <a:ext cx="615553" cy="2451320"/>
          </a:xfrm>
          <a:prstGeom prst="rect">
            <a:avLst/>
          </a:prstGeom>
          <a:noFill/>
        </p:spPr>
        <p:txBody>
          <a:bodyPr vert="eaVert" wrap="square" rtlCol="0">
            <a:spAutoFit/>
          </a:bodyPr>
          <a:lstStyle>
            <a:defPPr>
              <a:defRPr lang="en-US"/>
            </a:defPPr>
            <a:lvl1pPr marR="0" lvl="0" indent="0" algn="ctr" fontAlgn="auto">
              <a:lnSpc>
                <a:spcPct val="80000"/>
              </a:lnSpc>
              <a:spcBef>
                <a:spcPts val="0"/>
              </a:spcBef>
              <a:spcAft>
                <a:spcPts val="0"/>
              </a:spcAft>
              <a:buClrTx/>
              <a:buSzTx/>
              <a:buFontTx/>
              <a:buNone/>
              <a:tabLst/>
              <a:defRPr kumimoji="0" sz="3200" b="1" i="0" u="none" strike="noStrike" kern="0" cap="none" spc="0" normalizeH="0" baseline="0">
                <a:ln w="18415" cmpd="sng">
                  <a:noFill/>
                  <a:prstDash val="solid"/>
                </a:ln>
                <a:solidFill>
                  <a:srgbClr val="714203"/>
                </a:solidFill>
                <a:effectLst>
                  <a:outerShdw dist="25400" dir="5400000" algn="t" rotWithShape="0">
                    <a:schemeClr val="bg1">
                      <a:alpha val="29000"/>
                    </a:schemeClr>
                  </a:outerShdw>
                </a:effectLst>
                <a:uLnTx/>
                <a:uFillTx/>
                <a:latin typeface="Adidas Unity" pitchFamily="2" charset="0"/>
                <a:ea typeface="微软雅黑" pitchFamily="34" charset="-122"/>
                <a:cs typeface="Times New Roman" pitchFamily="18" charset="0"/>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TW" altLang="en-US" sz="2800" b="1" i="0" u="none" strike="noStrike" kern="0" cap="none" spc="0" normalizeH="0" baseline="0" noProof="0" dirty="0" smtClean="0">
                <a:ln w="18415" cmpd="sng">
                  <a:noFill/>
                  <a:prstDash val="solid"/>
                </a:ln>
                <a:solidFill>
                  <a:sysClr val="window" lastClr="FFFFFF"/>
                </a:solidFill>
                <a:effectLst>
                  <a:outerShdw blurRad="50800" dist="38100" dir="5400000" algn="t" rotWithShape="0">
                    <a:prstClr val="black">
                      <a:alpha val="40000"/>
                    </a:prstClr>
                  </a:outerShdw>
                </a:effectLst>
                <a:uLnTx/>
                <a:uFillTx/>
                <a:latin typeface="Adidas Unity" pitchFamily="2" charset="0"/>
                <a:ea typeface="微软雅黑" pitchFamily="34" charset="-122"/>
                <a:cs typeface="Times New Roman" pitchFamily="18" charset="0"/>
              </a:rPr>
              <a:t>國發基金</a:t>
            </a:r>
            <a:endParaRPr kumimoji="0" lang="zh-CN" altLang="en-US" sz="2800" b="1" i="0" u="none" strike="noStrike" kern="0" cap="none" spc="0" normalizeH="0" baseline="0" noProof="0" dirty="0">
              <a:ln w="18415" cmpd="sng">
                <a:noFill/>
                <a:prstDash val="solid"/>
              </a:ln>
              <a:solidFill>
                <a:sysClr val="window" lastClr="FFFFFF"/>
              </a:solidFill>
              <a:effectLst>
                <a:outerShdw blurRad="50800" dist="38100" dir="5400000" algn="t" rotWithShape="0">
                  <a:prstClr val="black">
                    <a:alpha val="40000"/>
                  </a:prstClr>
                </a:outerShdw>
              </a:effectLst>
              <a:uLnTx/>
              <a:uFillTx/>
              <a:latin typeface="Adidas Unity" pitchFamily="2" charset="0"/>
              <a:ea typeface="微软雅黑" pitchFamily="34" charset="-122"/>
              <a:cs typeface="Times New Roman" pitchFamily="18" charset="0"/>
            </a:endParaRPr>
          </a:p>
        </p:txBody>
      </p:sp>
      <p:sp>
        <p:nvSpPr>
          <p:cNvPr id="74" name="TextBox 73"/>
          <p:cNvSpPr txBox="1"/>
          <p:nvPr/>
        </p:nvSpPr>
        <p:spPr>
          <a:xfrm>
            <a:off x="7608116" y="2736325"/>
            <a:ext cx="615553" cy="1400754"/>
          </a:xfrm>
          <a:prstGeom prst="rect">
            <a:avLst/>
          </a:prstGeom>
          <a:noFill/>
        </p:spPr>
        <p:txBody>
          <a:bodyPr vert="eaVert" wrap="square" rtlCol="0">
            <a:spAutoFit/>
          </a:bodyPr>
          <a:lstStyle>
            <a:defPPr>
              <a:defRPr lang="en-US"/>
            </a:defPPr>
            <a:lvl1pPr marR="0" lvl="0" indent="0" algn="ctr" fontAlgn="auto">
              <a:lnSpc>
                <a:spcPct val="80000"/>
              </a:lnSpc>
              <a:spcBef>
                <a:spcPts val="0"/>
              </a:spcBef>
              <a:spcAft>
                <a:spcPts val="0"/>
              </a:spcAft>
              <a:buClrTx/>
              <a:buSzTx/>
              <a:buFontTx/>
              <a:buNone/>
              <a:tabLst/>
              <a:defRPr kumimoji="0" sz="3200" b="1" i="0" u="none" strike="noStrike" kern="0" cap="none" spc="0" normalizeH="0" baseline="0">
                <a:ln w="18415" cmpd="sng">
                  <a:noFill/>
                  <a:prstDash val="solid"/>
                </a:ln>
                <a:solidFill>
                  <a:srgbClr val="714203"/>
                </a:solidFill>
                <a:effectLst>
                  <a:outerShdw dist="25400" dir="5400000" algn="t" rotWithShape="0">
                    <a:schemeClr val="bg1">
                      <a:alpha val="29000"/>
                    </a:schemeClr>
                  </a:outerShdw>
                </a:effectLst>
                <a:uLnTx/>
                <a:uFillTx/>
                <a:latin typeface="Adidas Unity" pitchFamily="2" charset="0"/>
                <a:ea typeface="微软雅黑" pitchFamily="34" charset="-122"/>
                <a:cs typeface="Times New Roman" pitchFamily="18" charset="0"/>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TW" altLang="en-US" sz="2800" b="1" i="0" u="none" strike="noStrike" kern="0" cap="none" spc="0" normalizeH="0" baseline="0" noProof="0" dirty="0" smtClean="0">
                <a:ln w="18415" cmpd="sng">
                  <a:noFill/>
                  <a:prstDash val="solid"/>
                </a:ln>
                <a:solidFill>
                  <a:sysClr val="window" lastClr="FFFFFF"/>
                </a:solidFill>
                <a:effectLst>
                  <a:outerShdw blurRad="50800" dist="38100" dir="5400000" algn="t" rotWithShape="0">
                    <a:prstClr val="black">
                      <a:alpha val="40000"/>
                    </a:prstClr>
                  </a:outerShdw>
                </a:effectLst>
                <a:uLnTx/>
                <a:uFillTx/>
                <a:latin typeface="Adidas Unity" pitchFamily="2" charset="0"/>
                <a:ea typeface="微软雅黑" pitchFamily="34" charset="-122"/>
                <a:cs typeface="Times New Roman" pitchFamily="18" charset="0"/>
              </a:rPr>
              <a:t>主計室</a:t>
            </a:r>
            <a:endParaRPr kumimoji="0" lang="zh-CN" altLang="en-US" sz="2800" b="1" i="0" u="none" strike="noStrike" kern="0" cap="none" spc="0" normalizeH="0" baseline="0" noProof="0" dirty="0">
              <a:ln w="18415" cmpd="sng">
                <a:noFill/>
                <a:prstDash val="solid"/>
              </a:ln>
              <a:solidFill>
                <a:sysClr val="window" lastClr="FFFFFF"/>
              </a:solidFill>
              <a:effectLst>
                <a:outerShdw blurRad="50800" dist="38100" dir="5400000" algn="t" rotWithShape="0">
                  <a:prstClr val="black">
                    <a:alpha val="40000"/>
                  </a:prstClr>
                </a:outerShdw>
              </a:effectLst>
              <a:uLnTx/>
              <a:uFillTx/>
              <a:latin typeface="Adidas Unity" pitchFamily="2" charset="0"/>
              <a:ea typeface="微软雅黑" pitchFamily="34" charset="-122"/>
              <a:cs typeface="Times New Roman" pitchFamily="18" charset="0"/>
            </a:endParaRPr>
          </a:p>
        </p:txBody>
      </p:sp>
      <p:sp>
        <p:nvSpPr>
          <p:cNvPr id="75" name="TextBox 74"/>
          <p:cNvSpPr txBox="1"/>
          <p:nvPr/>
        </p:nvSpPr>
        <p:spPr>
          <a:xfrm>
            <a:off x="899504" y="2152065"/>
            <a:ext cx="608469" cy="584775"/>
          </a:xfrm>
          <a:prstGeom prst="rect">
            <a:avLst/>
          </a:prstGeom>
          <a:noFill/>
        </p:spPr>
        <p:txBody>
          <a:bodyPr wrap="square" rtlCol="0">
            <a:spAutoFit/>
          </a:bodyPr>
          <a:lstStyle>
            <a:defPPr>
              <a:defRPr lang="en-US"/>
            </a:defPPr>
            <a:lvl1pPr marR="0" lvl="0" indent="0" algn="ctr" fontAlgn="auto">
              <a:lnSpc>
                <a:spcPct val="80000"/>
              </a:lnSpc>
              <a:spcBef>
                <a:spcPts val="0"/>
              </a:spcBef>
              <a:spcAft>
                <a:spcPts val="0"/>
              </a:spcAft>
              <a:buClrTx/>
              <a:buSzTx/>
              <a:buFontTx/>
              <a:buNone/>
              <a:tabLst/>
              <a:defRPr kumimoji="0" sz="3200" b="1" i="0" u="none" strike="noStrike" kern="0" cap="none" spc="0" normalizeH="0" baseline="0">
                <a:ln w="18415" cmpd="sng">
                  <a:noFill/>
                  <a:prstDash val="solid"/>
                </a:ln>
                <a:solidFill>
                  <a:srgbClr val="714203"/>
                </a:solidFill>
                <a:effectLst>
                  <a:outerShdw dist="25400" dir="5400000" algn="t" rotWithShape="0">
                    <a:schemeClr val="bg1">
                      <a:alpha val="29000"/>
                    </a:schemeClr>
                  </a:outerShdw>
                </a:effectLst>
                <a:uLnTx/>
                <a:uFillTx/>
                <a:latin typeface="Adidas Unity" pitchFamily="2" charset="0"/>
                <a:ea typeface="微软雅黑" pitchFamily="34" charset="-122"/>
                <a:cs typeface="Times New Roman" pitchFamily="18" charset="0"/>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b="1" i="0" u="none" strike="noStrike" kern="0" cap="none" spc="0" normalizeH="0" baseline="0" noProof="0" dirty="0" smtClean="0">
                <a:ln w="18415" cmpd="sng">
                  <a:noFill/>
                  <a:prstDash val="solid"/>
                </a:ln>
                <a:solidFill>
                  <a:sysClr val="window" lastClr="FFFFFF"/>
                </a:solidFill>
                <a:effectLst>
                  <a:outerShdw blurRad="50800" dist="38100" dir="5400000" algn="t" rotWithShape="0">
                    <a:prstClr val="black">
                      <a:alpha val="40000"/>
                    </a:prstClr>
                  </a:outerShdw>
                </a:effectLst>
                <a:uLnTx/>
                <a:uFillTx/>
                <a:latin typeface="Adidas Unity" pitchFamily="2" charset="0"/>
                <a:ea typeface="微软雅黑" pitchFamily="34" charset="-122"/>
                <a:cs typeface="Times New Roman" pitchFamily="18" charset="0"/>
              </a:rPr>
              <a:t>1</a:t>
            </a:r>
            <a:endParaRPr kumimoji="0" lang="zh-CN" altLang="en-US" b="1" i="0" u="none" strike="noStrike" kern="0" cap="none" spc="0" normalizeH="0" baseline="0" noProof="0" dirty="0">
              <a:ln w="18415" cmpd="sng">
                <a:noFill/>
                <a:prstDash val="solid"/>
              </a:ln>
              <a:solidFill>
                <a:sysClr val="window" lastClr="FFFFFF"/>
              </a:solidFill>
              <a:effectLst>
                <a:outerShdw blurRad="50800" dist="38100" dir="5400000" algn="t" rotWithShape="0">
                  <a:prstClr val="black">
                    <a:alpha val="40000"/>
                  </a:prstClr>
                </a:outerShdw>
              </a:effectLst>
              <a:uLnTx/>
              <a:uFillTx/>
              <a:latin typeface="Adidas Unity" pitchFamily="2" charset="0"/>
              <a:ea typeface="微软雅黑" pitchFamily="34" charset="-122"/>
              <a:cs typeface="Times New Roman" pitchFamily="18" charset="0"/>
            </a:endParaRPr>
          </a:p>
        </p:txBody>
      </p:sp>
      <p:sp>
        <p:nvSpPr>
          <p:cNvPr id="76" name="TextBox 75"/>
          <p:cNvSpPr txBox="1"/>
          <p:nvPr/>
        </p:nvSpPr>
        <p:spPr>
          <a:xfrm>
            <a:off x="2070639" y="2152065"/>
            <a:ext cx="608469" cy="584775"/>
          </a:xfrm>
          <a:prstGeom prst="rect">
            <a:avLst/>
          </a:prstGeom>
          <a:noFill/>
        </p:spPr>
        <p:txBody>
          <a:bodyPr wrap="square" rtlCol="0">
            <a:spAutoFit/>
          </a:bodyPr>
          <a:lstStyle>
            <a:defPPr>
              <a:defRPr lang="en-US"/>
            </a:defPPr>
            <a:lvl1pPr marR="0" lvl="0" indent="0" algn="ctr" fontAlgn="auto">
              <a:lnSpc>
                <a:spcPct val="80000"/>
              </a:lnSpc>
              <a:spcBef>
                <a:spcPts val="0"/>
              </a:spcBef>
              <a:spcAft>
                <a:spcPts val="0"/>
              </a:spcAft>
              <a:buClrTx/>
              <a:buSzTx/>
              <a:buFontTx/>
              <a:buNone/>
              <a:tabLst/>
              <a:defRPr kumimoji="0" sz="3200" b="1" i="0" u="none" strike="noStrike" kern="0" cap="none" spc="0" normalizeH="0" baseline="0">
                <a:ln w="18415" cmpd="sng">
                  <a:noFill/>
                  <a:prstDash val="solid"/>
                </a:ln>
                <a:solidFill>
                  <a:srgbClr val="714203"/>
                </a:solidFill>
                <a:effectLst>
                  <a:outerShdw dist="25400" dir="5400000" algn="t" rotWithShape="0">
                    <a:schemeClr val="bg1">
                      <a:alpha val="29000"/>
                    </a:schemeClr>
                  </a:outerShdw>
                </a:effectLst>
                <a:uLnTx/>
                <a:uFillTx/>
                <a:latin typeface="Adidas Unity" pitchFamily="2" charset="0"/>
                <a:ea typeface="微软雅黑" pitchFamily="34" charset="-122"/>
                <a:cs typeface="Times New Roman" pitchFamily="18" charset="0"/>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b="1" i="0" u="none" strike="noStrike" kern="0" cap="none" spc="0" normalizeH="0" baseline="0" noProof="0" dirty="0" smtClean="0">
                <a:ln w="18415" cmpd="sng">
                  <a:noFill/>
                  <a:prstDash val="solid"/>
                </a:ln>
                <a:solidFill>
                  <a:sysClr val="window" lastClr="FFFFFF"/>
                </a:solidFill>
                <a:effectLst>
                  <a:outerShdw blurRad="50800" dist="38100" dir="5400000" algn="t" rotWithShape="0">
                    <a:prstClr val="black">
                      <a:alpha val="40000"/>
                    </a:prstClr>
                  </a:outerShdw>
                </a:effectLst>
                <a:uLnTx/>
                <a:uFillTx/>
                <a:latin typeface="Adidas Unity" pitchFamily="2" charset="0"/>
                <a:ea typeface="微软雅黑" pitchFamily="34" charset="-122"/>
                <a:cs typeface="Times New Roman" pitchFamily="18" charset="0"/>
              </a:rPr>
              <a:t>1</a:t>
            </a:r>
            <a:endParaRPr kumimoji="0" lang="zh-CN" altLang="en-US" b="1" i="0" u="none" strike="noStrike" kern="0" cap="none" spc="0" normalizeH="0" baseline="0" noProof="0" dirty="0">
              <a:ln w="18415" cmpd="sng">
                <a:noFill/>
                <a:prstDash val="solid"/>
              </a:ln>
              <a:solidFill>
                <a:sysClr val="window" lastClr="FFFFFF"/>
              </a:solidFill>
              <a:effectLst>
                <a:outerShdw blurRad="50800" dist="38100" dir="5400000" algn="t" rotWithShape="0">
                  <a:prstClr val="black">
                    <a:alpha val="40000"/>
                  </a:prstClr>
                </a:outerShdw>
              </a:effectLst>
              <a:uLnTx/>
              <a:uFillTx/>
              <a:latin typeface="Adidas Unity" pitchFamily="2" charset="0"/>
              <a:ea typeface="微软雅黑" pitchFamily="34" charset="-122"/>
              <a:cs typeface="Times New Roman" pitchFamily="18" charset="0"/>
            </a:endParaRPr>
          </a:p>
        </p:txBody>
      </p:sp>
      <p:sp>
        <p:nvSpPr>
          <p:cNvPr id="77" name="TextBox 76"/>
          <p:cNvSpPr txBox="1"/>
          <p:nvPr/>
        </p:nvSpPr>
        <p:spPr>
          <a:xfrm>
            <a:off x="3275206" y="2152065"/>
            <a:ext cx="608469" cy="584775"/>
          </a:xfrm>
          <a:prstGeom prst="rect">
            <a:avLst/>
          </a:prstGeom>
          <a:noFill/>
        </p:spPr>
        <p:txBody>
          <a:bodyPr wrap="square" rtlCol="0">
            <a:spAutoFit/>
          </a:bodyPr>
          <a:lstStyle>
            <a:defPPr>
              <a:defRPr lang="en-US"/>
            </a:defPPr>
            <a:lvl1pPr marR="0" lvl="0" indent="0" algn="ctr" fontAlgn="auto">
              <a:lnSpc>
                <a:spcPct val="80000"/>
              </a:lnSpc>
              <a:spcBef>
                <a:spcPts val="0"/>
              </a:spcBef>
              <a:spcAft>
                <a:spcPts val="0"/>
              </a:spcAft>
              <a:buClrTx/>
              <a:buSzTx/>
              <a:buFontTx/>
              <a:buNone/>
              <a:tabLst/>
              <a:defRPr kumimoji="0" sz="3200" b="1" i="0" u="none" strike="noStrike" kern="0" cap="none" spc="0" normalizeH="0" baseline="0">
                <a:ln w="18415" cmpd="sng">
                  <a:noFill/>
                  <a:prstDash val="solid"/>
                </a:ln>
                <a:solidFill>
                  <a:srgbClr val="714203"/>
                </a:solidFill>
                <a:effectLst>
                  <a:outerShdw dist="25400" dir="5400000" algn="t" rotWithShape="0">
                    <a:schemeClr val="bg1">
                      <a:alpha val="29000"/>
                    </a:schemeClr>
                  </a:outerShdw>
                </a:effectLst>
                <a:uLnTx/>
                <a:uFillTx/>
                <a:latin typeface="Adidas Unity" pitchFamily="2" charset="0"/>
                <a:ea typeface="微软雅黑" pitchFamily="34" charset="-122"/>
                <a:cs typeface="Times New Roman" pitchFamily="18" charset="0"/>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b="1" i="0" u="none" strike="noStrike" kern="0" cap="none" spc="0" normalizeH="0" baseline="0" noProof="0" dirty="0" smtClean="0">
                <a:ln w="18415" cmpd="sng">
                  <a:noFill/>
                  <a:prstDash val="solid"/>
                </a:ln>
                <a:solidFill>
                  <a:sysClr val="window" lastClr="FFFFFF"/>
                </a:solidFill>
                <a:effectLst>
                  <a:outerShdw blurRad="50800" dist="38100" dir="5400000" algn="t" rotWithShape="0">
                    <a:prstClr val="black">
                      <a:alpha val="40000"/>
                    </a:prstClr>
                  </a:outerShdw>
                </a:effectLst>
                <a:uLnTx/>
                <a:uFillTx/>
                <a:latin typeface="Adidas Unity" pitchFamily="2" charset="0"/>
                <a:ea typeface="微软雅黑" pitchFamily="34" charset="-122"/>
                <a:cs typeface="Times New Roman" pitchFamily="18" charset="0"/>
              </a:rPr>
              <a:t>3</a:t>
            </a:r>
            <a:endParaRPr kumimoji="0" lang="zh-CN" altLang="en-US" b="1" i="0" u="none" strike="noStrike" kern="0" cap="none" spc="0" normalizeH="0" baseline="0" noProof="0" dirty="0">
              <a:ln w="18415" cmpd="sng">
                <a:noFill/>
                <a:prstDash val="solid"/>
              </a:ln>
              <a:solidFill>
                <a:sysClr val="window" lastClr="FFFFFF"/>
              </a:solidFill>
              <a:effectLst>
                <a:outerShdw blurRad="50800" dist="38100" dir="5400000" algn="t" rotWithShape="0">
                  <a:prstClr val="black">
                    <a:alpha val="40000"/>
                  </a:prstClr>
                </a:outerShdw>
              </a:effectLst>
              <a:uLnTx/>
              <a:uFillTx/>
              <a:latin typeface="Adidas Unity" pitchFamily="2" charset="0"/>
              <a:ea typeface="微软雅黑" pitchFamily="34" charset="-122"/>
              <a:cs typeface="Times New Roman" pitchFamily="18" charset="0"/>
            </a:endParaRPr>
          </a:p>
        </p:txBody>
      </p:sp>
      <p:sp>
        <p:nvSpPr>
          <p:cNvPr id="78" name="TextBox 77"/>
          <p:cNvSpPr txBox="1"/>
          <p:nvPr/>
        </p:nvSpPr>
        <p:spPr>
          <a:xfrm>
            <a:off x="4427896" y="2152065"/>
            <a:ext cx="608469" cy="584775"/>
          </a:xfrm>
          <a:prstGeom prst="rect">
            <a:avLst/>
          </a:prstGeom>
          <a:noFill/>
        </p:spPr>
        <p:txBody>
          <a:bodyPr wrap="square" rtlCol="0">
            <a:spAutoFit/>
          </a:bodyPr>
          <a:lstStyle>
            <a:defPPr>
              <a:defRPr lang="en-US"/>
            </a:defPPr>
            <a:lvl1pPr marR="0" lvl="0" indent="0" algn="ctr" fontAlgn="auto">
              <a:lnSpc>
                <a:spcPct val="80000"/>
              </a:lnSpc>
              <a:spcBef>
                <a:spcPts val="0"/>
              </a:spcBef>
              <a:spcAft>
                <a:spcPts val="0"/>
              </a:spcAft>
              <a:buClrTx/>
              <a:buSzTx/>
              <a:buFontTx/>
              <a:buNone/>
              <a:tabLst/>
              <a:defRPr kumimoji="0" sz="3200" b="1" i="0" u="none" strike="noStrike" kern="0" cap="none" spc="0" normalizeH="0" baseline="0">
                <a:ln w="18415" cmpd="sng">
                  <a:noFill/>
                  <a:prstDash val="solid"/>
                </a:ln>
                <a:solidFill>
                  <a:srgbClr val="714203"/>
                </a:solidFill>
                <a:effectLst>
                  <a:outerShdw dist="25400" dir="5400000" algn="t" rotWithShape="0">
                    <a:schemeClr val="bg1">
                      <a:alpha val="29000"/>
                    </a:schemeClr>
                  </a:outerShdw>
                </a:effectLst>
                <a:uLnTx/>
                <a:uFillTx/>
                <a:latin typeface="Adidas Unity" pitchFamily="2" charset="0"/>
                <a:ea typeface="微软雅黑" pitchFamily="34" charset="-122"/>
                <a:cs typeface="Times New Roman" pitchFamily="18" charset="0"/>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b="1" i="0" u="none" strike="noStrike" kern="0" cap="none" spc="0" normalizeH="0" baseline="0" noProof="0" dirty="0" smtClean="0">
                <a:ln w="18415" cmpd="sng">
                  <a:noFill/>
                  <a:prstDash val="solid"/>
                </a:ln>
                <a:solidFill>
                  <a:sysClr val="window" lastClr="FFFFFF"/>
                </a:solidFill>
                <a:effectLst>
                  <a:outerShdw blurRad="50800" dist="38100" dir="5400000" algn="t" rotWithShape="0">
                    <a:prstClr val="black">
                      <a:alpha val="40000"/>
                    </a:prstClr>
                  </a:outerShdw>
                </a:effectLst>
                <a:uLnTx/>
                <a:uFillTx/>
                <a:latin typeface="Adidas Unity" pitchFamily="2" charset="0"/>
                <a:ea typeface="微软雅黑" pitchFamily="34" charset="-122"/>
                <a:cs typeface="Times New Roman" pitchFamily="18" charset="0"/>
              </a:rPr>
              <a:t>4</a:t>
            </a:r>
            <a:endParaRPr kumimoji="0" lang="zh-CN" altLang="en-US" b="1" i="0" u="none" strike="noStrike" kern="0" cap="none" spc="0" normalizeH="0" baseline="0" noProof="0" dirty="0">
              <a:ln w="18415" cmpd="sng">
                <a:noFill/>
                <a:prstDash val="solid"/>
              </a:ln>
              <a:solidFill>
                <a:sysClr val="window" lastClr="FFFFFF"/>
              </a:solidFill>
              <a:effectLst>
                <a:outerShdw blurRad="50800" dist="38100" dir="5400000" algn="t" rotWithShape="0">
                  <a:prstClr val="black">
                    <a:alpha val="40000"/>
                  </a:prstClr>
                </a:outerShdw>
              </a:effectLst>
              <a:uLnTx/>
              <a:uFillTx/>
              <a:latin typeface="Adidas Unity" pitchFamily="2" charset="0"/>
              <a:ea typeface="微软雅黑" pitchFamily="34" charset="-122"/>
              <a:cs typeface="Times New Roman" pitchFamily="18" charset="0"/>
            </a:endParaRPr>
          </a:p>
        </p:txBody>
      </p:sp>
      <p:sp>
        <p:nvSpPr>
          <p:cNvPr id="79" name="TextBox 78"/>
          <p:cNvSpPr txBox="1"/>
          <p:nvPr/>
        </p:nvSpPr>
        <p:spPr>
          <a:xfrm>
            <a:off x="5594538" y="2152065"/>
            <a:ext cx="608469" cy="584775"/>
          </a:xfrm>
          <a:prstGeom prst="rect">
            <a:avLst/>
          </a:prstGeom>
          <a:noFill/>
        </p:spPr>
        <p:txBody>
          <a:bodyPr wrap="square" rtlCol="0">
            <a:spAutoFit/>
          </a:bodyPr>
          <a:lstStyle>
            <a:defPPr>
              <a:defRPr lang="en-US"/>
            </a:defPPr>
            <a:lvl1pPr marR="0" lvl="0" indent="0" algn="ctr" fontAlgn="auto">
              <a:lnSpc>
                <a:spcPct val="80000"/>
              </a:lnSpc>
              <a:spcBef>
                <a:spcPts val="0"/>
              </a:spcBef>
              <a:spcAft>
                <a:spcPts val="0"/>
              </a:spcAft>
              <a:buClrTx/>
              <a:buSzTx/>
              <a:buFontTx/>
              <a:buNone/>
              <a:tabLst/>
              <a:defRPr kumimoji="0" sz="3200" b="1" i="0" u="none" strike="noStrike" kern="0" cap="none" spc="0" normalizeH="0" baseline="0">
                <a:ln w="18415" cmpd="sng">
                  <a:noFill/>
                  <a:prstDash val="solid"/>
                </a:ln>
                <a:solidFill>
                  <a:srgbClr val="714203"/>
                </a:solidFill>
                <a:effectLst>
                  <a:outerShdw dist="25400" dir="5400000" algn="t" rotWithShape="0">
                    <a:schemeClr val="bg1">
                      <a:alpha val="29000"/>
                    </a:schemeClr>
                  </a:outerShdw>
                </a:effectLst>
                <a:uLnTx/>
                <a:uFillTx/>
                <a:latin typeface="Adidas Unity" pitchFamily="2" charset="0"/>
                <a:ea typeface="微软雅黑" pitchFamily="34" charset="-122"/>
                <a:cs typeface="Times New Roman" pitchFamily="18" charset="0"/>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b="1" i="0" u="none" strike="noStrike" kern="0" cap="none" spc="0" normalizeH="0" baseline="0" noProof="0" dirty="0" smtClean="0">
                <a:ln w="18415" cmpd="sng">
                  <a:noFill/>
                  <a:prstDash val="solid"/>
                </a:ln>
                <a:solidFill>
                  <a:sysClr val="window" lastClr="FFFFFF"/>
                </a:solidFill>
                <a:effectLst>
                  <a:outerShdw blurRad="50800" dist="38100" dir="5400000" algn="t" rotWithShape="0">
                    <a:prstClr val="black">
                      <a:alpha val="40000"/>
                    </a:prstClr>
                  </a:outerShdw>
                </a:effectLst>
                <a:uLnTx/>
                <a:uFillTx/>
                <a:latin typeface="Adidas Unity" pitchFamily="2" charset="0"/>
                <a:ea typeface="微软雅黑" pitchFamily="34" charset="-122"/>
                <a:cs typeface="Times New Roman" pitchFamily="18" charset="0"/>
              </a:rPr>
              <a:t>5</a:t>
            </a:r>
            <a:endParaRPr kumimoji="0" lang="zh-CN" altLang="en-US" b="1" i="0" u="none" strike="noStrike" kern="0" cap="none" spc="0" normalizeH="0" baseline="0" noProof="0" dirty="0">
              <a:ln w="18415" cmpd="sng">
                <a:noFill/>
                <a:prstDash val="solid"/>
              </a:ln>
              <a:solidFill>
                <a:sysClr val="window" lastClr="FFFFFF"/>
              </a:solidFill>
              <a:effectLst>
                <a:outerShdw blurRad="50800" dist="38100" dir="5400000" algn="t" rotWithShape="0">
                  <a:prstClr val="black">
                    <a:alpha val="40000"/>
                  </a:prstClr>
                </a:outerShdw>
              </a:effectLst>
              <a:uLnTx/>
              <a:uFillTx/>
              <a:latin typeface="Adidas Unity" pitchFamily="2" charset="0"/>
              <a:ea typeface="微软雅黑" pitchFamily="34" charset="-122"/>
              <a:cs typeface="Times New Roman" pitchFamily="18" charset="0"/>
            </a:endParaRPr>
          </a:p>
        </p:txBody>
      </p:sp>
      <p:sp>
        <p:nvSpPr>
          <p:cNvPr id="80" name="TextBox 79"/>
          <p:cNvSpPr txBox="1"/>
          <p:nvPr/>
        </p:nvSpPr>
        <p:spPr>
          <a:xfrm>
            <a:off x="7551578" y="2220914"/>
            <a:ext cx="608469" cy="584775"/>
          </a:xfrm>
          <a:prstGeom prst="rect">
            <a:avLst/>
          </a:prstGeom>
          <a:noFill/>
        </p:spPr>
        <p:txBody>
          <a:bodyPr wrap="square" rtlCol="0">
            <a:spAutoFit/>
          </a:bodyPr>
          <a:lstStyle>
            <a:defPPr>
              <a:defRPr lang="en-US"/>
            </a:defPPr>
            <a:lvl1pPr marR="0" lvl="0" indent="0" algn="ctr" fontAlgn="auto">
              <a:lnSpc>
                <a:spcPct val="80000"/>
              </a:lnSpc>
              <a:spcBef>
                <a:spcPts val="0"/>
              </a:spcBef>
              <a:spcAft>
                <a:spcPts val="0"/>
              </a:spcAft>
              <a:buClrTx/>
              <a:buSzTx/>
              <a:buFontTx/>
              <a:buNone/>
              <a:tabLst/>
              <a:defRPr kumimoji="0" sz="3200" b="1" i="0" u="none" strike="noStrike" kern="0" cap="none" spc="0" normalizeH="0" baseline="0">
                <a:ln w="18415" cmpd="sng">
                  <a:noFill/>
                  <a:prstDash val="solid"/>
                </a:ln>
                <a:solidFill>
                  <a:srgbClr val="714203"/>
                </a:solidFill>
                <a:effectLst>
                  <a:outerShdw dist="25400" dir="5400000" algn="t" rotWithShape="0">
                    <a:schemeClr val="bg1">
                      <a:alpha val="29000"/>
                    </a:schemeClr>
                  </a:outerShdw>
                </a:effectLst>
                <a:uLnTx/>
                <a:uFillTx/>
                <a:latin typeface="Adidas Unity" pitchFamily="2" charset="0"/>
                <a:ea typeface="微软雅黑" pitchFamily="34" charset="-122"/>
                <a:cs typeface="Times New Roman" pitchFamily="18" charset="0"/>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TW" b="1" i="0" u="none" strike="noStrike" kern="0" cap="none" spc="0" normalizeH="0" baseline="0" noProof="0" dirty="0" smtClean="0">
                <a:ln w="18415" cmpd="sng">
                  <a:noFill/>
                  <a:prstDash val="solid"/>
                </a:ln>
                <a:solidFill>
                  <a:sysClr val="window" lastClr="FFFFFF"/>
                </a:solidFill>
                <a:effectLst>
                  <a:outerShdw blurRad="50800" dist="38100" dir="5400000" algn="t" rotWithShape="0">
                    <a:prstClr val="black">
                      <a:alpha val="40000"/>
                    </a:prstClr>
                  </a:outerShdw>
                </a:effectLst>
                <a:uLnTx/>
                <a:uFillTx/>
                <a:latin typeface="Adidas Unity" pitchFamily="2" charset="0"/>
                <a:ea typeface="微软雅黑" pitchFamily="34" charset="-122"/>
                <a:cs typeface="Times New Roman" pitchFamily="18" charset="0"/>
              </a:rPr>
              <a:t>1</a:t>
            </a:r>
            <a:endParaRPr kumimoji="0" lang="zh-CN" altLang="en-US" b="1" i="0" u="none" strike="noStrike" kern="0" cap="none" spc="0" normalizeH="0" baseline="0" noProof="0" dirty="0">
              <a:ln w="18415" cmpd="sng">
                <a:noFill/>
                <a:prstDash val="solid"/>
              </a:ln>
              <a:solidFill>
                <a:sysClr val="window" lastClr="FFFFFF"/>
              </a:solidFill>
              <a:effectLst>
                <a:outerShdw blurRad="50800" dist="38100" dir="5400000" algn="t" rotWithShape="0">
                  <a:prstClr val="black">
                    <a:alpha val="40000"/>
                  </a:prstClr>
                </a:outerShdw>
              </a:effectLst>
              <a:uLnTx/>
              <a:uFillTx/>
              <a:latin typeface="Adidas Unity" pitchFamily="2" charset="0"/>
              <a:ea typeface="微软雅黑" pitchFamily="34" charset="-122"/>
              <a:cs typeface="Times New Roman" pitchFamily="18" charset="0"/>
            </a:endParaRPr>
          </a:p>
        </p:txBody>
      </p:sp>
      <p:sp>
        <p:nvSpPr>
          <p:cNvPr id="84" name="TextBox 68"/>
          <p:cNvSpPr txBox="1"/>
          <p:nvPr/>
        </p:nvSpPr>
        <p:spPr>
          <a:xfrm>
            <a:off x="815681" y="4330234"/>
            <a:ext cx="826541" cy="461665"/>
          </a:xfrm>
          <a:prstGeom prst="rect">
            <a:avLst/>
          </a:prstGeom>
          <a:noFill/>
        </p:spPr>
        <p:txBody>
          <a:bodyPr vert="horz" wrap="square" rtlCol="0">
            <a:spAutoFit/>
          </a:bodyPr>
          <a:lstStyle>
            <a:defPPr>
              <a:defRPr lang="en-US"/>
            </a:defPPr>
            <a:lvl1pPr marR="0" lvl="0" indent="0" algn="ctr" fontAlgn="auto">
              <a:lnSpc>
                <a:spcPct val="80000"/>
              </a:lnSpc>
              <a:spcBef>
                <a:spcPts val="0"/>
              </a:spcBef>
              <a:spcAft>
                <a:spcPts val="0"/>
              </a:spcAft>
              <a:buClrTx/>
              <a:buSzTx/>
              <a:buFontTx/>
              <a:buNone/>
              <a:tabLst/>
              <a:defRPr kumimoji="0" sz="3200" b="1" i="0" u="none" strike="noStrike" kern="0" cap="none" spc="0" normalizeH="0" baseline="0">
                <a:ln w="18415" cmpd="sng">
                  <a:noFill/>
                  <a:prstDash val="solid"/>
                </a:ln>
                <a:solidFill>
                  <a:srgbClr val="714203"/>
                </a:solidFill>
                <a:effectLst>
                  <a:outerShdw dist="25400" dir="5400000" algn="t" rotWithShape="0">
                    <a:schemeClr val="bg1">
                      <a:alpha val="29000"/>
                    </a:schemeClr>
                  </a:outerShdw>
                </a:effectLst>
                <a:uLnTx/>
                <a:uFillTx/>
                <a:latin typeface="Adidas Unity" pitchFamily="2" charset="0"/>
                <a:ea typeface="微软雅黑" pitchFamily="34" charset="-122"/>
                <a:cs typeface="Times New Roman" pitchFamily="18"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TW" sz="2400" b="1" i="0" u="none" strike="noStrike" kern="0" cap="none" spc="0" normalizeH="0" baseline="0" noProof="0" dirty="0" smtClean="0">
                <a:ln w="18415" cmpd="sng">
                  <a:noFill/>
                  <a:prstDash val="solid"/>
                </a:ln>
                <a:solidFill>
                  <a:sysClr val="window" lastClr="FFFFFF"/>
                </a:solidFill>
                <a:effectLst>
                  <a:outerShdw blurRad="50800" dist="38100" dir="5400000" algn="t" rotWithShape="0">
                    <a:prstClr val="black">
                      <a:alpha val="40000"/>
                    </a:prstClr>
                  </a:outerShdw>
                </a:effectLst>
                <a:uLnTx/>
                <a:uFillTx/>
                <a:latin typeface="Adidas Unity" pitchFamily="2" charset="0"/>
                <a:ea typeface="微软雅黑" pitchFamily="34" charset="-122"/>
                <a:cs typeface="Times New Roman" pitchFamily="18" charset="0"/>
              </a:rPr>
              <a:t>100</a:t>
            </a:r>
            <a:endParaRPr kumimoji="0" lang="zh-CN" altLang="en-US" sz="2400" b="1" i="0" u="none" strike="noStrike" kern="0" cap="none" spc="0" normalizeH="0" baseline="0" noProof="0" dirty="0">
              <a:ln w="18415" cmpd="sng">
                <a:noFill/>
                <a:prstDash val="solid"/>
              </a:ln>
              <a:solidFill>
                <a:sysClr val="window" lastClr="FFFFFF"/>
              </a:solidFill>
              <a:effectLst>
                <a:outerShdw blurRad="50800" dist="38100" dir="5400000" algn="t" rotWithShape="0">
                  <a:prstClr val="black">
                    <a:alpha val="40000"/>
                  </a:prstClr>
                </a:outerShdw>
              </a:effectLst>
              <a:uLnTx/>
              <a:uFillTx/>
              <a:latin typeface="Adidas Unity" pitchFamily="2" charset="0"/>
              <a:ea typeface="微软雅黑" pitchFamily="34" charset="-122"/>
              <a:cs typeface="Times New Roman" pitchFamily="18" charset="0"/>
            </a:endParaRPr>
          </a:p>
        </p:txBody>
      </p:sp>
      <p:sp>
        <p:nvSpPr>
          <p:cNvPr id="85" name="TextBox 68"/>
          <p:cNvSpPr txBox="1"/>
          <p:nvPr/>
        </p:nvSpPr>
        <p:spPr>
          <a:xfrm>
            <a:off x="2002686" y="4386742"/>
            <a:ext cx="795086" cy="461665"/>
          </a:xfrm>
          <a:prstGeom prst="rect">
            <a:avLst/>
          </a:prstGeom>
          <a:noFill/>
        </p:spPr>
        <p:txBody>
          <a:bodyPr vert="horz" wrap="square" rtlCol="0">
            <a:spAutoFit/>
          </a:bodyPr>
          <a:lstStyle>
            <a:defPPr>
              <a:defRPr lang="en-US"/>
            </a:defPPr>
            <a:lvl1pPr marR="0" lvl="0" indent="0" algn="ctr" fontAlgn="auto">
              <a:lnSpc>
                <a:spcPct val="80000"/>
              </a:lnSpc>
              <a:spcBef>
                <a:spcPts val="0"/>
              </a:spcBef>
              <a:spcAft>
                <a:spcPts val="0"/>
              </a:spcAft>
              <a:buClrTx/>
              <a:buSzTx/>
              <a:buFontTx/>
              <a:buNone/>
              <a:tabLst/>
              <a:defRPr kumimoji="0" sz="3200" b="1" i="0" u="none" strike="noStrike" kern="0" cap="none" spc="0" normalizeH="0" baseline="0">
                <a:ln w="18415" cmpd="sng">
                  <a:noFill/>
                  <a:prstDash val="solid"/>
                </a:ln>
                <a:solidFill>
                  <a:srgbClr val="714203"/>
                </a:solidFill>
                <a:effectLst>
                  <a:outerShdw dist="25400" dir="5400000" algn="t" rotWithShape="0">
                    <a:schemeClr val="bg1">
                      <a:alpha val="29000"/>
                    </a:schemeClr>
                  </a:outerShdw>
                </a:effectLst>
                <a:uLnTx/>
                <a:uFillTx/>
                <a:latin typeface="Adidas Unity" pitchFamily="2" charset="0"/>
                <a:ea typeface="微软雅黑" pitchFamily="34" charset="-122"/>
                <a:cs typeface="Times New Roman" pitchFamily="18"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TW" sz="2400" b="1" i="0" u="none" strike="noStrike" kern="0" cap="none" spc="0" normalizeH="0" baseline="0" noProof="0" dirty="0" smtClean="0">
                <a:ln w="18415" cmpd="sng">
                  <a:noFill/>
                  <a:prstDash val="solid"/>
                </a:ln>
                <a:solidFill>
                  <a:sysClr val="window" lastClr="FFFFFF"/>
                </a:solidFill>
                <a:effectLst>
                  <a:outerShdw blurRad="50800" dist="38100" dir="5400000" algn="t" rotWithShape="0">
                    <a:prstClr val="black">
                      <a:alpha val="40000"/>
                    </a:prstClr>
                  </a:outerShdw>
                </a:effectLst>
                <a:uLnTx/>
                <a:uFillTx/>
                <a:latin typeface="Adidas Unity" pitchFamily="2" charset="0"/>
                <a:ea typeface="微软雅黑" pitchFamily="34" charset="-122"/>
                <a:cs typeface="Times New Roman" pitchFamily="18" charset="0"/>
              </a:rPr>
              <a:t>100</a:t>
            </a:r>
            <a:endParaRPr kumimoji="0" lang="zh-CN" altLang="en-US" sz="2400" b="1" i="0" u="none" strike="noStrike" kern="0" cap="none" spc="0" normalizeH="0" baseline="0" noProof="0" dirty="0">
              <a:ln w="18415" cmpd="sng">
                <a:noFill/>
                <a:prstDash val="solid"/>
              </a:ln>
              <a:solidFill>
                <a:sysClr val="window" lastClr="FFFFFF"/>
              </a:solidFill>
              <a:effectLst>
                <a:outerShdw blurRad="50800" dist="38100" dir="5400000" algn="t" rotWithShape="0">
                  <a:prstClr val="black">
                    <a:alpha val="40000"/>
                  </a:prstClr>
                </a:outerShdw>
              </a:effectLst>
              <a:uLnTx/>
              <a:uFillTx/>
              <a:latin typeface="Adidas Unity" pitchFamily="2" charset="0"/>
              <a:ea typeface="微软雅黑" pitchFamily="34" charset="-122"/>
              <a:cs typeface="Times New Roman" pitchFamily="18" charset="0"/>
            </a:endParaRPr>
          </a:p>
        </p:txBody>
      </p:sp>
      <p:sp>
        <p:nvSpPr>
          <p:cNvPr id="86" name="TextBox 68"/>
          <p:cNvSpPr txBox="1"/>
          <p:nvPr/>
        </p:nvSpPr>
        <p:spPr>
          <a:xfrm>
            <a:off x="3174684" y="4405346"/>
            <a:ext cx="821480" cy="461665"/>
          </a:xfrm>
          <a:prstGeom prst="rect">
            <a:avLst/>
          </a:prstGeom>
          <a:noFill/>
        </p:spPr>
        <p:txBody>
          <a:bodyPr vert="horz" wrap="square" rtlCol="0">
            <a:spAutoFit/>
          </a:bodyPr>
          <a:lstStyle>
            <a:defPPr>
              <a:defRPr lang="en-US"/>
            </a:defPPr>
            <a:lvl1pPr marR="0" lvl="0" indent="0" algn="ctr" fontAlgn="auto">
              <a:lnSpc>
                <a:spcPct val="80000"/>
              </a:lnSpc>
              <a:spcBef>
                <a:spcPts val="0"/>
              </a:spcBef>
              <a:spcAft>
                <a:spcPts val="0"/>
              </a:spcAft>
              <a:buClrTx/>
              <a:buSzTx/>
              <a:buFontTx/>
              <a:buNone/>
              <a:tabLst/>
              <a:defRPr kumimoji="0" sz="3200" b="1" i="0" u="none" strike="noStrike" kern="0" cap="none" spc="0" normalizeH="0" baseline="0">
                <a:ln w="18415" cmpd="sng">
                  <a:noFill/>
                  <a:prstDash val="solid"/>
                </a:ln>
                <a:solidFill>
                  <a:srgbClr val="714203"/>
                </a:solidFill>
                <a:effectLst>
                  <a:outerShdw dist="25400" dir="5400000" algn="t" rotWithShape="0">
                    <a:schemeClr val="bg1">
                      <a:alpha val="29000"/>
                    </a:schemeClr>
                  </a:outerShdw>
                </a:effectLst>
                <a:uLnTx/>
                <a:uFillTx/>
                <a:latin typeface="Adidas Unity" pitchFamily="2" charset="0"/>
                <a:ea typeface="微软雅黑" pitchFamily="34" charset="-122"/>
                <a:cs typeface="Times New Roman" pitchFamily="18"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TW" sz="2400" b="1" i="0" u="none" strike="noStrike" kern="0" cap="none" spc="0" normalizeH="0" baseline="0" noProof="0" dirty="0" smtClean="0">
                <a:ln w="18415" cmpd="sng">
                  <a:noFill/>
                  <a:prstDash val="solid"/>
                </a:ln>
                <a:solidFill>
                  <a:sysClr val="window" lastClr="FFFFFF"/>
                </a:solidFill>
                <a:effectLst>
                  <a:outerShdw blurRad="50800" dist="38100" dir="5400000" algn="t" rotWithShape="0">
                    <a:prstClr val="black">
                      <a:alpha val="40000"/>
                    </a:prstClr>
                  </a:outerShdw>
                </a:effectLst>
                <a:uLnTx/>
                <a:uFillTx/>
                <a:latin typeface="Adidas Unity" pitchFamily="2" charset="0"/>
                <a:ea typeface="微软雅黑" pitchFamily="34" charset="-122"/>
                <a:cs typeface="Times New Roman" pitchFamily="18" charset="0"/>
              </a:rPr>
              <a:t>99.6</a:t>
            </a:r>
            <a:endParaRPr kumimoji="0" lang="zh-CN" altLang="en-US" sz="2400" b="1" i="0" u="none" strike="noStrike" kern="0" cap="none" spc="0" normalizeH="0" baseline="0" noProof="0" dirty="0">
              <a:ln w="18415" cmpd="sng">
                <a:noFill/>
                <a:prstDash val="solid"/>
              </a:ln>
              <a:solidFill>
                <a:sysClr val="window" lastClr="FFFFFF"/>
              </a:solidFill>
              <a:effectLst>
                <a:outerShdw blurRad="50800" dist="38100" dir="5400000" algn="t" rotWithShape="0">
                  <a:prstClr val="black">
                    <a:alpha val="40000"/>
                  </a:prstClr>
                </a:outerShdw>
              </a:effectLst>
              <a:uLnTx/>
              <a:uFillTx/>
              <a:latin typeface="Adidas Unity" pitchFamily="2" charset="0"/>
              <a:ea typeface="微软雅黑" pitchFamily="34" charset="-122"/>
              <a:cs typeface="Times New Roman" pitchFamily="18" charset="0"/>
            </a:endParaRPr>
          </a:p>
        </p:txBody>
      </p:sp>
      <p:sp>
        <p:nvSpPr>
          <p:cNvPr id="87" name="TextBox 68"/>
          <p:cNvSpPr txBox="1"/>
          <p:nvPr/>
        </p:nvSpPr>
        <p:spPr>
          <a:xfrm>
            <a:off x="4330234" y="4375209"/>
            <a:ext cx="821115" cy="461665"/>
          </a:xfrm>
          <a:prstGeom prst="rect">
            <a:avLst/>
          </a:prstGeom>
          <a:noFill/>
        </p:spPr>
        <p:txBody>
          <a:bodyPr vert="horz" wrap="square" rtlCol="0">
            <a:spAutoFit/>
          </a:bodyPr>
          <a:lstStyle>
            <a:defPPr>
              <a:defRPr lang="en-US"/>
            </a:defPPr>
            <a:lvl1pPr marR="0" lvl="0" indent="0" algn="ctr" fontAlgn="auto">
              <a:lnSpc>
                <a:spcPct val="80000"/>
              </a:lnSpc>
              <a:spcBef>
                <a:spcPts val="0"/>
              </a:spcBef>
              <a:spcAft>
                <a:spcPts val="0"/>
              </a:spcAft>
              <a:buClrTx/>
              <a:buSzTx/>
              <a:buFontTx/>
              <a:buNone/>
              <a:tabLst/>
              <a:defRPr kumimoji="0" sz="3200" b="1" i="0" u="none" strike="noStrike" kern="0" cap="none" spc="0" normalizeH="0" baseline="0">
                <a:ln w="18415" cmpd="sng">
                  <a:noFill/>
                  <a:prstDash val="solid"/>
                </a:ln>
                <a:solidFill>
                  <a:srgbClr val="714203"/>
                </a:solidFill>
                <a:effectLst>
                  <a:outerShdw dist="25400" dir="5400000" algn="t" rotWithShape="0">
                    <a:schemeClr val="bg1">
                      <a:alpha val="29000"/>
                    </a:schemeClr>
                  </a:outerShdw>
                </a:effectLst>
                <a:uLnTx/>
                <a:uFillTx/>
                <a:latin typeface="Adidas Unity" pitchFamily="2" charset="0"/>
                <a:ea typeface="微软雅黑" pitchFamily="34" charset="-122"/>
                <a:cs typeface="Times New Roman" pitchFamily="18"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TW" sz="2400" b="1" i="0" u="none" strike="noStrike" kern="0" cap="none" spc="0" normalizeH="0" baseline="0" noProof="0" dirty="0" smtClean="0">
                <a:ln w="18415" cmpd="sng">
                  <a:noFill/>
                  <a:prstDash val="solid"/>
                </a:ln>
                <a:solidFill>
                  <a:sysClr val="window" lastClr="FFFFFF"/>
                </a:solidFill>
                <a:effectLst>
                  <a:outerShdw blurRad="50800" dist="38100" dir="5400000" algn="t" rotWithShape="0">
                    <a:prstClr val="black">
                      <a:alpha val="40000"/>
                    </a:prstClr>
                  </a:outerShdw>
                </a:effectLst>
                <a:uLnTx/>
                <a:uFillTx/>
                <a:latin typeface="Adidas Unity" pitchFamily="2" charset="0"/>
                <a:ea typeface="微软雅黑" pitchFamily="34" charset="-122"/>
                <a:cs typeface="Times New Roman" pitchFamily="18" charset="0"/>
              </a:rPr>
              <a:t>99.5</a:t>
            </a:r>
            <a:endParaRPr kumimoji="0" lang="zh-CN" altLang="en-US" sz="2400" b="1" i="0" u="none" strike="noStrike" kern="0" cap="none" spc="0" normalizeH="0" baseline="0" noProof="0" dirty="0">
              <a:ln w="18415" cmpd="sng">
                <a:noFill/>
                <a:prstDash val="solid"/>
              </a:ln>
              <a:solidFill>
                <a:sysClr val="window" lastClr="FFFFFF"/>
              </a:solidFill>
              <a:effectLst>
                <a:outerShdw blurRad="50800" dist="38100" dir="5400000" algn="t" rotWithShape="0">
                  <a:prstClr val="black">
                    <a:alpha val="40000"/>
                  </a:prstClr>
                </a:outerShdw>
              </a:effectLst>
              <a:uLnTx/>
              <a:uFillTx/>
              <a:latin typeface="Adidas Unity" pitchFamily="2" charset="0"/>
              <a:ea typeface="微软雅黑" pitchFamily="34" charset="-122"/>
              <a:cs typeface="Times New Roman" pitchFamily="18" charset="0"/>
            </a:endParaRPr>
          </a:p>
        </p:txBody>
      </p:sp>
      <p:sp>
        <p:nvSpPr>
          <p:cNvPr id="88" name="TextBox 68"/>
          <p:cNvSpPr txBox="1"/>
          <p:nvPr/>
        </p:nvSpPr>
        <p:spPr>
          <a:xfrm>
            <a:off x="5479226" y="4375209"/>
            <a:ext cx="827309" cy="461665"/>
          </a:xfrm>
          <a:prstGeom prst="rect">
            <a:avLst/>
          </a:prstGeom>
          <a:noFill/>
        </p:spPr>
        <p:txBody>
          <a:bodyPr vert="horz" wrap="square" rtlCol="0">
            <a:spAutoFit/>
          </a:bodyPr>
          <a:lstStyle>
            <a:defPPr>
              <a:defRPr lang="en-US"/>
            </a:defPPr>
            <a:lvl1pPr marR="0" lvl="0" indent="0" algn="ctr" fontAlgn="auto">
              <a:lnSpc>
                <a:spcPct val="80000"/>
              </a:lnSpc>
              <a:spcBef>
                <a:spcPts val="0"/>
              </a:spcBef>
              <a:spcAft>
                <a:spcPts val="0"/>
              </a:spcAft>
              <a:buClrTx/>
              <a:buSzTx/>
              <a:buFontTx/>
              <a:buNone/>
              <a:tabLst/>
              <a:defRPr kumimoji="0" sz="3200" b="1" i="0" u="none" strike="noStrike" kern="0" cap="none" spc="0" normalizeH="0" baseline="0">
                <a:ln w="18415" cmpd="sng">
                  <a:noFill/>
                  <a:prstDash val="solid"/>
                </a:ln>
                <a:solidFill>
                  <a:srgbClr val="714203"/>
                </a:solidFill>
                <a:effectLst>
                  <a:outerShdw dist="25400" dir="5400000" algn="t" rotWithShape="0">
                    <a:schemeClr val="bg1">
                      <a:alpha val="29000"/>
                    </a:schemeClr>
                  </a:outerShdw>
                </a:effectLst>
                <a:uLnTx/>
                <a:uFillTx/>
                <a:latin typeface="Adidas Unity" pitchFamily="2" charset="0"/>
                <a:ea typeface="微软雅黑" pitchFamily="34" charset="-122"/>
                <a:cs typeface="Times New Roman" pitchFamily="18"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TW" sz="2400" b="1" i="0" u="none" strike="noStrike" kern="0" cap="none" spc="0" normalizeH="0" baseline="0" noProof="0" dirty="0" smtClean="0">
                <a:ln w="18415" cmpd="sng">
                  <a:noFill/>
                  <a:prstDash val="solid"/>
                </a:ln>
                <a:solidFill>
                  <a:sysClr val="window" lastClr="FFFFFF"/>
                </a:solidFill>
                <a:effectLst>
                  <a:outerShdw blurRad="50800" dist="38100" dir="5400000" algn="t" rotWithShape="0">
                    <a:prstClr val="black">
                      <a:alpha val="40000"/>
                    </a:prstClr>
                  </a:outerShdw>
                </a:effectLst>
                <a:uLnTx/>
                <a:uFillTx/>
                <a:latin typeface="Adidas Unity" pitchFamily="2" charset="0"/>
                <a:ea typeface="微软雅黑" pitchFamily="34" charset="-122"/>
                <a:cs typeface="Times New Roman" pitchFamily="18" charset="0"/>
              </a:rPr>
              <a:t>99.4</a:t>
            </a:r>
            <a:endParaRPr kumimoji="0" lang="zh-CN" altLang="en-US" sz="2400" b="1" i="0" u="none" strike="noStrike" kern="0" cap="none" spc="0" normalizeH="0" baseline="0" noProof="0" dirty="0">
              <a:ln w="18415" cmpd="sng">
                <a:noFill/>
                <a:prstDash val="solid"/>
              </a:ln>
              <a:solidFill>
                <a:sysClr val="window" lastClr="FFFFFF"/>
              </a:solidFill>
              <a:effectLst>
                <a:outerShdw blurRad="50800" dist="38100" dir="5400000" algn="t" rotWithShape="0">
                  <a:prstClr val="black">
                    <a:alpha val="40000"/>
                  </a:prstClr>
                </a:outerShdw>
              </a:effectLst>
              <a:uLnTx/>
              <a:uFillTx/>
              <a:latin typeface="Adidas Unity" pitchFamily="2" charset="0"/>
              <a:ea typeface="微软雅黑" pitchFamily="34" charset="-122"/>
              <a:cs typeface="Times New Roman" pitchFamily="18" charset="0"/>
            </a:endParaRPr>
          </a:p>
        </p:txBody>
      </p:sp>
      <p:sp>
        <p:nvSpPr>
          <p:cNvPr id="89" name="TextBox 68"/>
          <p:cNvSpPr txBox="1"/>
          <p:nvPr/>
        </p:nvSpPr>
        <p:spPr>
          <a:xfrm>
            <a:off x="7465833" y="4410888"/>
            <a:ext cx="821116" cy="461665"/>
          </a:xfrm>
          <a:prstGeom prst="rect">
            <a:avLst/>
          </a:prstGeom>
          <a:noFill/>
        </p:spPr>
        <p:txBody>
          <a:bodyPr vert="horz" wrap="square" rtlCol="0">
            <a:spAutoFit/>
          </a:bodyPr>
          <a:lstStyle>
            <a:defPPr>
              <a:defRPr lang="en-US"/>
            </a:defPPr>
            <a:lvl1pPr marR="0" lvl="0" indent="0" algn="ctr" fontAlgn="auto">
              <a:lnSpc>
                <a:spcPct val="80000"/>
              </a:lnSpc>
              <a:spcBef>
                <a:spcPts val="0"/>
              </a:spcBef>
              <a:spcAft>
                <a:spcPts val="0"/>
              </a:spcAft>
              <a:buClrTx/>
              <a:buSzTx/>
              <a:buFontTx/>
              <a:buNone/>
              <a:tabLst/>
              <a:defRPr kumimoji="0" sz="3200" b="1" i="0" u="none" strike="noStrike" kern="0" cap="none" spc="0" normalizeH="0" baseline="0">
                <a:ln w="18415" cmpd="sng">
                  <a:noFill/>
                  <a:prstDash val="solid"/>
                </a:ln>
                <a:solidFill>
                  <a:srgbClr val="714203"/>
                </a:solidFill>
                <a:effectLst>
                  <a:outerShdw dist="25400" dir="5400000" algn="t" rotWithShape="0">
                    <a:schemeClr val="bg1">
                      <a:alpha val="29000"/>
                    </a:schemeClr>
                  </a:outerShdw>
                </a:effectLst>
                <a:uLnTx/>
                <a:uFillTx/>
                <a:latin typeface="Adidas Unity" pitchFamily="2" charset="0"/>
                <a:ea typeface="微软雅黑" pitchFamily="34" charset="-122"/>
                <a:cs typeface="Times New Roman" pitchFamily="18"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TW" sz="2400" b="1" i="0" u="none" strike="noStrike" kern="0" cap="none" spc="0" normalizeH="0" baseline="0" noProof="0" dirty="0" smtClean="0">
                <a:ln w="18415" cmpd="sng">
                  <a:noFill/>
                  <a:prstDash val="solid"/>
                </a:ln>
                <a:solidFill>
                  <a:sysClr val="window" lastClr="FFFFFF"/>
                </a:solidFill>
                <a:effectLst>
                  <a:outerShdw blurRad="50800" dist="38100" dir="5400000" algn="t" rotWithShape="0">
                    <a:prstClr val="black">
                      <a:alpha val="40000"/>
                    </a:prstClr>
                  </a:outerShdw>
                </a:effectLst>
                <a:uLnTx/>
                <a:uFillTx/>
                <a:latin typeface="Adidas Unity" pitchFamily="2" charset="0"/>
                <a:ea typeface="微软雅黑" pitchFamily="34" charset="-122"/>
                <a:cs typeface="Times New Roman" pitchFamily="18" charset="0"/>
              </a:rPr>
              <a:t>100</a:t>
            </a:r>
            <a:endParaRPr kumimoji="0" lang="zh-CN" altLang="en-US" sz="2400" b="1" i="0" u="none" strike="noStrike" kern="0" cap="none" spc="0" normalizeH="0" baseline="0" noProof="0" dirty="0">
              <a:ln w="18415" cmpd="sng">
                <a:noFill/>
                <a:prstDash val="solid"/>
              </a:ln>
              <a:solidFill>
                <a:sysClr val="window" lastClr="FFFFFF"/>
              </a:solidFill>
              <a:effectLst>
                <a:outerShdw blurRad="50800" dist="38100" dir="5400000" algn="t" rotWithShape="0">
                  <a:prstClr val="black">
                    <a:alpha val="40000"/>
                  </a:prstClr>
                </a:outerShdw>
              </a:effectLst>
              <a:uLnTx/>
              <a:uFillTx/>
              <a:latin typeface="Adidas Unity" pitchFamily="2" charset="0"/>
              <a:ea typeface="微软雅黑" pitchFamily="34" charset="-122"/>
              <a:cs typeface="Times New Roman" pitchFamily="18" charset="0"/>
            </a:endParaRPr>
          </a:p>
        </p:txBody>
      </p:sp>
      <p:sp>
        <p:nvSpPr>
          <p:cNvPr id="91" name="標題 1"/>
          <p:cNvSpPr txBox="1">
            <a:spLocks/>
          </p:cNvSpPr>
          <p:nvPr/>
        </p:nvSpPr>
        <p:spPr>
          <a:xfrm>
            <a:off x="10344" y="57528"/>
            <a:ext cx="9133656" cy="811831"/>
          </a:xfrm>
          <a:prstGeom prst="rect">
            <a:avLst/>
          </a:prstGeom>
        </p:spPr>
        <p:txBody>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marL="896938" indent="-896938"/>
            <a:r>
              <a:rPr lang="en-US" altLang="zh-TW" sz="4000" b="1" kern="0" dirty="0" smtClean="0">
                <a:solidFill>
                  <a:srgbClr val="002060"/>
                </a:solidFill>
                <a:latin typeface="微軟正黑體" panose="020B0604030504040204" pitchFamily="34" charset="-120"/>
                <a:ea typeface="微軟正黑體" panose="020B0604030504040204" pitchFamily="34" charset="-120"/>
              </a:rPr>
              <a:t>107</a:t>
            </a:r>
            <a:r>
              <a:rPr lang="zh-TW" altLang="en-US" sz="4000" b="1" kern="0" dirty="0" smtClean="0">
                <a:solidFill>
                  <a:srgbClr val="002060"/>
                </a:solidFill>
                <a:latin typeface="微軟正黑體" panose="020B0604030504040204" pitchFamily="34" charset="-120"/>
                <a:ea typeface="微軟正黑體" panose="020B0604030504040204" pitchFamily="34" charset="-120"/>
              </a:rPr>
              <a:t>年度績效考核結果分組排序</a:t>
            </a:r>
            <a:endParaRPr lang="zh-TW" altLang="en-US" sz="4000" b="1" kern="0" dirty="0">
              <a:solidFill>
                <a:srgbClr val="002060"/>
              </a:solidFill>
              <a:latin typeface="微軟正黑體" panose="020B0604030504040204" pitchFamily="34" charset="-120"/>
              <a:ea typeface="微軟正黑體" panose="020B0604030504040204" pitchFamily="34" charset="-120"/>
            </a:endParaRPr>
          </a:p>
        </p:txBody>
      </p:sp>
      <p:sp>
        <p:nvSpPr>
          <p:cNvPr id="92" name="文字方塊 91"/>
          <p:cNvSpPr txBox="1"/>
          <p:nvPr/>
        </p:nvSpPr>
        <p:spPr>
          <a:xfrm>
            <a:off x="6804248" y="940401"/>
            <a:ext cx="2359000" cy="338554"/>
          </a:xfrm>
          <a:prstGeom prst="rect">
            <a:avLst/>
          </a:prstGeom>
          <a:noFill/>
        </p:spPr>
        <p:txBody>
          <a:bodyPr wrap="square" rtlCol="0">
            <a:spAutoFit/>
          </a:bodyPr>
          <a:lstStyle/>
          <a:p>
            <a:pPr algn="r"/>
            <a:r>
              <a:rPr lang="zh-TW" altLang="en-US" sz="1600" b="1" dirty="0" smtClean="0">
                <a:solidFill>
                  <a:srgbClr val="C00000"/>
                </a:solidFill>
                <a:latin typeface="標楷體" panose="03000509000000000000" pitchFamily="65" charset="-120"/>
                <a:ea typeface="標楷體" panose="03000509000000000000" pitchFamily="65" charset="-120"/>
              </a:rPr>
              <a:t>（詳議程</a:t>
            </a:r>
            <a:r>
              <a:rPr lang="en-US" altLang="zh-TW" sz="1600" b="1" dirty="0" smtClean="0">
                <a:solidFill>
                  <a:srgbClr val="C00000"/>
                </a:solidFill>
                <a:latin typeface="標楷體" panose="03000509000000000000" pitchFamily="65" charset="-120"/>
                <a:ea typeface="標楷體" panose="03000509000000000000" pitchFamily="65" charset="-120"/>
              </a:rPr>
              <a:t>P.19</a:t>
            </a:r>
            <a:r>
              <a:rPr lang="zh-TW" altLang="en-US" sz="1600" b="1" dirty="0" smtClean="0">
                <a:solidFill>
                  <a:srgbClr val="C00000"/>
                </a:solidFill>
                <a:latin typeface="標楷體" panose="03000509000000000000" pitchFamily="65" charset="-120"/>
                <a:ea typeface="標楷體" panose="03000509000000000000" pitchFamily="65" charset="-120"/>
              </a:rPr>
              <a:t>、附件</a:t>
            </a:r>
            <a:r>
              <a:rPr lang="en-US" altLang="zh-TW" sz="1600" b="1" dirty="0" smtClean="0">
                <a:solidFill>
                  <a:srgbClr val="C00000"/>
                </a:solidFill>
                <a:latin typeface="標楷體" panose="03000509000000000000" pitchFamily="65" charset="-120"/>
                <a:ea typeface="標楷體" panose="03000509000000000000" pitchFamily="65" charset="-120"/>
              </a:rPr>
              <a:t>1)</a:t>
            </a:r>
            <a:endParaRPr lang="zh-TW" altLang="en-US" sz="1600" b="1" dirty="0">
              <a:solidFill>
                <a:srgbClr val="C00000"/>
              </a:solidFill>
              <a:latin typeface="標楷體" panose="03000509000000000000" pitchFamily="65" charset="-120"/>
              <a:ea typeface="標楷體" panose="03000509000000000000" pitchFamily="65" charset="-120"/>
            </a:endParaRPr>
          </a:p>
        </p:txBody>
      </p:sp>
      <p:sp>
        <p:nvSpPr>
          <p:cNvPr id="2" name="投影片編號版面配置區 1"/>
          <p:cNvSpPr>
            <a:spLocks noGrp="1"/>
          </p:cNvSpPr>
          <p:nvPr>
            <p:ph type="sldNum" sz="quarter" idx="10"/>
          </p:nvPr>
        </p:nvSpPr>
        <p:spPr/>
        <p:txBody>
          <a:bodyPr/>
          <a:lstStyle/>
          <a:p>
            <a:fld id="{922DD0A9-EAB2-4341-9A61-1EA7C423C8E3}" type="slidenum">
              <a:rPr lang="en-US" altLang="zh-TW" smtClean="0">
                <a:solidFill>
                  <a:srgbClr val="000000"/>
                </a:solidFill>
              </a:rPr>
              <a:pPr/>
              <a:t>28</a:t>
            </a:fld>
            <a:endParaRPr lang="en-US" altLang="zh-TW" dirty="0">
              <a:solidFill>
                <a:srgbClr val="000000"/>
              </a:solidFill>
            </a:endParaRPr>
          </a:p>
        </p:txBody>
      </p:sp>
    </p:spTree>
    <p:extLst>
      <p:ext uri="{BB962C8B-B14F-4D97-AF65-F5344CB8AC3E}">
        <p14:creationId xmlns:p14="http://schemas.microsoft.com/office/powerpoint/2010/main" val="8081610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AE53AB2-F19A-4BD0-B915-C2175D5F5FF6}" type="slidenum">
              <a:rPr lang="en-US" altLang="zh-TW" smtClean="0">
                <a:solidFill>
                  <a:srgbClr val="000000"/>
                </a:solidFill>
              </a:rPr>
              <a:pPr/>
              <a:t>29</a:t>
            </a:fld>
            <a:endParaRPr lang="en-US" altLang="zh-TW" dirty="0">
              <a:solidFill>
                <a:srgbClr val="000000"/>
              </a:solidFill>
            </a:endParaRPr>
          </a:p>
        </p:txBody>
      </p:sp>
      <p:sp>
        <p:nvSpPr>
          <p:cNvPr id="9" name="矩形 8"/>
          <p:cNvSpPr/>
          <p:nvPr/>
        </p:nvSpPr>
        <p:spPr>
          <a:xfrm>
            <a:off x="1619672" y="2132856"/>
            <a:ext cx="6263725" cy="2308324"/>
          </a:xfrm>
          <a:prstGeom prst="rect">
            <a:avLst/>
          </a:prstGeom>
        </p:spPr>
        <p:txBody>
          <a:bodyPr wrap="square">
            <a:spAutoFit/>
          </a:bodyPr>
          <a:lstStyle/>
          <a:p>
            <a:pPr marL="457200" indent="-457200" algn="just">
              <a:buFont typeface="Arial" panose="020B0604020202020204" pitchFamily="34" charset="0"/>
              <a:buChar char="•"/>
            </a:pPr>
            <a:r>
              <a:rPr lang="zh-TW" altLang="en-US" sz="3600" spc="-300" dirty="0">
                <a:solidFill>
                  <a:srgbClr val="002060"/>
                </a:solidFill>
                <a:ea typeface="標楷體" panose="03000509000000000000" pitchFamily="65" charset="-120"/>
                <a:cs typeface="Tahoma" panose="020B0604030504040204" pitchFamily="34" charset="0"/>
              </a:rPr>
              <a:t>請績優單位依本小組決議結果提</a:t>
            </a:r>
            <a:r>
              <a:rPr lang="zh-TW" altLang="en-US" sz="3600" spc="-300" dirty="0" smtClean="0">
                <a:solidFill>
                  <a:srgbClr val="002060"/>
                </a:solidFill>
                <a:ea typeface="標楷體" panose="03000509000000000000" pitchFamily="65" charset="-120"/>
                <a:cs typeface="Tahoma" panose="020B0604030504040204" pitchFamily="34" charset="0"/>
              </a:rPr>
              <a:t>送績優人員</a:t>
            </a:r>
            <a:r>
              <a:rPr lang="zh-TW" altLang="en-US" sz="3600" spc="-300" dirty="0">
                <a:solidFill>
                  <a:srgbClr val="002060"/>
                </a:solidFill>
                <a:ea typeface="標楷體" panose="03000509000000000000" pitchFamily="65" charset="-120"/>
                <a:cs typeface="Tahoma" panose="020B0604030504040204" pitchFamily="34" charset="0"/>
              </a:rPr>
              <a:t>敍獎名單，送請人事室據以辦理後續敍獎相關</a:t>
            </a:r>
            <a:r>
              <a:rPr lang="zh-TW" altLang="en-US" sz="3600" spc="-300" dirty="0" smtClean="0">
                <a:solidFill>
                  <a:srgbClr val="002060"/>
                </a:solidFill>
                <a:ea typeface="標楷體" panose="03000509000000000000" pitchFamily="65" charset="-120"/>
                <a:cs typeface="Tahoma" panose="020B0604030504040204" pitchFamily="34" charset="0"/>
              </a:rPr>
              <a:t>事宜</a:t>
            </a:r>
            <a:r>
              <a:rPr lang="zh-TW" altLang="en-US" sz="3600" spc="-300" dirty="0" smtClean="0">
                <a:solidFill>
                  <a:schemeClr val="accent6">
                    <a:lumMod val="50000"/>
                  </a:schemeClr>
                </a:solidFill>
                <a:ea typeface="標楷體" panose="03000509000000000000" pitchFamily="65" charset="-120"/>
                <a:cs typeface="Tahoma" panose="020B0604030504040204" pitchFamily="34" charset="0"/>
              </a:rPr>
              <a:t>。</a:t>
            </a:r>
            <a:endParaRPr lang="en-US" altLang="zh-TW" sz="3600" spc="-300" dirty="0" smtClean="0">
              <a:solidFill>
                <a:schemeClr val="accent6">
                  <a:lumMod val="50000"/>
                </a:schemeClr>
              </a:solidFill>
              <a:ea typeface="標楷體" panose="03000509000000000000" pitchFamily="65" charset="-120"/>
              <a:cs typeface="Tahoma" panose="020B0604030504040204" pitchFamily="34" charset="0"/>
            </a:endParaRPr>
          </a:p>
        </p:txBody>
      </p:sp>
      <p:grpSp>
        <p:nvGrpSpPr>
          <p:cNvPr id="11" name="群組 10"/>
          <p:cNvGrpSpPr/>
          <p:nvPr/>
        </p:nvGrpSpPr>
        <p:grpSpPr>
          <a:xfrm rot="700106">
            <a:off x="218041" y="592237"/>
            <a:ext cx="1987326" cy="1296144"/>
            <a:chOff x="1094524" y="3969413"/>
            <a:chExt cx="2232248" cy="1296144"/>
          </a:xfrm>
        </p:grpSpPr>
        <p:grpSp>
          <p:nvGrpSpPr>
            <p:cNvPr id="12" name="组合 78"/>
            <p:cNvGrpSpPr/>
            <p:nvPr/>
          </p:nvGrpSpPr>
          <p:grpSpPr>
            <a:xfrm rot="803684" flipH="1">
              <a:off x="1094524" y="3969413"/>
              <a:ext cx="2232248" cy="1296144"/>
              <a:chOff x="3347864" y="1700808"/>
              <a:chExt cx="2232248" cy="1296144"/>
            </a:xfrm>
            <a:effectLst>
              <a:outerShdw blurRad="114300" dist="241300" dir="3600000" algn="t" rotWithShape="0">
                <a:prstClr val="black">
                  <a:alpha val="24000"/>
                </a:prstClr>
              </a:outerShdw>
            </a:effectLst>
          </p:grpSpPr>
          <p:sp>
            <p:nvSpPr>
              <p:cNvPr id="14" name="左箭头 82"/>
              <p:cNvSpPr/>
              <p:nvPr/>
            </p:nvSpPr>
            <p:spPr>
              <a:xfrm>
                <a:off x="3347864" y="1700808"/>
                <a:ext cx="1656184" cy="1296144"/>
              </a:xfrm>
              <a:prstGeom prst="leftArrow">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5400000" scaled="1"/>
                <a:tileRect/>
              </a:gradFill>
              <a:ln w="762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 lastClr="FFFFFF"/>
                  </a:solidFill>
                  <a:effectLst/>
                  <a:uLnTx/>
                  <a:uFillTx/>
                  <a:latin typeface="Calibri"/>
                  <a:ea typeface="+mn-ea"/>
                  <a:cs typeface="+mn-cs"/>
                </a:endParaRPr>
              </a:p>
            </p:txBody>
          </p:sp>
          <p:sp>
            <p:nvSpPr>
              <p:cNvPr id="15" name="矩形 14"/>
              <p:cNvSpPr/>
              <p:nvPr/>
            </p:nvSpPr>
            <p:spPr>
              <a:xfrm>
                <a:off x="5076056" y="2014974"/>
                <a:ext cx="216024" cy="662950"/>
              </a:xfrm>
              <a:prstGeom prst="rect">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5400000" scaled="1"/>
                <a:tileRect/>
              </a:gradFill>
              <a:ln w="762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 lastClr="FFFFFF"/>
                  </a:solidFill>
                  <a:effectLst/>
                  <a:uLnTx/>
                  <a:uFillTx/>
                  <a:latin typeface="Calibri"/>
                  <a:ea typeface="+mn-ea"/>
                  <a:cs typeface="+mn-cs"/>
                </a:endParaRPr>
              </a:p>
            </p:txBody>
          </p:sp>
          <p:sp>
            <p:nvSpPr>
              <p:cNvPr id="16" name="矩形 15"/>
              <p:cNvSpPr/>
              <p:nvPr/>
            </p:nvSpPr>
            <p:spPr>
              <a:xfrm>
                <a:off x="5364088" y="2012643"/>
                <a:ext cx="216024" cy="662950"/>
              </a:xfrm>
              <a:prstGeom prst="rect">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5400000" scaled="1"/>
                <a:tileRect/>
              </a:gradFill>
              <a:ln w="762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 lastClr="FFFFFF"/>
                  </a:solidFill>
                  <a:effectLst/>
                  <a:uLnTx/>
                  <a:uFillTx/>
                  <a:latin typeface="Calibri"/>
                  <a:ea typeface="+mn-ea"/>
                  <a:cs typeface="+mn-cs"/>
                </a:endParaRPr>
              </a:p>
            </p:txBody>
          </p:sp>
        </p:grpSp>
        <p:sp>
          <p:nvSpPr>
            <p:cNvPr id="13" name="標題 1"/>
            <p:cNvSpPr txBox="1">
              <a:spLocks/>
            </p:cNvSpPr>
            <p:nvPr/>
          </p:nvSpPr>
          <p:spPr>
            <a:xfrm rot="992785">
              <a:off x="1665341" y="4272588"/>
              <a:ext cx="1300208" cy="648072"/>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zh-TW" altLang="en-US" sz="3600" kern="0" dirty="0" smtClean="0">
                  <a:solidFill>
                    <a:schemeClr val="bg1"/>
                  </a:solidFill>
                  <a:latin typeface="標楷體" panose="03000509000000000000" pitchFamily="65" charset="-120"/>
                  <a:ea typeface="標楷體" panose="03000509000000000000" pitchFamily="65" charset="-120"/>
                </a:rPr>
                <a:t>擬辦</a:t>
              </a:r>
              <a:endParaRPr lang="zh-TW" altLang="en-US" sz="3600" kern="0" dirty="0">
                <a:solidFill>
                  <a:schemeClr val="bg1"/>
                </a:solidFill>
                <a:latin typeface="標楷體" panose="03000509000000000000" pitchFamily="65" charset="-120"/>
                <a:ea typeface="標楷體" panose="03000509000000000000" pitchFamily="65" charset="-120"/>
              </a:endParaRPr>
            </a:p>
          </p:txBody>
        </p:sp>
      </p:grpSp>
    </p:spTree>
    <p:extLst>
      <p:ext uri="{BB962C8B-B14F-4D97-AF65-F5344CB8AC3E}">
        <p14:creationId xmlns:p14="http://schemas.microsoft.com/office/powerpoint/2010/main" val="294065841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圖片 7"/>
          <p:cNvPicPr>
            <a:picLocks noChangeAspect="1"/>
          </p:cNvPicPr>
          <p:nvPr/>
        </p:nvPicPr>
        <p:blipFill>
          <a:blip r:embed="rId3">
            <a:lum bright="70000" contrast="-70000"/>
          </a:blip>
          <a:stretch>
            <a:fillRect/>
          </a:stretch>
        </p:blipFill>
        <p:spPr>
          <a:xfrm>
            <a:off x="35496" y="1"/>
            <a:ext cx="2657757" cy="2636912"/>
          </a:xfrm>
          <a:prstGeom prst="rect">
            <a:avLst/>
          </a:prstGeom>
        </p:spPr>
      </p:pic>
      <p:sp>
        <p:nvSpPr>
          <p:cNvPr id="4" name="投影片編號版面配置區 3"/>
          <p:cNvSpPr>
            <a:spLocks noGrp="1"/>
          </p:cNvSpPr>
          <p:nvPr>
            <p:ph type="sldNum" sz="quarter" idx="10"/>
          </p:nvPr>
        </p:nvSpPr>
        <p:spPr/>
        <p:txBody>
          <a:bodyPr/>
          <a:lstStyle/>
          <a:p>
            <a:fld id="{3AE53AB2-F19A-4BD0-B915-C2175D5F5FF6}" type="slidenum">
              <a:rPr lang="en-US" altLang="zh-TW" smtClean="0">
                <a:solidFill>
                  <a:srgbClr val="000000"/>
                </a:solidFill>
              </a:rPr>
              <a:pPr/>
              <a:t>30</a:t>
            </a:fld>
            <a:endParaRPr lang="en-US" altLang="zh-TW" dirty="0">
              <a:solidFill>
                <a:srgbClr val="000000"/>
              </a:solidFill>
            </a:endParaRPr>
          </a:p>
        </p:txBody>
      </p:sp>
      <p:sp>
        <p:nvSpPr>
          <p:cNvPr id="6" name="標題 1"/>
          <p:cNvSpPr txBox="1">
            <a:spLocks/>
          </p:cNvSpPr>
          <p:nvPr/>
        </p:nvSpPr>
        <p:spPr>
          <a:xfrm>
            <a:off x="1210766" y="1126354"/>
            <a:ext cx="4320480" cy="1008112"/>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zh-TW" altLang="en-US" kern="0" dirty="0" smtClean="0"/>
              <a:t>伍、討論事項</a:t>
            </a:r>
            <a:endParaRPr lang="zh-TW" altLang="en-US" kern="0" dirty="0"/>
          </a:p>
        </p:txBody>
      </p:sp>
      <p:sp>
        <p:nvSpPr>
          <p:cNvPr id="5" name="標題 1"/>
          <p:cNvSpPr txBox="1">
            <a:spLocks/>
          </p:cNvSpPr>
          <p:nvPr/>
        </p:nvSpPr>
        <p:spPr>
          <a:xfrm>
            <a:off x="1259632" y="2134466"/>
            <a:ext cx="7416825" cy="3958830"/>
          </a:xfrm>
          <a:prstGeom prst="rect">
            <a:avLst/>
          </a:prstGeom>
        </p:spPr>
        <p:txBody>
          <a:bodyPr/>
          <a:lstStyle>
            <a:defPPr>
              <a:defRPr lang="zh-TW"/>
            </a:defPPr>
            <a:lvl1pPr marL="896938" indent="-896938" eaLnBrk="0" fontAlgn="base" hangingPunct="0">
              <a:lnSpc>
                <a:spcPct val="150000"/>
              </a:lnSpc>
              <a:spcBef>
                <a:spcPts val="600"/>
              </a:spcBef>
              <a:spcAft>
                <a:spcPts val="600"/>
              </a:spcAft>
              <a:defRPr kumimoji="1" sz="3600" b="1">
                <a:solidFill>
                  <a:srgbClr val="002060"/>
                </a:solidFill>
                <a:latin typeface="微軟正黑體 Light" panose="020B0304030504040204" pitchFamily="34" charset="-120"/>
                <a:ea typeface="微軟正黑體 Light" panose="020B0304030504040204" pitchFamily="34" charset="-120"/>
                <a:cs typeface="+mj-cs"/>
              </a:defRPr>
            </a:lvl1pPr>
            <a:lvl2pPr algn="ctr"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fontAlgn="base">
              <a:spcBef>
                <a:spcPct val="0"/>
              </a:spcBef>
              <a:spcAft>
                <a:spcPct val="0"/>
              </a:spcAft>
              <a:defRPr kumimoji="1" sz="4400">
                <a:solidFill>
                  <a:schemeClr val="tx2"/>
                </a:solidFill>
                <a:latin typeface="新細明體" charset="-120"/>
                <a:ea typeface="華康龍門石碑" pitchFamily="65" charset="-120"/>
              </a:defRPr>
            </a:lvl6pPr>
            <a:lvl7pPr marL="914400" algn="ctr" fontAlgn="base">
              <a:spcBef>
                <a:spcPct val="0"/>
              </a:spcBef>
              <a:spcAft>
                <a:spcPct val="0"/>
              </a:spcAft>
              <a:defRPr kumimoji="1" sz="4400">
                <a:solidFill>
                  <a:schemeClr val="tx2"/>
                </a:solidFill>
                <a:latin typeface="新細明體" charset="-120"/>
                <a:ea typeface="華康龍門石碑" pitchFamily="65" charset="-120"/>
              </a:defRPr>
            </a:lvl7pPr>
            <a:lvl8pPr marL="1371600" algn="ctr" fontAlgn="base">
              <a:spcBef>
                <a:spcPct val="0"/>
              </a:spcBef>
              <a:spcAft>
                <a:spcPct val="0"/>
              </a:spcAft>
              <a:defRPr kumimoji="1" sz="4400">
                <a:solidFill>
                  <a:schemeClr val="tx2"/>
                </a:solidFill>
                <a:latin typeface="新細明體" charset="-120"/>
                <a:ea typeface="華康龍門石碑" pitchFamily="65" charset="-120"/>
              </a:defRPr>
            </a:lvl8pPr>
            <a:lvl9pPr marL="1828800" algn="ctr" fontAlgn="base">
              <a:spcBef>
                <a:spcPct val="0"/>
              </a:spcBef>
              <a:spcAft>
                <a:spcPct val="0"/>
              </a:spcAft>
              <a:defRPr kumimoji="1" sz="4400">
                <a:solidFill>
                  <a:schemeClr val="tx2"/>
                </a:solidFill>
                <a:latin typeface="新細明體" charset="-120"/>
                <a:ea typeface="華康龍門石碑" pitchFamily="65" charset="-120"/>
              </a:defRPr>
            </a:lvl9pPr>
          </a:lstStyle>
          <a:p>
            <a:pPr marL="804863" indent="-804863">
              <a:lnSpc>
                <a:spcPct val="100000"/>
              </a:lnSpc>
            </a:pPr>
            <a:r>
              <a:rPr lang="zh-TW" altLang="en-US" sz="3200" dirty="0" smtClean="0"/>
              <a:t>一</a:t>
            </a:r>
            <a:r>
              <a:rPr lang="zh-TW" altLang="zh-TW" sz="3200" dirty="0" smtClean="0"/>
              <a:t>、</a:t>
            </a:r>
            <a:r>
              <a:rPr lang="zh-TW" altLang="zh-TW" sz="3200" dirty="0"/>
              <a:t>本會</a:t>
            </a:r>
            <a:r>
              <a:rPr lang="en-US" altLang="zh-TW" sz="3200" dirty="0" smtClean="0"/>
              <a:t>107</a:t>
            </a:r>
            <a:r>
              <a:rPr lang="zh-TW" altLang="zh-TW" sz="3200" dirty="0" smtClean="0"/>
              <a:t>年度</a:t>
            </a:r>
            <a:r>
              <a:rPr lang="zh-TW" altLang="zh-TW" sz="3200" dirty="0"/>
              <a:t>資料開放績效考核結果與敍獎</a:t>
            </a:r>
            <a:r>
              <a:rPr lang="zh-TW" altLang="zh-TW" sz="3200" dirty="0" smtClean="0"/>
              <a:t>建議</a:t>
            </a:r>
            <a:endParaRPr lang="en-US" altLang="zh-TW" sz="3200" dirty="0" smtClean="0"/>
          </a:p>
          <a:p>
            <a:pPr marL="804863" indent="-804863">
              <a:lnSpc>
                <a:spcPct val="100000"/>
              </a:lnSpc>
            </a:pPr>
            <a:r>
              <a:rPr lang="zh-TW" altLang="en-US" sz="3200" u="sng" dirty="0" smtClean="0">
                <a:solidFill>
                  <a:srgbClr val="D0610E"/>
                </a:solidFill>
              </a:rPr>
              <a:t>二</a:t>
            </a:r>
            <a:r>
              <a:rPr lang="zh-HK" altLang="zh-TW" sz="3200" u="sng" dirty="0" smtClean="0">
                <a:solidFill>
                  <a:srgbClr val="D0610E"/>
                </a:solidFill>
              </a:rPr>
              <a:t>、臺灣省</a:t>
            </a:r>
            <a:r>
              <a:rPr lang="zh-HK" altLang="zh-TW" sz="3200" u="sng" dirty="0">
                <a:solidFill>
                  <a:srgbClr val="D0610E"/>
                </a:solidFill>
              </a:rPr>
              <a:t>政府已開放資料</a:t>
            </a:r>
            <a:r>
              <a:rPr lang="zh-HK" altLang="zh-TW" sz="3200" u="sng" dirty="0" smtClean="0">
                <a:solidFill>
                  <a:srgbClr val="D0610E"/>
                </a:solidFill>
              </a:rPr>
              <a:t>集整併</a:t>
            </a:r>
            <a:r>
              <a:rPr lang="zh-TW" altLang="en-US" sz="3200" u="sng" dirty="0" smtClean="0">
                <a:solidFill>
                  <a:srgbClr val="D0610E"/>
                </a:solidFill>
              </a:rPr>
              <a:t>及</a:t>
            </a:r>
            <a:r>
              <a:rPr lang="zh-TW" altLang="zh-TW" sz="3200" u="sng" dirty="0" smtClean="0">
                <a:solidFill>
                  <a:srgbClr val="D0610E"/>
                </a:solidFill>
              </a:rPr>
              <a:t>下架</a:t>
            </a:r>
            <a:r>
              <a:rPr lang="zh-TW" altLang="en-US" sz="3200" u="sng" dirty="0" smtClean="0">
                <a:solidFill>
                  <a:srgbClr val="D0610E"/>
                </a:solidFill>
              </a:rPr>
              <a:t>作業</a:t>
            </a:r>
            <a:endParaRPr lang="en-US" altLang="zh-TW" sz="3200" u="sng" dirty="0" smtClean="0">
              <a:solidFill>
                <a:srgbClr val="D0610E"/>
              </a:solidFill>
            </a:endParaRPr>
          </a:p>
          <a:p>
            <a:pPr marL="804863" indent="-804863">
              <a:lnSpc>
                <a:spcPct val="100000"/>
              </a:lnSpc>
            </a:pPr>
            <a:r>
              <a:rPr lang="zh-TW" altLang="en-US" sz="3200" dirty="0" smtClean="0"/>
              <a:t>三</a:t>
            </a:r>
            <a:r>
              <a:rPr lang="zh-TW" altLang="zh-TW" sz="3200" dirty="0" smtClean="0"/>
              <a:t>、</a:t>
            </a:r>
            <a:r>
              <a:rPr lang="en-US" altLang="zh-TW" sz="3200" dirty="0" smtClean="0"/>
              <a:t>108</a:t>
            </a:r>
            <a:r>
              <a:rPr lang="zh-HK" altLang="zh-TW" sz="3200" dirty="0" smtClean="0"/>
              <a:t>年</a:t>
            </a:r>
            <a:r>
              <a:rPr lang="zh-TW" altLang="en-US" sz="3200" dirty="0" smtClean="0"/>
              <a:t>度</a:t>
            </a:r>
            <a:r>
              <a:rPr lang="zh-HK" altLang="zh-TW" sz="3200" dirty="0" smtClean="0"/>
              <a:t>第</a:t>
            </a:r>
            <a:r>
              <a:rPr lang="en-US" altLang="zh-TW" sz="3200" dirty="0"/>
              <a:t>1</a:t>
            </a:r>
            <a:r>
              <a:rPr lang="zh-HK" altLang="zh-TW" sz="3200" dirty="0"/>
              <a:t>季</a:t>
            </a:r>
            <a:r>
              <a:rPr lang="zh-TW" altLang="zh-TW" sz="3200" dirty="0"/>
              <a:t>資料盤點結果擬新增開放項目</a:t>
            </a:r>
          </a:p>
        </p:txBody>
      </p:sp>
      <mc:AlternateContent xmlns:mc="http://schemas.openxmlformats.org/markup-compatibility/2006" xmlns:a14="http://schemas.microsoft.com/office/drawing/2010/main">
        <mc:Choice Requires="a14">
          <p:sp>
            <p:nvSpPr>
              <p:cNvPr id="7" name="文字方塊 6"/>
              <p:cNvSpPr txBox="1"/>
              <p:nvPr/>
            </p:nvSpPr>
            <p:spPr>
              <a:xfrm rot="17062641">
                <a:off x="247518" y="3065012"/>
                <a:ext cx="1322991" cy="940963"/>
              </a:xfrm>
              <a:prstGeom prst="rect">
                <a:avLst/>
              </a:prstGeom>
              <a:noFill/>
            </p:spPr>
            <p:txBody>
              <a:bodyPr vert="eaVert"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8000" b="1" i="0" smtClean="0">
                          <a:solidFill>
                            <a:srgbClr val="D0610E"/>
                          </a:solidFill>
                          <a:effectLst>
                            <a:outerShdw blurRad="38100" dist="38100" dir="2700000" algn="tl">
                              <a:srgbClr val="000000">
                                <a:alpha val="43137"/>
                              </a:srgbClr>
                            </a:outerShdw>
                          </a:effectLst>
                          <a:latin typeface="Cambria Math" panose="02040503050406030204" pitchFamily="18" charset="0"/>
                        </a:rPr>
                        <m:t>√</m:t>
                      </m:r>
                    </m:oMath>
                  </m:oMathPara>
                </a14:m>
                <a:endParaRPr lang="zh-TW" altLang="en-US" sz="8000" b="1" dirty="0" smtClean="0">
                  <a:solidFill>
                    <a:srgbClr val="D0610E"/>
                  </a:solidFill>
                  <a:effectLst>
                    <a:outerShdw blurRad="38100" dist="38100" dir="2700000" algn="tl">
                      <a:srgbClr val="000000">
                        <a:alpha val="43137"/>
                      </a:srgbClr>
                    </a:outerShdw>
                  </a:effectLst>
                </a:endParaRPr>
              </a:p>
            </p:txBody>
          </p:sp>
        </mc:Choice>
        <mc:Fallback xmlns="">
          <p:sp>
            <p:nvSpPr>
              <p:cNvPr id="7" name="文字方塊 6"/>
              <p:cNvSpPr txBox="1">
                <a:spLocks noRot="1" noChangeAspect="1" noMove="1" noResize="1" noEditPoints="1" noAdjustHandles="1" noChangeArrowheads="1" noChangeShapeType="1" noTextEdit="1"/>
              </p:cNvSpPr>
              <p:nvPr/>
            </p:nvSpPr>
            <p:spPr>
              <a:xfrm rot="17062641">
                <a:off x="247518" y="3065012"/>
                <a:ext cx="1322991" cy="940963"/>
              </a:xfrm>
              <a:prstGeom prst="rect">
                <a:avLst/>
              </a:prstGeom>
              <a:blipFill rotWithShape="0">
                <a:blip r:embed="rId4"/>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8406975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 name="Freeform 4"/>
          <p:cNvSpPr>
            <a:spLocks/>
          </p:cNvSpPr>
          <p:nvPr/>
        </p:nvSpPr>
        <p:spPr bwMode="blackWhite">
          <a:xfrm>
            <a:off x="1275564" y="3393462"/>
            <a:ext cx="4425599" cy="2997407"/>
          </a:xfrm>
          <a:custGeom>
            <a:avLst/>
            <a:gdLst>
              <a:gd name="T0" fmla="*/ 90 w 2738"/>
              <a:gd name="T1" fmla="*/ 865 h 1030"/>
              <a:gd name="T2" fmla="*/ 267 w 2738"/>
              <a:gd name="T3" fmla="*/ 912 h 1030"/>
              <a:gd name="T4" fmla="*/ 444 w 2738"/>
              <a:gd name="T5" fmla="*/ 966 h 1030"/>
              <a:gd name="T6" fmla="*/ 618 w 2738"/>
              <a:gd name="T7" fmla="*/ 1029 h 1030"/>
              <a:gd name="T8" fmla="*/ 764 w 2738"/>
              <a:gd name="T9" fmla="*/ 1008 h 1030"/>
              <a:gd name="T10" fmla="*/ 906 w 2738"/>
              <a:gd name="T11" fmla="*/ 977 h 1030"/>
              <a:gd name="T12" fmla="*/ 1043 w 2738"/>
              <a:gd name="T13" fmla="*/ 939 h 1030"/>
              <a:gd name="T14" fmla="*/ 1174 w 2738"/>
              <a:gd name="T15" fmla="*/ 893 h 1030"/>
              <a:gd name="T16" fmla="*/ 1298 w 2738"/>
              <a:gd name="T17" fmla="*/ 839 h 1030"/>
              <a:gd name="T18" fmla="*/ 1415 w 2738"/>
              <a:gd name="T19" fmla="*/ 779 h 1030"/>
              <a:gd name="T20" fmla="*/ 1524 w 2738"/>
              <a:gd name="T21" fmla="*/ 710 h 1030"/>
              <a:gd name="T22" fmla="*/ 1623 w 2738"/>
              <a:gd name="T23" fmla="*/ 636 h 1030"/>
              <a:gd name="T24" fmla="*/ 1714 w 2738"/>
              <a:gd name="T25" fmla="*/ 555 h 1030"/>
              <a:gd name="T26" fmla="*/ 1774 w 2738"/>
              <a:gd name="T27" fmla="*/ 502 h 1030"/>
              <a:gd name="T28" fmla="*/ 1838 w 2738"/>
              <a:gd name="T29" fmla="*/ 452 h 1030"/>
              <a:gd name="T30" fmla="*/ 1904 w 2738"/>
              <a:gd name="T31" fmla="*/ 406 h 1030"/>
              <a:gd name="T32" fmla="*/ 1972 w 2738"/>
              <a:gd name="T33" fmla="*/ 365 h 1030"/>
              <a:gd name="T34" fmla="*/ 2039 w 2738"/>
              <a:gd name="T35" fmla="*/ 329 h 1030"/>
              <a:gd name="T36" fmla="*/ 2104 w 2738"/>
              <a:gd name="T37" fmla="*/ 300 h 1030"/>
              <a:gd name="T38" fmla="*/ 2166 w 2738"/>
              <a:gd name="T39" fmla="*/ 279 h 1030"/>
              <a:gd name="T40" fmla="*/ 2223 w 2738"/>
              <a:gd name="T41" fmla="*/ 265 h 1030"/>
              <a:gd name="T42" fmla="*/ 2274 w 2738"/>
              <a:gd name="T43" fmla="*/ 260 h 1030"/>
              <a:gd name="T44" fmla="*/ 2323 w 2738"/>
              <a:gd name="T45" fmla="*/ 259 h 1030"/>
              <a:gd name="T46" fmla="*/ 2379 w 2738"/>
              <a:gd name="T47" fmla="*/ 262 h 1030"/>
              <a:gd name="T48" fmla="*/ 2439 w 2738"/>
              <a:gd name="T49" fmla="*/ 269 h 1030"/>
              <a:gd name="T50" fmla="*/ 2502 w 2738"/>
              <a:gd name="T51" fmla="*/ 280 h 1030"/>
              <a:gd name="T52" fmla="*/ 2566 w 2738"/>
              <a:gd name="T53" fmla="*/ 294 h 1030"/>
              <a:gd name="T54" fmla="*/ 2627 w 2738"/>
              <a:gd name="T55" fmla="*/ 310 h 1030"/>
              <a:gd name="T56" fmla="*/ 2686 w 2738"/>
              <a:gd name="T57" fmla="*/ 382 h 1030"/>
              <a:gd name="T58" fmla="*/ 2737 w 2738"/>
              <a:gd name="T59" fmla="*/ 459 h 1030"/>
              <a:gd name="T60" fmla="*/ 2577 w 2738"/>
              <a:gd name="T61" fmla="*/ 101 h 1030"/>
              <a:gd name="T62" fmla="*/ 2329 w 2738"/>
              <a:gd name="T63" fmla="*/ 32 h 1030"/>
              <a:gd name="T64" fmla="*/ 2324 w 2738"/>
              <a:gd name="T65" fmla="*/ 80 h 1030"/>
              <a:gd name="T66" fmla="*/ 2305 w 2738"/>
              <a:gd name="T67" fmla="*/ 73 h 1030"/>
              <a:gd name="T68" fmla="*/ 2276 w 2738"/>
              <a:gd name="T69" fmla="*/ 66 h 1030"/>
              <a:gd name="T70" fmla="*/ 2242 w 2738"/>
              <a:gd name="T71" fmla="*/ 60 h 1030"/>
              <a:gd name="T72" fmla="*/ 2203 w 2738"/>
              <a:gd name="T73" fmla="*/ 55 h 1030"/>
              <a:gd name="T74" fmla="*/ 2163 w 2738"/>
              <a:gd name="T75" fmla="*/ 52 h 1030"/>
              <a:gd name="T76" fmla="*/ 2123 w 2738"/>
              <a:gd name="T77" fmla="*/ 51 h 1030"/>
              <a:gd name="T78" fmla="*/ 2024 w 2738"/>
              <a:gd name="T79" fmla="*/ 53 h 1030"/>
              <a:gd name="T80" fmla="*/ 1932 w 2738"/>
              <a:gd name="T81" fmla="*/ 61 h 1030"/>
              <a:gd name="T82" fmla="*/ 1849 w 2738"/>
              <a:gd name="T83" fmla="*/ 75 h 1030"/>
              <a:gd name="T84" fmla="*/ 1774 w 2738"/>
              <a:gd name="T85" fmla="*/ 94 h 1030"/>
              <a:gd name="T86" fmla="*/ 1708 w 2738"/>
              <a:gd name="T87" fmla="*/ 118 h 1030"/>
              <a:gd name="T88" fmla="*/ 1599 w 2738"/>
              <a:gd name="T89" fmla="*/ 217 h 1030"/>
              <a:gd name="T90" fmla="*/ 1442 w 2738"/>
              <a:gd name="T91" fmla="*/ 381 h 1030"/>
              <a:gd name="T92" fmla="*/ 1282 w 2738"/>
              <a:gd name="T93" fmla="*/ 533 h 1030"/>
              <a:gd name="T94" fmla="*/ 1119 w 2738"/>
              <a:gd name="T95" fmla="*/ 674 h 1030"/>
              <a:gd name="T96" fmla="*/ 954 w 2738"/>
              <a:gd name="T97" fmla="*/ 804 h 1030"/>
              <a:gd name="T98" fmla="*/ 787 w 2738"/>
              <a:gd name="T99" fmla="*/ 923 h 1030"/>
              <a:gd name="T100" fmla="*/ 618 w 2738"/>
              <a:gd name="T101" fmla="*/ 1029 h 1030"/>
              <a:gd name="T102" fmla="*/ 206 w 2738"/>
              <a:gd name="T103" fmla="*/ 905 h 1030"/>
              <a:gd name="connsiteX0" fmla="*/ 0 w 10002"/>
              <a:gd name="connsiteY0" fmla="*/ 8204 h 9990"/>
              <a:gd name="connsiteX1" fmla="*/ 329 w 10002"/>
              <a:gd name="connsiteY1" fmla="*/ 8398 h 9990"/>
              <a:gd name="connsiteX2" fmla="*/ 650 w 10002"/>
              <a:gd name="connsiteY2" fmla="*/ 8621 h 9990"/>
              <a:gd name="connsiteX3" fmla="*/ 975 w 10002"/>
              <a:gd name="connsiteY3" fmla="*/ 8854 h 9990"/>
              <a:gd name="connsiteX4" fmla="*/ 1300 w 10002"/>
              <a:gd name="connsiteY4" fmla="*/ 9107 h 9990"/>
              <a:gd name="connsiteX5" fmla="*/ 1622 w 10002"/>
              <a:gd name="connsiteY5" fmla="*/ 9379 h 9990"/>
              <a:gd name="connsiteX6" fmla="*/ 1943 w 10002"/>
              <a:gd name="connsiteY6" fmla="*/ 9680 h 9990"/>
              <a:gd name="connsiteX7" fmla="*/ 2257 w 10002"/>
              <a:gd name="connsiteY7" fmla="*/ 9990 h 9990"/>
              <a:gd name="connsiteX8" fmla="*/ 2524 w 10002"/>
              <a:gd name="connsiteY8" fmla="*/ 9893 h 9990"/>
              <a:gd name="connsiteX9" fmla="*/ 2790 w 10002"/>
              <a:gd name="connsiteY9" fmla="*/ 9786 h 9990"/>
              <a:gd name="connsiteX10" fmla="*/ 3050 w 10002"/>
              <a:gd name="connsiteY10" fmla="*/ 9650 h 9990"/>
              <a:gd name="connsiteX11" fmla="*/ 3309 w 10002"/>
              <a:gd name="connsiteY11" fmla="*/ 9485 h 9990"/>
              <a:gd name="connsiteX12" fmla="*/ 3561 w 10002"/>
              <a:gd name="connsiteY12" fmla="*/ 9311 h 9990"/>
              <a:gd name="connsiteX13" fmla="*/ 3809 w 10002"/>
              <a:gd name="connsiteY13" fmla="*/ 9117 h 9990"/>
              <a:gd name="connsiteX14" fmla="*/ 4050 w 10002"/>
              <a:gd name="connsiteY14" fmla="*/ 8903 h 9990"/>
              <a:gd name="connsiteX15" fmla="*/ 4288 w 10002"/>
              <a:gd name="connsiteY15" fmla="*/ 8670 h 9990"/>
              <a:gd name="connsiteX16" fmla="*/ 4518 w 10002"/>
              <a:gd name="connsiteY16" fmla="*/ 8417 h 9990"/>
              <a:gd name="connsiteX17" fmla="*/ 4741 w 10002"/>
              <a:gd name="connsiteY17" fmla="*/ 8146 h 9990"/>
              <a:gd name="connsiteX18" fmla="*/ 4960 w 10002"/>
              <a:gd name="connsiteY18" fmla="*/ 7864 h 9990"/>
              <a:gd name="connsiteX19" fmla="*/ 5168 w 10002"/>
              <a:gd name="connsiteY19" fmla="*/ 7563 h 9990"/>
              <a:gd name="connsiteX20" fmla="*/ 5373 w 10002"/>
              <a:gd name="connsiteY20" fmla="*/ 7233 h 9990"/>
              <a:gd name="connsiteX21" fmla="*/ 5566 w 10002"/>
              <a:gd name="connsiteY21" fmla="*/ 6893 h 9990"/>
              <a:gd name="connsiteX22" fmla="*/ 5752 w 10002"/>
              <a:gd name="connsiteY22" fmla="*/ 6544 h 9990"/>
              <a:gd name="connsiteX23" fmla="*/ 5928 w 10002"/>
              <a:gd name="connsiteY23" fmla="*/ 6175 h 9990"/>
              <a:gd name="connsiteX24" fmla="*/ 6099 w 10002"/>
              <a:gd name="connsiteY24" fmla="*/ 5796 h 9990"/>
              <a:gd name="connsiteX25" fmla="*/ 6260 w 10002"/>
              <a:gd name="connsiteY25" fmla="*/ 5388 h 9990"/>
              <a:gd name="connsiteX26" fmla="*/ 6366 w 10002"/>
              <a:gd name="connsiteY26" fmla="*/ 5136 h 9990"/>
              <a:gd name="connsiteX27" fmla="*/ 6479 w 10002"/>
              <a:gd name="connsiteY27" fmla="*/ 4874 h 9990"/>
              <a:gd name="connsiteX28" fmla="*/ 6592 w 10002"/>
              <a:gd name="connsiteY28" fmla="*/ 4631 h 9990"/>
              <a:gd name="connsiteX29" fmla="*/ 6713 w 10002"/>
              <a:gd name="connsiteY29" fmla="*/ 4388 h 9990"/>
              <a:gd name="connsiteX30" fmla="*/ 6830 w 10002"/>
              <a:gd name="connsiteY30" fmla="*/ 4155 h 9990"/>
              <a:gd name="connsiteX31" fmla="*/ 6954 w 10002"/>
              <a:gd name="connsiteY31" fmla="*/ 3942 h 9990"/>
              <a:gd name="connsiteX32" fmla="*/ 7078 w 10002"/>
              <a:gd name="connsiteY32" fmla="*/ 3728 h 9990"/>
              <a:gd name="connsiteX33" fmla="*/ 7202 w 10002"/>
              <a:gd name="connsiteY33" fmla="*/ 3544 h 9990"/>
              <a:gd name="connsiteX34" fmla="*/ 7323 w 10002"/>
              <a:gd name="connsiteY34" fmla="*/ 3359 h 9990"/>
              <a:gd name="connsiteX35" fmla="*/ 7447 w 10002"/>
              <a:gd name="connsiteY35" fmla="*/ 3194 h 9990"/>
              <a:gd name="connsiteX36" fmla="*/ 7564 w 10002"/>
              <a:gd name="connsiteY36" fmla="*/ 3049 h 9990"/>
              <a:gd name="connsiteX37" fmla="*/ 7684 w 10002"/>
              <a:gd name="connsiteY37" fmla="*/ 2913 h 9990"/>
              <a:gd name="connsiteX38" fmla="*/ 7798 w 10002"/>
              <a:gd name="connsiteY38" fmla="*/ 2796 h 9990"/>
              <a:gd name="connsiteX39" fmla="*/ 7911 w 10002"/>
              <a:gd name="connsiteY39" fmla="*/ 2709 h 9990"/>
              <a:gd name="connsiteX40" fmla="*/ 8017 w 10002"/>
              <a:gd name="connsiteY40" fmla="*/ 2631 h 9990"/>
              <a:gd name="connsiteX41" fmla="*/ 8119 w 10002"/>
              <a:gd name="connsiteY41" fmla="*/ 2573 h 9990"/>
              <a:gd name="connsiteX42" fmla="*/ 8214 w 10002"/>
              <a:gd name="connsiteY42" fmla="*/ 2544 h 9990"/>
              <a:gd name="connsiteX43" fmla="*/ 8305 w 10002"/>
              <a:gd name="connsiteY43" fmla="*/ 2524 h 9990"/>
              <a:gd name="connsiteX44" fmla="*/ 8389 w 10002"/>
              <a:gd name="connsiteY44" fmla="*/ 2515 h 9990"/>
              <a:gd name="connsiteX45" fmla="*/ 8484 w 10002"/>
              <a:gd name="connsiteY45" fmla="*/ 2515 h 9990"/>
              <a:gd name="connsiteX46" fmla="*/ 8583 w 10002"/>
              <a:gd name="connsiteY46" fmla="*/ 2524 h 9990"/>
              <a:gd name="connsiteX47" fmla="*/ 8689 w 10002"/>
              <a:gd name="connsiteY47" fmla="*/ 2544 h 9990"/>
              <a:gd name="connsiteX48" fmla="*/ 8798 w 10002"/>
              <a:gd name="connsiteY48" fmla="*/ 2573 h 9990"/>
              <a:gd name="connsiteX49" fmla="*/ 8908 w 10002"/>
              <a:gd name="connsiteY49" fmla="*/ 2612 h 9990"/>
              <a:gd name="connsiteX50" fmla="*/ 9021 w 10002"/>
              <a:gd name="connsiteY50" fmla="*/ 2660 h 9990"/>
              <a:gd name="connsiteX51" fmla="*/ 9138 w 10002"/>
              <a:gd name="connsiteY51" fmla="*/ 2718 h 9990"/>
              <a:gd name="connsiteX52" fmla="*/ 9255 w 10002"/>
              <a:gd name="connsiteY52" fmla="*/ 2786 h 9990"/>
              <a:gd name="connsiteX53" fmla="*/ 9372 w 10002"/>
              <a:gd name="connsiteY53" fmla="*/ 2854 h 9990"/>
              <a:gd name="connsiteX54" fmla="*/ 9485 w 10002"/>
              <a:gd name="connsiteY54" fmla="*/ 2922 h 9990"/>
              <a:gd name="connsiteX55" fmla="*/ 9595 w 10002"/>
              <a:gd name="connsiteY55" fmla="*/ 3010 h 9990"/>
              <a:gd name="connsiteX56" fmla="*/ 9708 w 10002"/>
              <a:gd name="connsiteY56" fmla="*/ 3359 h 9990"/>
              <a:gd name="connsiteX57" fmla="*/ 9810 w 10002"/>
              <a:gd name="connsiteY57" fmla="*/ 3709 h 9990"/>
              <a:gd name="connsiteX58" fmla="*/ 9909 w 10002"/>
              <a:gd name="connsiteY58" fmla="*/ 4087 h 9990"/>
              <a:gd name="connsiteX59" fmla="*/ 9996 w 10002"/>
              <a:gd name="connsiteY59" fmla="*/ 4456 h 9990"/>
              <a:gd name="connsiteX60" fmla="*/ 10002 w 10002"/>
              <a:gd name="connsiteY60" fmla="*/ 1024 h 9990"/>
              <a:gd name="connsiteX61" fmla="*/ 9412 w 10002"/>
              <a:gd name="connsiteY61" fmla="*/ 981 h 9990"/>
              <a:gd name="connsiteX62" fmla="*/ 8959 w 10002"/>
              <a:gd name="connsiteY62" fmla="*/ 631 h 9990"/>
              <a:gd name="connsiteX63" fmla="*/ 8506 w 10002"/>
              <a:gd name="connsiteY63" fmla="*/ 311 h 9990"/>
              <a:gd name="connsiteX64" fmla="*/ 8046 w 10002"/>
              <a:gd name="connsiteY64" fmla="*/ 0 h 9990"/>
              <a:gd name="connsiteX65" fmla="*/ 8488 w 10002"/>
              <a:gd name="connsiteY65" fmla="*/ 777 h 9990"/>
              <a:gd name="connsiteX66" fmla="*/ 8455 w 10002"/>
              <a:gd name="connsiteY66" fmla="*/ 738 h 9990"/>
              <a:gd name="connsiteX67" fmla="*/ 8419 w 10002"/>
              <a:gd name="connsiteY67" fmla="*/ 709 h 9990"/>
              <a:gd name="connsiteX68" fmla="*/ 8367 w 10002"/>
              <a:gd name="connsiteY68" fmla="*/ 670 h 9990"/>
              <a:gd name="connsiteX69" fmla="*/ 8313 w 10002"/>
              <a:gd name="connsiteY69" fmla="*/ 641 h 9990"/>
              <a:gd name="connsiteX70" fmla="*/ 8254 w 10002"/>
              <a:gd name="connsiteY70" fmla="*/ 612 h 9990"/>
              <a:gd name="connsiteX71" fmla="*/ 8188 w 10002"/>
              <a:gd name="connsiteY71" fmla="*/ 583 h 9990"/>
              <a:gd name="connsiteX72" fmla="*/ 8119 w 10002"/>
              <a:gd name="connsiteY72" fmla="*/ 563 h 9990"/>
              <a:gd name="connsiteX73" fmla="*/ 8046 w 10002"/>
              <a:gd name="connsiteY73" fmla="*/ 534 h 9990"/>
              <a:gd name="connsiteX74" fmla="*/ 7973 w 10002"/>
              <a:gd name="connsiteY74" fmla="*/ 524 h 9990"/>
              <a:gd name="connsiteX75" fmla="*/ 7900 w 10002"/>
              <a:gd name="connsiteY75" fmla="*/ 505 h 9990"/>
              <a:gd name="connsiteX76" fmla="*/ 7823 w 10002"/>
              <a:gd name="connsiteY76" fmla="*/ 495 h 9990"/>
              <a:gd name="connsiteX77" fmla="*/ 7754 w 10002"/>
              <a:gd name="connsiteY77" fmla="*/ 495 h 9990"/>
              <a:gd name="connsiteX78" fmla="*/ 7568 w 10002"/>
              <a:gd name="connsiteY78" fmla="*/ 495 h 9990"/>
              <a:gd name="connsiteX79" fmla="*/ 7392 w 10002"/>
              <a:gd name="connsiteY79" fmla="*/ 515 h 9990"/>
              <a:gd name="connsiteX80" fmla="*/ 7221 w 10002"/>
              <a:gd name="connsiteY80" fmla="*/ 553 h 9990"/>
              <a:gd name="connsiteX81" fmla="*/ 7056 w 10002"/>
              <a:gd name="connsiteY81" fmla="*/ 592 h 9990"/>
              <a:gd name="connsiteX82" fmla="*/ 6899 w 10002"/>
              <a:gd name="connsiteY82" fmla="*/ 650 h 9990"/>
              <a:gd name="connsiteX83" fmla="*/ 6753 w 10002"/>
              <a:gd name="connsiteY83" fmla="*/ 728 h 9990"/>
              <a:gd name="connsiteX84" fmla="*/ 6611 w 10002"/>
              <a:gd name="connsiteY84" fmla="*/ 806 h 9990"/>
              <a:gd name="connsiteX85" fmla="*/ 6479 w 10002"/>
              <a:gd name="connsiteY85" fmla="*/ 913 h 9990"/>
              <a:gd name="connsiteX86" fmla="*/ 6351 w 10002"/>
              <a:gd name="connsiteY86" fmla="*/ 1010 h 9990"/>
              <a:gd name="connsiteX87" fmla="*/ 6238 w 10002"/>
              <a:gd name="connsiteY87" fmla="*/ 1146 h 9990"/>
              <a:gd name="connsiteX88" fmla="*/ 6125 w 10002"/>
              <a:gd name="connsiteY88" fmla="*/ 1282 h 9990"/>
              <a:gd name="connsiteX89" fmla="*/ 5840 w 10002"/>
              <a:gd name="connsiteY89" fmla="*/ 2107 h 9990"/>
              <a:gd name="connsiteX90" fmla="*/ 5555 w 10002"/>
              <a:gd name="connsiteY90" fmla="*/ 2922 h 9990"/>
              <a:gd name="connsiteX91" fmla="*/ 5267 w 10002"/>
              <a:gd name="connsiteY91" fmla="*/ 3699 h 9990"/>
              <a:gd name="connsiteX92" fmla="*/ 4974 w 10002"/>
              <a:gd name="connsiteY92" fmla="*/ 4456 h 9990"/>
              <a:gd name="connsiteX93" fmla="*/ 4682 w 10002"/>
              <a:gd name="connsiteY93" fmla="*/ 5175 h 9990"/>
              <a:gd name="connsiteX94" fmla="*/ 4386 w 10002"/>
              <a:gd name="connsiteY94" fmla="*/ 5883 h 9990"/>
              <a:gd name="connsiteX95" fmla="*/ 4087 w 10002"/>
              <a:gd name="connsiteY95" fmla="*/ 6544 h 9990"/>
              <a:gd name="connsiteX96" fmla="*/ 3787 w 10002"/>
              <a:gd name="connsiteY96" fmla="*/ 7194 h 9990"/>
              <a:gd name="connsiteX97" fmla="*/ 3484 w 10002"/>
              <a:gd name="connsiteY97" fmla="*/ 7806 h 9990"/>
              <a:gd name="connsiteX98" fmla="*/ 3181 w 10002"/>
              <a:gd name="connsiteY98" fmla="*/ 8398 h 9990"/>
              <a:gd name="connsiteX99" fmla="*/ 2874 w 10002"/>
              <a:gd name="connsiteY99" fmla="*/ 8961 h 9990"/>
              <a:gd name="connsiteX100" fmla="*/ 2568 w 10002"/>
              <a:gd name="connsiteY100" fmla="*/ 9485 h 9990"/>
              <a:gd name="connsiteX101" fmla="*/ 2257 w 10002"/>
              <a:gd name="connsiteY101" fmla="*/ 9990 h 9990"/>
              <a:gd name="connsiteX102" fmla="*/ 1505 w 10002"/>
              <a:gd name="connsiteY102" fmla="*/ 9379 h 9990"/>
              <a:gd name="connsiteX103" fmla="*/ 752 w 10002"/>
              <a:gd name="connsiteY103" fmla="*/ 8786 h 9990"/>
              <a:gd name="connsiteX104" fmla="*/ 0 w 10002"/>
              <a:gd name="connsiteY104" fmla="*/ 8204 h 9990"/>
              <a:gd name="connsiteX0" fmla="*/ 0 w 10000"/>
              <a:gd name="connsiteY0" fmla="*/ 8212 h 10000"/>
              <a:gd name="connsiteX1" fmla="*/ 329 w 10000"/>
              <a:gd name="connsiteY1" fmla="*/ 8406 h 10000"/>
              <a:gd name="connsiteX2" fmla="*/ 650 w 10000"/>
              <a:gd name="connsiteY2" fmla="*/ 8630 h 10000"/>
              <a:gd name="connsiteX3" fmla="*/ 975 w 10000"/>
              <a:gd name="connsiteY3" fmla="*/ 8863 h 10000"/>
              <a:gd name="connsiteX4" fmla="*/ 1300 w 10000"/>
              <a:gd name="connsiteY4" fmla="*/ 9116 h 10000"/>
              <a:gd name="connsiteX5" fmla="*/ 1622 w 10000"/>
              <a:gd name="connsiteY5" fmla="*/ 9388 h 10000"/>
              <a:gd name="connsiteX6" fmla="*/ 1943 w 10000"/>
              <a:gd name="connsiteY6" fmla="*/ 9690 h 10000"/>
              <a:gd name="connsiteX7" fmla="*/ 2257 w 10000"/>
              <a:gd name="connsiteY7" fmla="*/ 10000 h 10000"/>
              <a:gd name="connsiteX8" fmla="*/ 2523 w 10000"/>
              <a:gd name="connsiteY8" fmla="*/ 9903 h 10000"/>
              <a:gd name="connsiteX9" fmla="*/ 2789 w 10000"/>
              <a:gd name="connsiteY9" fmla="*/ 9796 h 10000"/>
              <a:gd name="connsiteX10" fmla="*/ 3049 w 10000"/>
              <a:gd name="connsiteY10" fmla="*/ 9660 h 10000"/>
              <a:gd name="connsiteX11" fmla="*/ 3308 w 10000"/>
              <a:gd name="connsiteY11" fmla="*/ 9494 h 10000"/>
              <a:gd name="connsiteX12" fmla="*/ 3560 w 10000"/>
              <a:gd name="connsiteY12" fmla="*/ 9320 h 10000"/>
              <a:gd name="connsiteX13" fmla="*/ 3808 w 10000"/>
              <a:gd name="connsiteY13" fmla="*/ 9126 h 10000"/>
              <a:gd name="connsiteX14" fmla="*/ 4049 w 10000"/>
              <a:gd name="connsiteY14" fmla="*/ 8912 h 10000"/>
              <a:gd name="connsiteX15" fmla="*/ 4287 w 10000"/>
              <a:gd name="connsiteY15" fmla="*/ 8679 h 10000"/>
              <a:gd name="connsiteX16" fmla="*/ 4517 w 10000"/>
              <a:gd name="connsiteY16" fmla="*/ 8425 h 10000"/>
              <a:gd name="connsiteX17" fmla="*/ 4740 w 10000"/>
              <a:gd name="connsiteY17" fmla="*/ 8154 h 10000"/>
              <a:gd name="connsiteX18" fmla="*/ 4959 w 10000"/>
              <a:gd name="connsiteY18" fmla="*/ 7872 h 10000"/>
              <a:gd name="connsiteX19" fmla="*/ 5167 w 10000"/>
              <a:gd name="connsiteY19" fmla="*/ 7571 h 10000"/>
              <a:gd name="connsiteX20" fmla="*/ 5372 w 10000"/>
              <a:gd name="connsiteY20" fmla="*/ 7240 h 10000"/>
              <a:gd name="connsiteX21" fmla="*/ 5565 w 10000"/>
              <a:gd name="connsiteY21" fmla="*/ 6900 h 10000"/>
              <a:gd name="connsiteX22" fmla="*/ 5751 w 10000"/>
              <a:gd name="connsiteY22" fmla="*/ 6551 h 10000"/>
              <a:gd name="connsiteX23" fmla="*/ 5927 w 10000"/>
              <a:gd name="connsiteY23" fmla="*/ 6181 h 10000"/>
              <a:gd name="connsiteX24" fmla="*/ 6098 w 10000"/>
              <a:gd name="connsiteY24" fmla="*/ 5802 h 10000"/>
              <a:gd name="connsiteX25" fmla="*/ 6259 w 10000"/>
              <a:gd name="connsiteY25" fmla="*/ 5393 h 10000"/>
              <a:gd name="connsiteX26" fmla="*/ 6365 w 10000"/>
              <a:gd name="connsiteY26" fmla="*/ 5141 h 10000"/>
              <a:gd name="connsiteX27" fmla="*/ 6478 w 10000"/>
              <a:gd name="connsiteY27" fmla="*/ 4879 h 10000"/>
              <a:gd name="connsiteX28" fmla="*/ 6591 w 10000"/>
              <a:gd name="connsiteY28" fmla="*/ 4636 h 10000"/>
              <a:gd name="connsiteX29" fmla="*/ 6712 w 10000"/>
              <a:gd name="connsiteY29" fmla="*/ 4392 h 10000"/>
              <a:gd name="connsiteX30" fmla="*/ 6829 w 10000"/>
              <a:gd name="connsiteY30" fmla="*/ 4159 h 10000"/>
              <a:gd name="connsiteX31" fmla="*/ 6953 w 10000"/>
              <a:gd name="connsiteY31" fmla="*/ 3946 h 10000"/>
              <a:gd name="connsiteX32" fmla="*/ 7077 w 10000"/>
              <a:gd name="connsiteY32" fmla="*/ 3732 h 10000"/>
              <a:gd name="connsiteX33" fmla="*/ 7201 w 10000"/>
              <a:gd name="connsiteY33" fmla="*/ 3548 h 10000"/>
              <a:gd name="connsiteX34" fmla="*/ 7322 w 10000"/>
              <a:gd name="connsiteY34" fmla="*/ 3362 h 10000"/>
              <a:gd name="connsiteX35" fmla="*/ 7446 w 10000"/>
              <a:gd name="connsiteY35" fmla="*/ 3197 h 10000"/>
              <a:gd name="connsiteX36" fmla="*/ 7562 w 10000"/>
              <a:gd name="connsiteY36" fmla="*/ 3052 h 10000"/>
              <a:gd name="connsiteX37" fmla="*/ 7682 w 10000"/>
              <a:gd name="connsiteY37" fmla="*/ 2916 h 10000"/>
              <a:gd name="connsiteX38" fmla="*/ 7796 w 10000"/>
              <a:gd name="connsiteY38" fmla="*/ 2799 h 10000"/>
              <a:gd name="connsiteX39" fmla="*/ 7909 w 10000"/>
              <a:gd name="connsiteY39" fmla="*/ 2712 h 10000"/>
              <a:gd name="connsiteX40" fmla="*/ 8015 w 10000"/>
              <a:gd name="connsiteY40" fmla="*/ 2634 h 10000"/>
              <a:gd name="connsiteX41" fmla="*/ 8117 w 10000"/>
              <a:gd name="connsiteY41" fmla="*/ 2576 h 10000"/>
              <a:gd name="connsiteX42" fmla="*/ 8212 w 10000"/>
              <a:gd name="connsiteY42" fmla="*/ 2547 h 10000"/>
              <a:gd name="connsiteX43" fmla="*/ 8303 w 10000"/>
              <a:gd name="connsiteY43" fmla="*/ 2527 h 10000"/>
              <a:gd name="connsiteX44" fmla="*/ 8387 w 10000"/>
              <a:gd name="connsiteY44" fmla="*/ 2518 h 10000"/>
              <a:gd name="connsiteX45" fmla="*/ 8482 w 10000"/>
              <a:gd name="connsiteY45" fmla="*/ 2518 h 10000"/>
              <a:gd name="connsiteX46" fmla="*/ 8581 w 10000"/>
              <a:gd name="connsiteY46" fmla="*/ 2527 h 10000"/>
              <a:gd name="connsiteX47" fmla="*/ 8687 w 10000"/>
              <a:gd name="connsiteY47" fmla="*/ 2547 h 10000"/>
              <a:gd name="connsiteX48" fmla="*/ 8796 w 10000"/>
              <a:gd name="connsiteY48" fmla="*/ 2576 h 10000"/>
              <a:gd name="connsiteX49" fmla="*/ 8906 w 10000"/>
              <a:gd name="connsiteY49" fmla="*/ 2615 h 10000"/>
              <a:gd name="connsiteX50" fmla="*/ 9019 w 10000"/>
              <a:gd name="connsiteY50" fmla="*/ 2663 h 10000"/>
              <a:gd name="connsiteX51" fmla="*/ 9136 w 10000"/>
              <a:gd name="connsiteY51" fmla="*/ 2721 h 10000"/>
              <a:gd name="connsiteX52" fmla="*/ 9253 w 10000"/>
              <a:gd name="connsiteY52" fmla="*/ 2789 h 10000"/>
              <a:gd name="connsiteX53" fmla="*/ 9370 w 10000"/>
              <a:gd name="connsiteY53" fmla="*/ 2857 h 10000"/>
              <a:gd name="connsiteX54" fmla="*/ 9483 w 10000"/>
              <a:gd name="connsiteY54" fmla="*/ 2925 h 10000"/>
              <a:gd name="connsiteX55" fmla="*/ 9593 w 10000"/>
              <a:gd name="connsiteY55" fmla="*/ 3013 h 10000"/>
              <a:gd name="connsiteX56" fmla="*/ 9706 w 10000"/>
              <a:gd name="connsiteY56" fmla="*/ 3362 h 10000"/>
              <a:gd name="connsiteX57" fmla="*/ 9808 w 10000"/>
              <a:gd name="connsiteY57" fmla="*/ 3713 h 10000"/>
              <a:gd name="connsiteX58" fmla="*/ 9907 w 10000"/>
              <a:gd name="connsiteY58" fmla="*/ 4091 h 10000"/>
              <a:gd name="connsiteX59" fmla="*/ 9994 w 10000"/>
              <a:gd name="connsiteY59" fmla="*/ 4460 h 10000"/>
              <a:gd name="connsiteX60" fmla="*/ 10000 w 10000"/>
              <a:gd name="connsiteY60" fmla="*/ 1025 h 10000"/>
              <a:gd name="connsiteX61" fmla="*/ 9465 w 10000"/>
              <a:gd name="connsiteY61" fmla="*/ 695 h 10000"/>
              <a:gd name="connsiteX62" fmla="*/ 8957 w 10000"/>
              <a:gd name="connsiteY62" fmla="*/ 632 h 10000"/>
              <a:gd name="connsiteX63" fmla="*/ 8504 w 10000"/>
              <a:gd name="connsiteY63" fmla="*/ 311 h 10000"/>
              <a:gd name="connsiteX64" fmla="*/ 8044 w 10000"/>
              <a:gd name="connsiteY64" fmla="*/ 0 h 10000"/>
              <a:gd name="connsiteX65" fmla="*/ 8486 w 10000"/>
              <a:gd name="connsiteY65" fmla="*/ 778 h 10000"/>
              <a:gd name="connsiteX66" fmla="*/ 8453 w 10000"/>
              <a:gd name="connsiteY66" fmla="*/ 739 h 10000"/>
              <a:gd name="connsiteX67" fmla="*/ 8417 w 10000"/>
              <a:gd name="connsiteY67" fmla="*/ 710 h 10000"/>
              <a:gd name="connsiteX68" fmla="*/ 8365 w 10000"/>
              <a:gd name="connsiteY68" fmla="*/ 671 h 10000"/>
              <a:gd name="connsiteX69" fmla="*/ 8311 w 10000"/>
              <a:gd name="connsiteY69" fmla="*/ 642 h 10000"/>
              <a:gd name="connsiteX70" fmla="*/ 8252 w 10000"/>
              <a:gd name="connsiteY70" fmla="*/ 613 h 10000"/>
              <a:gd name="connsiteX71" fmla="*/ 8186 w 10000"/>
              <a:gd name="connsiteY71" fmla="*/ 584 h 10000"/>
              <a:gd name="connsiteX72" fmla="*/ 8117 w 10000"/>
              <a:gd name="connsiteY72" fmla="*/ 564 h 10000"/>
              <a:gd name="connsiteX73" fmla="*/ 8044 w 10000"/>
              <a:gd name="connsiteY73" fmla="*/ 535 h 10000"/>
              <a:gd name="connsiteX74" fmla="*/ 7971 w 10000"/>
              <a:gd name="connsiteY74" fmla="*/ 525 h 10000"/>
              <a:gd name="connsiteX75" fmla="*/ 7898 w 10000"/>
              <a:gd name="connsiteY75" fmla="*/ 506 h 10000"/>
              <a:gd name="connsiteX76" fmla="*/ 7821 w 10000"/>
              <a:gd name="connsiteY76" fmla="*/ 495 h 10000"/>
              <a:gd name="connsiteX77" fmla="*/ 7752 w 10000"/>
              <a:gd name="connsiteY77" fmla="*/ 495 h 10000"/>
              <a:gd name="connsiteX78" fmla="*/ 7566 w 10000"/>
              <a:gd name="connsiteY78" fmla="*/ 495 h 10000"/>
              <a:gd name="connsiteX79" fmla="*/ 7391 w 10000"/>
              <a:gd name="connsiteY79" fmla="*/ 516 h 10000"/>
              <a:gd name="connsiteX80" fmla="*/ 7220 w 10000"/>
              <a:gd name="connsiteY80" fmla="*/ 554 h 10000"/>
              <a:gd name="connsiteX81" fmla="*/ 7055 w 10000"/>
              <a:gd name="connsiteY81" fmla="*/ 593 h 10000"/>
              <a:gd name="connsiteX82" fmla="*/ 6898 w 10000"/>
              <a:gd name="connsiteY82" fmla="*/ 651 h 10000"/>
              <a:gd name="connsiteX83" fmla="*/ 6752 w 10000"/>
              <a:gd name="connsiteY83" fmla="*/ 729 h 10000"/>
              <a:gd name="connsiteX84" fmla="*/ 6610 w 10000"/>
              <a:gd name="connsiteY84" fmla="*/ 807 h 10000"/>
              <a:gd name="connsiteX85" fmla="*/ 6478 w 10000"/>
              <a:gd name="connsiteY85" fmla="*/ 914 h 10000"/>
              <a:gd name="connsiteX86" fmla="*/ 6350 w 10000"/>
              <a:gd name="connsiteY86" fmla="*/ 1011 h 10000"/>
              <a:gd name="connsiteX87" fmla="*/ 6237 w 10000"/>
              <a:gd name="connsiteY87" fmla="*/ 1147 h 10000"/>
              <a:gd name="connsiteX88" fmla="*/ 6124 w 10000"/>
              <a:gd name="connsiteY88" fmla="*/ 1283 h 10000"/>
              <a:gd name="connsiteX89" fmla="*/ 5839 w 10000"/>
              <a:gd name="connsiteY89" fmla="*/ 2109 h 10000"/>
              <a:gd name="connsiteX90" fmla="*/ 5554 w 10000"/>
              <a:gd name="connsiteY90" fmla="*/ 2925 h 10000"/>
              <a:gd name="connsiteX91" fmla="*/ 5266 w 10000"/>
              <a:gd name="connsiteY91" fmla="*/ 3703 h 10000"/>
              <a:gd name="connsiteX92" fmla="*/ 4973 w 10000"/>
              <a:gd name="connsiteY92" fmla="*/ 4460 h 10000"/>
              <a:gd name="connsiteX93" fmla="*/ 4681 w 10000"/>
              <a:gd name="connsiteY93" fmla="*/ 5180 h 10000"/>
              <a:gd name="connsiteX94" fmla="*/ 4385 w 10000"/>
              <a:gd name="connsiteY94" fmla="*/ 5889 h 10000"/>
              <a:gd name="connsiteX95" fmla="*/ 4086 w 10000"/>
              <a:gd name="connsiteY95" fmla="*/ 6551 h 10000"/>
              <a:gd name="connsiteX96" fmla="*/ 3786 w 10000"/>
              <a:gd name="connsiteY96" fmla="*/ 7201 h 10000"/>
              <a:gd name="connsiteX97" fmla="*/ 3483 w 10000"/>
              <a:gd name="connsiteY97" fmla="*/ 7814 h 10000"/>
              <a:gd name="connsiteX98" fmla="*/ 3180 w 10000"/>
              <a:gd name="connsiteY98" fmla="*/ 8406 h 10000"/>
              <a:gd name="connsiteX99" fmla="*/ 2873 w 10000"/>
              <a:gd name="connsiteY99" fmla="*/ 8970 h 10000"/>
              <a:gd name="connsiteX100" fmla="*/ 2567 w 10000"/>
              <a:gd name="connsiteY100" fmla="*/ 9494 h 10000"/>
              <a:gd name="connsiteX101" fmla="*/ 2257 w 10000"/>
              <a:gd name="connsiteY101" fmla="*/ 10000 h 10000"/>
              <a:gd name="connsiteX102" fmla="*/ 1505 w 10000"/>
              <a:gd name="connsiteY102" fmla="*/ 9388 h 10000"/>
              <a:gd name="connsiteX103" fmla="*/ 752 w 10000"/>
              <a:gd name="connsiteY103" fmla="*/ 8795 h 10000"/>
              <a:gd name="connsiteX104" fmla="*/ 0 w 10000"/>
              <a:gd name="connsiteY104" fmla="*/ 8212 h 10000"/>
              <a:gd name="connsiteX0" fmla="*/ 0 w 10000"/>
              <a:gd name="connsiteY0" fmla="*/ 8212 h 10000"/>
              <a:gd name="connsiteX1" fmla="*/ 329 w 10000"/>
              <a:gd name="connsiteY1" fmla="*/ 8406 h 10000"/>
              <a:gd name="connsiteX2" fmla="*/ 650 w 10000"/>
              <a:gd name="connsiteY2" fmla="*/ 8630 h 10000"/>
              <a:gd name="connsiteX3" fmla="*/ 975 w 10000"/>
              <a:gd name="connsiteY3" fmla="*/ 8863 h 10000"/>
              <a:gd name="connsiteX4" fmla="*/ 1300 w 10000"/>
              <a:gd name="connsiteY4" fmla="*/ 9116 h 10000"/>
              <a:gd name="connsiteX5" fmla="*/ 1622 w 10000"/>
              <a:gd name="connsiteY5" fmla="*/ 9388 h 10000"/>
              <a:gd name="connsiteX6" fmla="*/ 1943 w 10000"/>
              <a:gd name="connsiteY6" fmla="*/ 9690 h 10000"/>
              <a:gd name="connsiteX7" fmla="*/ 2257 w 10000"/>
              <a:gd name="connsiteY7" fmla="*/ 10000 h 10000"/>
              <a:gd name="connsiteX8" fmla="*/ 2523 w 10000"/>
              <a:gd name="connsiteY8" fmla="*/ 9903 h 10000"/>
              <a:gd name="connsiteX9" fmla="*/ 2789 w 10000"/>
              <a:gd name="connsiteY9" fmla="*/ 9796 h 10000"/>
              <a:gd name="connsiteX10" fmla="*/ 3049 w 10000"/>
              <a:gd name="connsiteY10" fmla="*/ 9660 h 10000"/>
              <a:gd name="connsiteX11" fmla="*/ 3308 w 10000"/>
              <a:gd name="connsiteY11" fmla="*/ 9494 h 10000"/>
              <a:gd name="connsiteX12" fmla="*/ 3560 w 10000"/>
              <a:gd name="connsiteY12" fmla="*/ 9320 h 10000"/>
              <a:gd name="connsiteX13" fmla="*/ 3808 w 10000"/>
              <a:gd name="connsiteY13" fmla="*/ 9126 h 10000"/>
              <a:gd name="connsiteX14" fmla="*/ 4049 w 10000"/>
              <a:gd name="connsiteY14" fmla="*/ 8912 h 10000"/>
              <a:gd name="connsiteX15" fmla="*/ 4287 w 10000"/>
              <a:gd name="connsiteY15" fmla="*/ 8679 h 10000"/>
              <a:gd name="connsiteX16" fmla="*/ 4517 w 10000"/>
              <a:gd name="connsiteY16" fmla="*/ 8425 h 10000"/>
              <a:gd name="connsiteX17" fmla="*/ 4740 w 10000"/>
              <a:gd name="connsiteY17" fmla="*/ 8154 h 10000"/>
              <a:gd name="connsiteX18" fmla="*/ 4959 w 10000"/>
              <a:gd name="connsiteY18" fmla="*/ 7872 h 10000"/>
              <a:gd name="connsiteX19" fmla="*/ 5167 w 10000"/>
              <a:gd name="connsiteY19" fmla="*/ 7571 h 10000"/>
              <a:gd name="connsiteX20" fmla="*/ 5372 w 10000"/>
              <a:gd name="connsiteY20" fmla="*/ 7240 h 10000"/>
              <a:gd name="connsiteX21" fmla="*/ 5565 w 10000"/>
              <a:gd name="connsiteY21" fmla="*/ 6900 h 10000"/>
              <a:gd name="connsiteX22" fmla="*/ 5751 w 10000"/>
              <a:gd name="connsiteY22" fmla="*/ 6551 h 10000"/>
              <a:gd name="connsiteX23" fmla="*/ 5927 w 10000"/>
              <a:gd name="connsiteY23" fmla="*/ 6181 h 10000"/>
              <a:gd name="connsiteX24" fmla="*/ 6098 w 10000"/>
              <a:gd name="connsiteY24" fmla="*/ 5802 h 10000"/>
              <a:gd name="connsiteX25" fmla="*/ 6259 w 10000"/>
              <a:gd name="connsiteY25" fmla="*/ 5393 h 10000"/>
              <a:gd name="connsiteX26" fmla="*/ 6365 w 10000"/>
              <a:gd name="connsiteY26" fmla="*/ 5141 h 10000"/>
              <a:gd name="connsiteX27" fmla="*/ 6478 w 10000"/>
              <a:gd name="connsiteY27" fmla="*/ 4879 h 10000"/>
              <a:gd name="connsiteX28" fmla="*/ 6591 w 10000"/>
              <a:gd name="connsiteY28" fmla="*/ 4636 h 10000"/>
              <a:gd name="connsiteX29" fmla="*/ 6712 w 10000"/>
              <a:gd name="connsiteY29" fmla="*/ 4392 h 10000"/>
              <a:gd name="connsiteX30" fmla="*/ 6829 w 10000"/>
              <a:gd name="connsiteY30" fmla="*/ 4159 h 10000"/>
              <a:gd name="connsiteX31" fmla="*/ 6953 w 10000"/>
              <a:gd name="connsiteY31" fmla="*/ 3946 h 10000"/>
              <a:gd name="connsiteX32" fmla="*/ 7077 w 10000"/>
              <a:gd name="connsiteY32" fmla="*/ 3732 h 10000"/>
              <a:gd name="connsiteX33" fmla="*/ 7201 w 10000"/>
              <a:gd name="connsiteY33" fmla="*/ 3548 h 10000"/>
              <a:gd name="connsiteX34" fmla="*/ 7322 w 10000"/>
              <a:gd name="connsiteY34" fmla="*/ 3362 h 10000"/>
              <a:gd name="connsiteX35" fmla="*/ 7446 w 10000"/>
              <a:gd name="connsiteY35" fmla="*/ 3197 h 10000"/>
              <a:gd name="connsiteX36" fmla="*/ 7562 w 10000"/>
              <a:gd name="connsiteY36" fmla="*/ 3052 h 10000"/>
              <a:gd name="connsiteX37" fmla="*/ 7682 w 10000"/>
              <a:gd name="connsiteY37" fmla="*/ 2916 h 10000"/>
              <a:gd name="connsiteX38" fmla="*/ 7796 w 10000"/>
              <a:gd name="connsiteY38" fmla="*/ 2799 h 10000"/>
              <a:gd name="connsiteX39" fmla="*/ 7909 w 10000"/>
              <a:gd name="connsiteY39" fmla="*/ 2712 h 10000"/>
              <a:gd name="connsiteX40" fmla="*/ 8015 w 10000"/>
              <a:gd name="connsiteY40" fmla="*/ 2634 h 10000"/>
              <a:gd name="connsiteX41" fmla="*/ 8117 w 10000"/>
              <a:gd name="connsiteY41" fmla="*/ 2576 h 10000"/>
              <a:gd name="connsiteX42" fmla="*/ 8212 w 10000"/>
              <a:gd name="connsiteY42" fmla="*/ 2547 h 10000"/>
              <a:gd name="connsiteX43" fmla="*/ 8303 w 10000"/>
              <a:gd name="connsiteY43" fmla="*/ 2527 h 10000"/>
              <a:gd name="connsiteX44" fmla="*/ 8387 w 10000"/>
              <a:gd name="connsiteY44" fmla="*/ 2518 h 10000"/>
              <a:gd name="connsiteX45" fmla="*/ 8482 w 10000"/>
              <a:gd name="connsiteY45" fmla="*/ 2518 h 10000"/>
              <a:gd name="connsiteX46" fmla="*/ 8581 w 10000"/>
              <a:gd name="connsiteY46" fmla="*/ 2527 h 10000"/>
              <a:gd name="connsiteX47" fmla="*/ 8687 w 10000"/>
              <a:gd name="connsiteY47" fmla="*/ 2547 h 10000"/>
              <a:gd name="connsiteX48" fmla="*/ 8796 w 10000"/>
              <a:gd name="connsiteY48" fmla="*/ 2576 h 10000"/>
              <a:gd name="connsiteX49" fmla="*/ 8906 w 10000"/>
              <a:gd name="connsiteY49" fmla="*/ 2615 h 10000"/>
              <a:gd name="connsiteX50" fmla="*/ 9019 w 10000"/>
              <a:gd name="connsiteY50" fmla="*/ 2663 h 10000"/>
              <a:gd name="connsiteX51" fmla="*/ 9136 w 10000"/>
              <a:gd name="connsiteY51" fmla="*/ 2721 h 10000"/>
              <a:gd name="connsiteX52" fmla="*/ 9253 w 10000"/>
              <a:gd name="connsiteY52" fmla="*/ 2789 h 10000"/>
              <a:gd name="connsiteX53" fmla="*/ 9370 w 10000"/>
              <a:gd name="connsiteY53" fmla="*/ 2857 h 10000"/>
              <a:gd name="connsiteX54" fmla="*/ 9483 w 10000"/>
              <a:gd name="connsiteY54" fmla="*/ 2925 h 10000"/>
              <a:gd name="connsiteX55" fmla="*/ 9593 w 10000"/>
              <a:gd name="connsiteY55" fmla="*/ 3013 h 10000"/>
              <a:gd name="connsiteX56" fmla="*/ 9706 w 10000"/>
              <a:gd name="connsiteY56" fmla="*/ 3362 h 10000"/>
              <a:gd name="connsiteX57" fmla="*/ 9808 w 10000"/>
              <a:gd name="connsiteY57" fmla="*/ 3713 h 10000"/>
              <a:gd name="connsiteX58" fmla="*/ 9907 w 10000"/>
              <a:gd name="connsiteY58" fmla="*/ 4091 h 10000"/>
              <a:gd name="connsiteX59" fmla="*/ 9994 w 10000"/>
              <a:gd name="connsiteY59" fmla="*/ 4460 h 10000"/>
              <a:gd name="connsiteX60" fmla="*/ 10000 w 10000"/>
              <a:gd name="connsiteY60" fmla="*/ 1025 h 10000"/>
              <a:gd name="connsiteX61" fmla="*/ 9465 w 10000"/>
              <a:gd name="connsiteY61" fmla="*/ 695 h 10000"/>
              <a:gd name="connsiteX62" fmla="*/ 8957 w 10000"/>
              <a:gd name="connsiteY62" fmla="*/ 632 h 10000"/>
              <a:gd name="connsiteX63" fmla="*/ 8504 w 10000"/>
              <a:gd name="connsiteY63" fmla="*/ 311 h 10000"/>
              <a:gd name="connsiteX64" fmla="*/ 8044 w 10000"/>
              <a:gd name="connsiteY64" fmla="*/ 0 h 10000"/>
              <a:gd name="connsiteX65" fmla="*/ 8486 w 10000"/>
              <a:gd name="connsiteY65" fmla="*/ 778 h 10000"/>
              <a:gd name="connsiteX66" fmla="*/ 8453 w 10000"/>
              <a:gd name="connsiteY66" fmla="*/ 739 h 10000"/>
              <a:gd name="connsiteX67" fmla="*/ 8417 w 10000"/>
              <a:gd name="connsiteY67" fmla="*/ 710 h 10000"/>
              <a:gd name="connsiteX68" fmla="*/ 8365 w 10000"/>
              <a:gd name="connsiteY68" fmla="*/ 671 h 10000"/>
              <a:gd name="connsiteX69" fmla="*/ 8311 w 10000"/>
              <a:gd name="connsiteY69" fmla="*/ 642 h 10000"/>
              <a:gd name="connsiteX70" fmla="*/ 8252 w 10000"/>
              <a:gd name="connsiteY70" fmla="*/ 613 h 10000"/>
              <a:gd name="connsiteX71" fmla="*/ 8186 w 10000"/>
              <a:gd name="connsiteY71" fmla="*/ 584 h 10000"/>
              <a:gd name="connsiteX72" fmla="*/ 8117 w 10000"/>
              <a:gd name="connsiteY72" fmla="*/ 564 h 10000"/>
              <a:gd name="connsiteX73" fmla="*/ 8044 w 10000"/>
              <a:gd name="connsiteY73" fmla="*/ 535 h 10000"/>
              <a:gd name="connsiteX74" fmla="*/ 7971 w 10000"/>
              <a:gd name="connsiteY74" fmla="*/ 525 h 10000"/>
              <a:gd name="connsiteX75" fmla="*/ 7898 w 10000"/>
              <a:gd name="connsiteY75" fmla="*/ 506 h 10000"/>
              <a:gd name="connsiteX76" fmla="*/ 7821 w 10000"/>
              <a:gd name="connsiteY76" fmla="*/ 495 h 10000"/>
              <a:gd name="connsiteX77" fmla="*/ 7752 w 10000"/>
              <a:gd name="connsiteY77" fmla="*/ 495 h 10000"/>
              <a:gd name="connsiteX78" fmla="*/ 7566 w 10000"/>
              <a:gd name="connsiteY78" fmla="*/ 495 h 10000"/>
              <a:gd name="connsiteX79" fmla="*/ 7391 w 10000"/>
              <a:gd name="connsiteY79" fmla="*/ 516 h 10000"/>
              <a:gd name="connsiteX80" fmla="*/ 7220 w 10000"/>
              <a:gd name="connsiteY80" fmla="*/ 554 h 10000"/>
              <a:gd name="connsiteX81" fmla="*/ 7055 w 10000"/>
              <a:gd name="connsiteY81" fmla="*/ 593 h 10000"/>
              <a:gd name="connsiteX82" fmla="*/ 6898 w 10000"/>
              <a:gd name="connsiteY82" fmla="*/ 651 h 10000"/>
              <a:gd name="connsiteX83" fmla="*/ 6752 w 10000"/>
              <a:gd name="connsiteY83" fmla="*/ 729 h 10000"/>
              <a:gd name="connsiteX84" fmla="*/ 6610 w 10000"/>
              <a:gd name="connsiteY84" fmla="*/ 807 h 10000"/>
              <a:gd name="connsiteX85" fmla="*/ 6478 w 10000"/>
              <a:gd name="connsiteY85" fmla="*/ 914 h 10000"/>
              <a:gd name="connsiteX86" fmla="*/ 6350 w 10000"/>
              <a:gd name="connsiteY86" fmla="*/ 1011 h 10000"/>
              <a:gd name="connsiteX87" fmla="*/ 6237 w 10000"/>
              <a:gd name="connsiteY87" fmla="*/ 1147 h 10000"/>
              <a:gd name="connsiteX88" fmla="*/ 6124 w 10000"/>
              <a:gd name="connsiteY88" fmla="*/ 1283 h 10000"/>
              <a:gd name="connsiteX89" fmla="*/ 5839 w 10000"/>
              <a:gd name="connsiteY89" fmla="*/ 2109 h 10000"/>
              <a:gd name="connsiteX90" fmla="*/ 5554 w 10000"/>
              <a:gd name="connsiteY90" fmla="*/ 2925 h 10000"/>
              <a:gd name="connsiteX91" fmla="*/ 5266 w 10000"/>
              <a:gd name="connsiteY91" fmla="*/ 3703 h 10000"/>
              <a:gd name="connsiteX92" fmla="*/ 4973 w 10000"/>
              <a:gd name="connsiteY92" fmla="*/ 4460 h 10000"/>
              <a:gd name="connsiteX93" fmla="*/ 4681 w 10000"/>
              <a:gd name="connsiteY93" fmla="*/ 5180 h 10000"/>
              <a:gd name="connsiteX94" fmla="*/ 4385 w 10000"/>
              <a:gd name="connsiteY94" fmla="*/ 5889 h 10000"/>
              <a:gd name="connsiteX95" fmla="*/ 4086 w 10000"/>
              <a:gd name="connsiteY95" fmla="*/ 6551 h 10000"/>
              <a:gd name="connsiteX96" fmla="*/ 3786 w 10000"/>
              <a:gd name="connsiteY96" fmla="*/ 7201 h 10000"/>
              <a:gd name="connsiteX97" fmla="*/ 3483 w 10000"/>
              <a:gd name="connsiteY97" fmla="*/ 7814 h 10000"/>
              <a:gd name="connsiteX98" fmla="*/ 3180 w 10000"/>
              <a:gd name="connsiteY98" fmla="*/ 8406 h 10000"/>
              <a:gd name="connsiteX99" fmla="*/ 2873 w 10000"/>
              <a:gd name="connsiteY99" fmla="*/ 8970 h 10000"/>
              <a:gd name="connsiteX100" fmla="*/ 2567 w 10000"/>
              <a:gd name="connsiteY100" fmla="*/ 9494 h 10000"/>
              <a:gd name="connsiteX101" fmla="*/ 2191 w 10000"/>
              <a:gd name="connsiteY101" fmla="*/ 9758 h 10000"/>
              <a:gd name="connsiteX102" fmla="*/ 1505 w 10000"/>
              <a:gd name="connsiteY102" fmla="*/ 9388 h 10000"/>
              <a:gd name="connsiteX103" fmla="*/ 752 w 10000"/>
              <a:gd name="connsiteY103" fmla="*/ 8795 h 10000"/>
              <a:gd name="connsiteX104" fmla="*/ 0 w 10000"/>
              <a:gd name="connsiteY104" fmla="*/ 8212 h 10000"/>
              <a:gd name="connsiteX0" fmla="*/ 0 w 10000"/>
              <a:gd name="connsiteY0" fmla="*/ 8212 h 10000"/>
              <a:gd name="connsiteX1" fmla="*/ 329 w 10000"/>
              <a:gd name="connsiteY1" fmla="*/ 8406 h 10000"/>
              <a:gd name="connsiteX2" fmla="*/ 650 w 10000"/>
              <a:gd name="connsiteY2" fmla="*/ 8630 h 10000"/>
              <a:gd name="connsiteX3" fmla="*/ 975 w 10000"/>
              <a:gd name="connsiteY3" fmla="*/ 8863 h 10000"/>
              <a:gd name="connsiteX4" fmla="*/ 1300 w 10000"/>
              <a:gd name="connsiteY4" fmla="*/ 9116 h 10000"/>
              <a:gd name="connsiteX5" fmla="*/ 1622 w 10000"/>
              <a:gd name="connsiteY5" fmla="*/ 9388 h 10000"/>
              <a:gd name="connsiteX6" fmla="*/ 1943 w 10000"/>
              <a:gd name="connsiteY6" fmla="*/ 9690 h 10000"/>
              <a:gd name="connsiteX7" fmla="*/ 2257 w 10000"/>
              <a:gd name="connsiteY7" fmla="*/ 10000 h 10000"/>
              <a:gd name="connsiteX8" fmla="*/ 2523 w 10000"/>
              <a:gd name="connsiteY8" fmla="*/ 9903 h 10000"/>
              <a:gd name="connsiteX9" fmla="*/ 2789 w 10000"/>
              <a:gd name="connsiteY9" fmla="*/ 9796 h 10000"/>
              <a:gd name="connsiteX10" fmla="*/ 3049 w 10000"/>
              <a:gd name="connsiteY10" fmla="*/ 9660 h 10000"/>
              <a:gd name="connsiteX11" fmla="*/ 3308 w 10000"/>
              <a:gd name="connsiteY11" fmla="*/ 9494 h 10000"/>
              <a:gd name="connsiteX12" fmla="*/ 3560 w 10000"/>
              <a:gd name="connsiteY12" fmla="*/ 9320 h 10000"/>
              <a:gd name="connsiteX13" fmla="*/ 3808 w 10000"/>
              <a:gd name="connsiteY13" fmla="*/ 9126 h 10000"/>
              <a:gd name="connsiteX14" fmla="*/ 4049 w 10000"/>
              <a:gd name="connsiteY14" fmla="*/ 8912 h 10000"/>
              <a:gd name="connsiteX15" fmla="*/ 4287 w 10000"/>
              <a:gd name="connsiteY15" fmla="*/ 8679 h 10000"/>
              <a:gd name="connsiteX16" fmla="*/ 4517 w 10000"/>
              <a:gd name="connsiteY16" fmla="*/ 8425 h 10000"/>
              <a:gd name="connsiteX17" fmla="*/ 4740 w 10000"/>
              <a:gd name="connsiteY17" fmla="*/ 8154 h 10000"/>
              <a:gd name="connsiteX18" fmla="*/ 4959 w 10000"/>
              <a:gd name="connsiteY18" fmla="*/ 7872 h 10000"/>
              <a:gd name="connsiteX19" fmla="*/ 5167 w 10000"/>
              <a:gd name="connsiteY19" fmla="*/ 7571 h 10000"/>
              <a:gd name="connsiteX20" fmla="*/ 5372 w 10000"/>
              <a:gd name="connsiteY20" fmla="*/ 7240 h 10000"/>
              <a:gd name="connsiteX21" fmla="*/ 5565 w 10000"/>
              <a:gd name="connsiteY21" fmla="*/ 6900 h 10000"/>
              <a:gd name="connsiteX22" fmla="*/ 5751 w 10000"/>
              <a:gd name="connsiteY22" fmla="*/ 6551 h 10000"/>
              <a:gd name="connsiteX23" fmla="*/ 5927 w 10000"/>
              <a:gd name="connsiteY23" fmla="*/ 6181 h 10000"/>
              <a:gd name="connsiteX24" fmla="*/ 6098 w 10000"/>
              <a:gd name="connsiteY24" fmla="*/ 5802 h 10000"/>
              <a:gd name="connsiteX25" fmla="*/ 6259 w 10000"/>
              <a:gd name="connsiteY25" fmla="*/ 5393 h 10000"/>
              <a:gd name="connsiteX26" fmla="*/ 6365 w 10000"/>
              <a:gd name="connsiteY26" fmla="*/ 5141 h 10000"/>
              <a:gd name="connsiteX27" fmla="*/ 6478 w 10000"/>
              <a:gd name="connsiteY27" fmla="*/ 4879 h 10000"/>
              <a:gd name="connsiteX28" fmla="*/ 6591 w 10000"/>
              <a:gd name="connsiteY28" fmla="*/ 4636 h 10000"/>
              <a:gd name="connsiteX29" fmla="*/ 6712 w 10000"/>
              <a:gd name="connsiteY29" fmla="*/ 4392 h 10000"/>
              <a:gd name="connsiteX30" fmla="*/ 6829 w 10000"/>
              <a:gd name="connsiteY30" fmla="*/ 4159 h 10000"/>
              <a:gd name="connsiteX31" fmla="*/ 6953 w 10000"/>
              <a:gd name="connsiteY31" fmla="*/ 3946 h 10000"/>
              <a:gd name="connsiteX32" fmla="*/ 7077 w 10000"/>
              <a:gd name="connsiteY32" fmla="*/ 3732 h 10000"/>
              <a:gd name="connsiteX33" fmla="*/ 7201 w 10000"/>
              <a:gd name="connsiteY33" fmla="*/ 3548 h 10000"/>
              <a:gd name="connsiteX34" fmla="*/ 7322 w 10000"/>
              <a:gd name="connsiteY34" fmla="*/ 3362 h 10000"/>
              <a:gd name="connsiteX35" fmla="*/ 7446 w 10000"/>
              <a:gd name="connsiteY35" fmla="*/ 3197 h 10000"/>
              <a:gd name="connsiteX36" fmla="*/ 7562 w 10000"/>
              <a:gd name="connsiteY36" fmla="*/ 3052 h 10000"/>
              <a:gd name="connsiteX37" fmla="*/ 7682 w 10000"/>
              <a:gd name="connsiteY37" fmla="*/ 2916 h 10000"/>
              <a:gd name="connsiteX38" fmla="*/ 7796 w 10000"/>
              <a:gd name="connsiteY38" fmla="*/ 2799 h 10000"/>
              <a:gd name="connsiteX39" fmla="*/ 7909 w 10000"/>
              <a:gd name="connsiteY39" fmla="*/ 2712 h 10000"/>
              <a:gd name="connsiteX40" fmla="*/ 8015 w 10000"/>
              <a:gd name="connsiteY40" fmla="*/ 2634 h 10000"/>
              <a:gd name="connsiteX41" fmla="*/ 8117 w 10000"/>
              <a:gd name="connsiteY41" fmla="*/ 2576 h 10000"/>
              <a:gd name="connsiteX42" fmla="*/ 8212 w 10000"/>
              <a:gd name="connsiteY42" fmla="*/ 2547 h 10000"/>
              <a:gd name="connsiteX43" fmla="*/ 8303 w 10000"/>
              <a:gd name="connsiteY43" fmla="*/ 2527 h 10000"/>
              <a:gd name="connsiteX44" fmla="*/ 8387 w 10000"/>
              <a:gd name="connsiteY44" fmla="*/ 2518 h 10000"/>
              <a:gd name="connsiteX45" fmla="*/ 8482 w 10000"/>
              <a:gd name="connsiteY45" fmla="*/ 2518 h 10000"/>
              <a:gd name="connsiteX46" fmla="*/ 8581 w 10000"/>
              <a:gd name="connsiteY46" fmla="*/ 2527 h 10000"/>
              <a:gd name="connsiteX47" fmla="*/ 8687 w 10000"/>
              <a:gd name="connsiteY47" fmla="*/ 2547 h 10000"/>
              <a:gd name="connsiteX48" fmla="*/ 8796 w 10000"/>
              <a:gd name="connsiteY48" fmla="*/ 2576 h 10000"/>
              <a:gd name="connsiteX49" fmla="*/ 8906 w 10000"/>
              <a:gd name="connsiteY49" fmla="*/ 2615 h 10000"/>
              <a:gd name="connsiteX50" fmla="*/ 9019 w 10000"/>
              <a:gd name="connsiteY50" fmla="*/ 2663 h 10000"/>
              <a:gd name="connsiteX51" fmla="*/ 9136 w 10000"/>
              <a:gd name="connsiteY51" fmla="*/ 2721 h 10000"/>
              <a:gd name="connsiteX52" fmla="*/ 9253 w 10000"/>
              <a:gd name="connsiteY52" fmla="*/ 2789 h 10000"/>
              <a:gd name="connsiteX53" fmla="*/ 9370 w 10000"/>
              <a:gd name="connsiteY53" fmla="*/ 2857 h 10000"/>
              <a:gd name="connsiteX54" fmla="*/ 9483 w 10000"/>
              <a:gd name="connsiteY54" fmla="*/ 2925 h 10000"/>
              <a:gd name="connsiteX55" fmla="*/ 9593 w 10000"/>
              <a:gd name="connsiteY55" fmla="*/ 3013 h 10000"/>
              <a:gd name="connsiteX56" fmla="*/ 9706 w 10000"/>
              <a:gd name="connsiteY56" fmla="*/ 3362 h 10000"/>
              <a:gd name="connsiteX57" fmla="*/ 9808 w 10000"/>
              <a:gd name="connsiteY57" fmla="*/ 3713 h 10000"/>
              <a:gd name="connsiteX58" fmla="*/ 9907 w 10000"/>
              <a:gd name="connsiteY58" fmla="*/ 4091 h 10000"/>
              <a:gd name="connsiteX59" fmla="*/ 9994 w 10000"/>
              <a:gd name="connsiteY59" fmla="*/ 4460 h 10000"/>
              <a:gd name="connsiteX60" fmla="*/ 10000 w 10000"/>
              <a:gd name="connsiteY60" fmla="*/ 1025 h 10000"/>
              <a:gd name="connsiteX61" fmla="*/ 9465 w 10000"/>
              <a:gd name="connsiteY61" fmla="*/ 695 h 10000"/>
              <a:gd name="connsiteX62" fmla="*/ 8957 w 10000"/>
              <a:gd name="connsiteY62" fmla="*/ 632 h 10000"/>
              <a:gd name="connsiteX63" fmla="*/ 8504 w 10000"/>
              <a:gd name="connsiteY63" fmla="*/ 311 h 10000"/>
              <a:gd name="connsiteX64" fmla="*/ 8044 w 10000"/>
              <a:gd name="connsiteY64" fmla="*/ 0 h 10000"/>
              <a:gd name="connsiteX65" fmla="*/ 8486 w 10000"/>
              <a:gd name="connsiteY65" fmla="*/ 778 h 10000"/>
              <a:gd name="connsiteX66" fmla="*/ 8453 w 10000"/>
              <a:gd name="connsiteY66" fmla="*/ 739 h 10000"/>
              <a:gd name="connsiteX67" fmla="*/ 8417 w 10000"/>
              <a:gd name="connsiteY67" fmla="*/ 710 h 10000"/>
              <a:gd name="connsiteX68" fmla="*/ 8365 w 10000"/>
              <a:gd name="connsiteY68" fmla="*/ 671 h 10000"/>
              <a:gd name="connsiteX69" fmla="*/ 8311 w 10000"/>
              <a:gd name="connsiteY69" fmla="*/ 642 h 10000"/>
              <a:gd name="connsiteX70" fmla="*/ 8252 w 10000"/>
              <a:gd name="connsiteY70" fmla="*/ 613 h 10000"/>
              <a:gd name="connsiteX71" fmla="*/ 8186 w 10000"/>
              <a:gd name="connsiteY71" fmla="*/ 584 h 10000"/>
              <a:gd name="connsiteX72" fmla="*/ 8117 w 10000"/>
              <a:gd name="connsiteY72" fmla="*/ 564 h 10000"/>
              <a:gd name="connsiteX73" fmla="*/ 8044 w 10000"/>
              <a:gd name="connsiteY73" fmla="*/ 535 h 10000"/>
              <a:gd name="connsiteX74" fmla="*/ 7971 w 10000"/>
              <a:gd name="connsiteY74" fmla="*/ 525 h 10000"/>
              <a:gd name="connsiteX75" fmla="*/ 7898 w 10000"/>
              <a:gd name="connsiteY75" fmla="*/ 506 h 10000"/>
              <a:gd name="connsiteX76" fmla="*/ 7821 w 10000"/>
              <a:gd name="connsiteY76" fmla="*/ 495 h 10000"/>
              <a:gd name="connsiteX77" fmla="*/ 7752 w 10000"/>
              <a:gd name="connsiteY77" fmla="*/ 495 h 10000"/>
              <a:gd name="connsiteX78" fmla="*/ 7566 w 10000"/>
              <a:gd name="connsiteY78" fmla="*/ 495 h 10000"/>
              <a:gd name="connsiteX79" fmla="*/ 7391 w 10000"/>
              <a:gd name="connsiteY79" fmla="*/ 516 h 10000"/>
              <a:gd name="connsiteX80" fmla="*/ 7220 w 10000"/>
              <a:gd name="connsiteY80" fmla="*/ 554 h 10000"/>
              <a:gd name="connsiteX81" fmla="*/ 7055 w 10000"/>
              <a:gd name="connsiteY81" fmla="*/ 593 h 10000"/>
              <a:gd name="connsiteX82" fmla="*/ 6898 w 10000"/>
              <a:gd name="connsiteY82" fmla="*/ 651 h 10000"/>
              <a:gd name="connsiteX83" fmla="*/ 6752 w 10000"/>
              <a:gd name="connsiteY83" fmla="*/ 729 h 10000"/>
              <a:gd name="connsiteX84" fmla="*/ 6610 w 10000"/>
              <a:gd name="connsiteY84" fmla="*/ 807 h 10000"/>
              <a:gd name="connsiteX85" fmla="*/ 6478 w 10000"/>
              <a:gd name="connsiteY85" fmla="*/ 914 h 10000"/>
              <a:gd name="connsiteX86" fmla="*/ 6350 w 10000"/>
              <a:gd name="connsiteY86" fmla="*/ 1011 h 10000"/>
              <a:gd name="connsiteX87" fmla="*/ 6237 w 10000"/>
              <a:gd name="connsiteY87" fmla="*/ 1147 h 10000"/>
              <a:gd name="connsiteX88" fmla="*/ 6124 w 10000"/>
              <a:gd name="connsiteY88" fmla="*/ 1283 h 10000"/>
              <a:gd name="connsiteX89" fmla="*/ 5839 w 10000"/>
              <a:gd name="connsiteY89" fmla="*/ 2109 h 10000"/>
              <a:gd name="connsiteX90" fmla="*/ 5554 w 10000"/>
              <a:gd name="connsiteY90" fmla="*/ 2925 h 10000"/>
              <a:gd name="connsiteX91" fmla="*/ 5266 w 10000"/>
              <a:gd name="connsiteY91" fmla="*/ 3703 h 10000"/>
              <a:gd name="connsiteX92" fmla="*/ 4973 w 10000"/>
              <a:gd name="connsiteY92" fmla="*/ 4460 h 10000"/>
              <a:gd name="connsiteX93" fmla="*/ 4681 w 10000"/>
              <a:gd name="connsiteY93" fmla="*/ 5180 h 10000"/>
              <a:gd name="connsiteX94" fmla="*/ 4385 w 10000"/>
              <a:gd name="connsiteY94" fmla="*/ 5889 h 10000"/>
              <a:gd name="connsiteX95" fmla="*/ 4086 w 10000"/>
              <a:gd name="connsiteY95" fmla="*/ 6551 h 10000"/>
              <a:gd name="connsiteX96" fmla="*/ 3786 w 10000"/>
              <a:gd name="connsiteY96" fmla="*/ 7201 h 10000"/>
              <a:gd name="connsiteX97" fmla="*/ 3483 w 10000"/>
              <a:gd name="connsiteY97" fmla="*/ 7814 h 10000"/>
              <a:gd name="connsiteX98" fmla="*/ 3180 w 10000"/>
              <a:gd name="connsiteY98" fmla="*/ 8406 h 10000"/>
              <a:gd name="connsiteX99" fmla="*/ 2873 w 10000"/>
              <a:gd name="connsiteY99" fmla="*/ 8970 h 10000"/>
              <a:gd name="connsiteX100" fmla="*/ 2567 w 10000"/>
              <a:gd name="connsiteY100" fmla="*/ 9494 h 10000"/>
              <a:gd name="connsiteX101" fmla="*/ 2162 w 10000"/>
              <a:gd name="connsiteY101" fmla="*/ 9539 h 10000"/>
              <a:gd name="connsiteX102" fmla="*/ 1505 w 10000"/>
              <a:gd name="connsiteY102" fmla="*/ 9388 h 10000"/>
              <a:gd name="connsiteX103" fmla="*/ 752 w 10000"/>
              <a:gd name="connsiteY103" fmla="*/ 8795 h 10000"/>
              <a:gd name="connsiteX104" fmla="*/ 0 w 10000"/>
              <a:gd name="connsiteY104" fmla="*/ 8212 h 10000"/>
              <a:gd name="connsiteX0" fmla="*/ 0 w 10000"/>
              <a:gd name="connsiteY0" fmla="*/ 8212 h 9903"/>
              <a:gd name="connsiteX1" fmla="*/ 329 w 10000"/>
              <a:gd name="connsiteY1" fmla="*/ 8406 h 9903"/>
              <a:gd name="connsiteX2" fmla="*/ 650 w 10000"/>
              <a:gd name="connsiteY2" fmla="*/ 8630 h 9903"/>
              <a:gd name="connsiteX3" fmla="*/ 975 w 10000"/>
              <a:gd name="connsiteY3" fmla="*/ 8863 h 9903"/>
              <a:gd name="connsiteX4" fmla="*/ 1300 w 10000"/>
              <a:gd name="connsiteY4" fmla="*/ 9116 h 9903"/>
              <a:gd name="connsiteX5" fmla="*/ 1622 w 10000"/>
              <a:gd name="connsiteY5" fmla="*/ 9388 h 9903"/>
              <a:gd name="connsiteX6" fmla="*/ 1943 w 10000"/>
              <a:gd name="connsiteY6" fmla="*/ 9690 h 9903"/>
              <a:gd name="connsiteX7" fmla="*/ 2321 w 10000"/>
              <a:gd name="connsiteY7" fmla="*/ 9880 h 9903"/>
              <a:gd name="connsiteX8" fmla="*/ 2523 w 10000"/>
              <a:gd name="connsiteY8" fmla="*/ 9903 h 9903"/>
              <a:gd name="connsiteX9" fmla="*/ 2789 w 10000"/>
              <a:gd name="connsiteY9" fmla="*/ 9796 h 9903"/>
              <a:gd name="connsiteX10" fmla="*/ 3049 w 10000"/>
              <a:gd name="connsiteY10" fmla="*/ 9660 h 9903"/>
              <a:gd name="connsiteX11" fmla="*/ 3308 w 10000"/>
              <a:gd name="connsiteY11" fmla="*/ 9494 h 9903"/>
              <a:gd name="connsiteX12" fmla="*/ 3560 w 10000"/>
              <a:gd name="connsiteY12" fmla="*/ 9320 h 9903"/>
              <a:gd name="connsiteX13" fmla="*/ 3808 w 10000"/>
              <a:gd name="connsiteY13" fmla="*/ 9126 h 9903"/>
              <a:gd name="connsiteX14" fmla="*/ 4049 w 10000"/>
              <a:gd name="connsiteY14" fmla="*/ 8912 h 9903"/>
              <a:gd name="connsiteX15" fmla="*/ 4287 w 10000"/>
              <a:gd name="connsiteY15" fmla="*/ 8679 h 9903"/>
              <a:gd name="connsiteX16" fmla="*/ 4517 w 10000"/>
              <a:gd name="connsiteY16" fmla="*/ 8425 h 9903"/>
              <a:gd name="connsiteX17" fmla="*/ 4740 w 10000"/>
              <a:gd name="connsiteY17" fmla="*/ 8154 h 9903"/>
              <a:gd name="connsiteX18" fmla="*/ 4959 w 10000"/>
              <a:gd name="connsiteY18" fmla="*/ 7872 h 9903"/>
              <a:gd name="connsiteX19" fmla="*/ 5167 w 10000"/>
              <a:gd name="connsiteY19" fmla="*/ 7571 h 9903"/>
              <a:gd name="connsiteX20" fmla="*/ 5372 w 10000"/>
              <a:gd name="connsiteY20" fmla="*/ 7240 h 9903"/>
              <a:gd name="connsiteX21" fmla="*/ 5565 w 10000"/>
              <a:gd name="connsiteY21" fmla="*/ 6900 h 9903"/>
              <a:gd name="connsiteX22" fmla="*/ 5751 w 10000"/>
              <a:gd name="connsiteY22" fmla="*/ 6551 h 9903"/>
              <a:gd name="connsiteX23" fmla="*/ 5927 w 10000"/>
              <a:gd name="connsiteY23" fmla="*/ 6181 h 9903"/>
              <a:gd name="connsiteX24" fmla="*/ 6098 w 10000"/>
              <a:gd name="connsiteY24" fmla="*/ 5802 h 9903"/>
              <a:gd name="connsiteX25" fmla="*/ 6259 w 10000"/>
              <a:gd name="connsiteY25" fmla="*/ 5393 h 9903"/>
              <a:gd name="connsiteX26" fmla="*/ 6365 w 10000"/>
              <a:gd name="connsiteY26" fmla="*/ 5141 h 9903"/>
              <a:gd name="connsiteX27" fmla="*/ 6478 w 10000"/>
              <a:gd name="connsiteY27" fmla="*/ 4879 h 9903"/>
              <a:gd name="connsiteX28" fmla="*/ 6591 w 10000"/>
              <a:gd name="connsiteY28" fmla="*/ 4636 h 9903"/>
              <a:gd name="connsiteX29" fmla="*/ 6712 w 10000"/>
              <a:gd name="connsiteY29" fmla="*/ 4392 h 9903"/>
              <a:gd name="connsiteX30" fmla="*/ 6829 w 10000"/>
              <a:gd name="connsiteY30" fmla="*/ 4159 h 9903"/>
              <a:gd name="connsiteX31" fmla="*/ 6953 w 10000"/>
              <a:gd name="connsiteY31" fmla="*/ 3946 h 9903"/>
              <a:gd name="connsiteX32" fmla="*/ 7077 w 10000"/>
              <a:gd name="connsiteY32" fmla="*/ 3732 h 9903"/>
              <a:gd name="connsiteX33" fmla="*/ 7201 w 10000"/>
              <a:gd name="connsiteY33" fmla="*/ 3548 h 9903"/>
              <a:gd name="connsiteX34" fmla="*/ 7322 w 10000"/>
              <a:gd name="connsiteY34" fmla="*/ 3362 h 9903"/>
              <a:gd name="connsiteX35" fmla="*/ 7446 w 10000"/>
              <a:gd name="connsiteY35" fmla="*/ 3197 h 9903"/>
              <a:gd name="connsiteX36" fmla="*/ 7562 w 10000"/>
              <a:gd name="connsiteY36" fmla="*/ 3052 h 9903"/>
              <a:gd name="connsiteX37" fmla="*/ 7682 w 10000"/>
              <a:gd name="connsiteY37" fmla="*/ 2916 h 9903"/>
              <a:gd name="connsiteX38" fmla="*/ 7796 w 10000"/>
              <a:gd name="connsiteY38" fmla="*/ 2799 h 9903"/>
              <a:gd name="connsiteX39" fmla="*/ 7909 w 10000"/>
              <a:gd name="connsiteY39" fmla="*/ 2712 h 9903"/>
              <a:gd name="connsiteX40" fmla="*/ 8015 w 10000"/>
              <a:gd name="connsiteY40" fmla="*/ 2634 h 9903"/>
              <a:gd name="connsiteX41" fmla="*/ 8117 w 10000"/>
              <a:gd name="connsiteY41" fmla="*/ 2576 h 9903"/>
              <a:gd name="connsiteX42" fmla="*/ 8212 w 10000"/>
              <a:gd name="connsiteY42" fmla="*/ 2547 h 9903"/>
              <a:gd name="connsiteX43" fmla="*/ 8303 w 10000"/>
              <a:gd name="connsiteY43" fmla="*/ 2527 h 9903"/>
              <a:gd name="connsiteX44" fmla="*/ 8387 w 10000"/>
              <a:gd name="connsiteY44" fmla="*/ 2518 h 9903"/>
              <a:gd name="connsiteX45" fmla="*/ 8482 w 10000"/>
              <a:gd name="connsiteY45" fmla="*/ 2518 h 9903"/>
              <a:gd name="connsiteX46" fmla="*/ 8581 w 10000"/>
              <a:gd name="connsiteY46" fmla="*/ 2527 h 9903"/>
              <a:gd name="connsiteX47" fmla="*/ 8687 w 10000"/>
              <a:gd name="connsiteY47" fmla="*/ 2547 h 9903"/>
              <a:gd name="connsiteX48" fmla="*/ 8796 w 10000"/>
              <a:gd name="connsiteY48" fmla="*/ 2576 h 9903"/>
              <a:gd name="connsiteX49" fmla="*/ 8906 w 10000"/>
              <a:gd name="connsiteY49" fmla="*/ 2615 h 9903"/>
              <a:gd name="connsiteX50" fmla="*/ 9019 w 10000"/>
              <a:gd name="connsiteY50" fmla="*/ 2663 h 9903"/>
              <a:gd name="connsiteX51" fmla="*/ 9136 w 10000"/>
              <a:gd name="connsiteY51" fmla="*/ 2721 h 9903"/>
              <a:gd name="connsiteX52" fmla="*/ 9253 w 10000"/>
              <a:gd name="connsiteY52" fmla="*/ 2789 h 9903"/>
              <a:gd name="connsiteX53" fmla="*/ 9370 w 10000"/>
              <a:gd name="connsiteY53" fmla="*/ 2857 h 9903"/>
              <a:gd name="connsiteX54" fmla="*/ 9483 w 10000"/>
              <a:gd name="connsiteY54" fmla="*/ 2925 h 9903"/>
              <a:gd name="connsiteX55" fmla="*/ 9593 w 10000"/>
              <a:gd name="connsiteY55" fmla="*/ 3013 h 9903"/>
              <a:gd name="connsiteX56" fmla="*/ 9706 w 10000"/>
              <a:gd name="connsiteY56" fmla="*/ 3362 h 9903"/>
              <a:gd name="connsiteX57" fmla="*/ 9808 w 10000"/>
              <a:gd name="connsiteY57" fmla="*/ 3713 h 9903"/>
              <a:gd name="connsiteX58" fmla="*/ 9907 w 10000"/>
              <a:gd name="connsiteY58" fmla="*/ 4091 h 9903"/>
              <a:gd name="connsiteX59" fmla="*/ 9994 w 10000"/>
              <a:gd name="connsiteY59" fmla="*/ 4460 h 9903"/>
              <a:gd name="connsiteX60" fmla="*/ 10000 w 10000"/>
              <a:gd name="connsiteY60" fmla="*/ 1025 h 9903"/>
              <a:gd name="connsiteX61" fmla="*/ 9465 w 10000"/>
              <a:gd name="connsiteY61" fmla="*/ 695 h 9903"/>
              <a:gd name="connsiteX62" fmla="*/ 8957 w 10000"/>
              <a:gd name="connsiteY62" fmla="*/ 632 h 9903"/>
              <a:gd name="connsiteX63" fmla="*/ 8504 w 10000"/>
              <a:gd name="connsiteY63" fmla="*/ 311 h 9903"/>
              <a:gd name="connsiteX64" fmla="*/ 8044 w 10000"/>
              <a:gd name="connsiteY64" fmla="*/ 0 h 9903"/>
              <a:gd name="connsiteX65" fmla="*/ 8486 w 10000"/>
              <a:gd name="connsiteY65" fmla="*/ 778 h 9903"/>
              <a:gd name="connsiteX66" fmla="*/ 8453 w 10000"/>
              <a:gd name="connsiteY66" fmla="*/ 739 h 9903"/>
              <a:gd name="connsiteX67" fmla="*/ 8417 w 10000"/>
              <a:gd name="connsiteY67" fmla="*/ 710 h 9903"/>
              <a:gd name="connsiteX68" fmla="*/ 8365 w 10000"/>
              <a:gd name="connsiteY68" fmla="*/ 671 h 9903"/>
              <a:gd name="connsiteX69" fmla="*/ 8311 w 10000"/>
              <a:gd name="connsiteY69" fmla="*/ 642 h 9903"/>
              <a:gd name="connsiteX70" fmla="*/ 8252 w 10000"/>
              <a:gd name="connsiteY70" fmla="*/ 613 h 9903"/>
              <a:gd name="connsiteX71" fmla="*/ 8186 w 10000"/>
              <a:gd name="connsiteY71" fmla="*/ 584 h 9903"/>
              <a:gd name="connsiteX72" fmla="*/ 8117 w 10000"/>
              <a:gd name="connsiteY72" fmla="*/ 564 h 9903"/>
              <a:gd name="connsiteX73" fmla="*/ 8044 w 10000"/>
              <a:gd name="connsiteY73" fmla="*/ 535 h 9903"/>
              <a:gd name="connsiteX74" fmla="*/ 7971 w 10000"/>
              <a:gd name="connsiteY74" fmla="*/ 525 h 9903"/>
              <a:gd name="connsiteX75" fmla="*/ 7898 w 10000"/>
              <a:gd name="connsiteY75" fmla="*/ 506 h 9903"/>
              <a:gd name="connsiteX76" fmla="*/ 7821 w 10000"/>
              <a:gd name="connsiteY76" fmla="*/ 495 h 9903"/>
              <a:gd name="connsiteX77" fmla="*/ 7752 w 10000"/>
              <a:gd name="connsiteY77" fmla="*/ 495 h 9903"/>
              <a:gd name="connsiteX78" fmla="*/ 7566 w 10000"/>
              <a:gd name="connsiteY78" fmla="*/ 495 h 9903"/>
              <a:gd name="connsiteX79" fmla="*/ 7391 w 10000"/>
              <a:gd name="connsiteY79" fmla="*/ 516 h 9903"/>
              <a:gd name="connsiteX80" fmla="*/ 7220 w 10000"/>
              <a:gd name="connsiteY80" fmla="*/ 554 h 9903"/>
              <a:gd name="connsiteX81" fmla="*/ 7055 w 10000"/>
              <a:gd name="connsiteY81" fmla="*/ 593 h 9903"/>
              <a:gd name="connsiteX82" fmla="*/ 6898 w 10000"/>
              <a:gd name="connsiteY82" fmla="*/ 651 h 9903"/>
              <a:gd name="connsiteX83" fmla="*/ 6752 w 10000"/>
              <a:gd name="connsiteY83" fmla="*/ 729 h 9903"/>
              <a:gd name="connsiteX84" fmla="*/ 6610 w 10000"/>
              <a:gd name="connsiteY84" fmla="*/ 807 h 9903"/>
              <a:gd name="connsiteX85" fmla="*/ 6478 w 10000"/>
              <a:gd name="connsiteY85" fmla="*/ 914 h 9903"/>
              <a:gd name="connsiteX86" fmla="*/ 6350 w 10000"/>
              <a:gd name="connsiteY86" fmla="*/ 1011 h 9903"/>
              <a:gd name="connsiteX87" fmla="*/ 6237 w 10000"/>
              <a:gd name="connsiteY87" fmla="*/ 1147 h 9903"/>
              <a:gd name="connsiteX88" fmla="*/ 6124 w 10000"/>
              <a:gd name="connsiteY88" fmla="*/ 1283 h 9903"/>
              <a:gd name="connsiteX89" fmla="*/ 5839 w 10000"/>
              <a:gd name="connsiteY89" fmla="*/ 2109 h 9903"/>
              <a:gd name="connsiteX90" fmla="*/ 5554 w 10000"/>
              <a:gd name="connsiteY90" fmla="*/ 2925 h 9903"/>
              <a:gd name="connsiteX91" fmla="*/ 5266 w 10000"/>
              <a:gd name="connsiteY91" fmla="*/ 3703 h 9903"/>
              <a:gd name="connsiteX92" fmla="*/ 4973 w 10000"/>
              <a:gd name="connsiteY92" fmla="*/ 4460 h 9903"/>
              <a:gd name="connsiteX93" fmla="*/ 4681 w 10000"/>
              <a:gd name="connsiteY93" fmla="*/ 5180 h 9903"/>
              <a:gd name="connsiteX94" fmla="*/ 4385 w 10000"/>
              <a:gd name="connsiteY94" fmla="*/ 5889 h 9903"/>
              <a:gd name="connsiteX95" fmla="*/ 4086 w 10000"/>
              <a:gd name="connsiteY95" fmla="*/ 6551 h 9903"/>
              <a:gd name="connsiteX96" fmla="*/ 3786 w 10000"/>
              <a:gd name="connsiteY96" fmla="*/ 7201 h 9903"/>
              <a:gd name="connsiteX97" fmla="*/ 3483 w 10000"/>
              <a:gd name="connsiteY97" fmla="*/ 7814 h 9903"/>
              <a:gd name="connsiteX98" fmla="*/ 3180 w 10000"/>
              <a:gd name="connsiteY98" fmla="*/ 8406 h 9903"/>
              <a:gd name="connsiteX99" fmla="*/ 2873 w 10000"/>
              <a:gd name="connsiteY99" fmla="*/ 8970 h 9903"/>
              <a:gd name="connsiteX100" fmla="*/ 2567 w 10000"/>
              <a:gd name="connsiteY100" fmla="*/ 9494 h 9903"/>
              <a:gd name="connsiteX101" fmla="*/ 2162 w 10000"/>
              <a:gd name="connsiteY101" fmla="*/ 9539 h 9903"/>
              <a:gd name="connsiteX102" fmla="*/ 1505 w 10000"/>
              <a:gd name="connsiteY102" fmla="*/ 9388 h 9903"/>
              <a:gd name="connsiteX103" fmla="*/ 752 w 10000"/>
              <a:gd name="connsiteY103" fmla="*/ 8795 h 9903"/>
              <a:gd name="connsiteX104" fmla="*/ 0 w 10000"/>
              <a:gd name="connsiteY104" fmla="*/ 8212 h 9903"/>
              <a:gd name="connsiteX0" fmla="*/ 0 w 10017"/>
              <a:gd name="connsiteY0" fmla="*/ 8292 h 10000"/>
              <a:gd name="connsiteX1" fmla="*/ 329 w 10017"/>
              <a:gd name="connsiteY1" fmla="*/ 8488 h 10000"/>
              <a:gd name="connsiteX2" fmla="*/ 650 w 10017"/>
              <a:gd name="connsiteY2" fmla="*/ 8715 h 10000"/>
              <a:gd name="connsiteX3" fmla="*/ 975 w 10017"/>
              <a:gd name="connsiteY3" fmla="*/ 8950 h 10000"/>
              <a:gd name="connsiteX4" fmla="*/ 1300 w 10017"/>
              <a:gd name="connsiteY4" fmla="*/ 9205 h 10000"/>
              <a:gd name="connsiteX5" fmla="*/ 1622 w 10017"/>
              <a:gd name="connsiteY5" fmla="*/ 9480 h 10000"/>
              <a:gd name="connsiteX6" fmla="*/ 1943 w 10017"/>
              <a:gd name="connsiteY6" fmla="*/ 9785 h 10000"/>
              <a:gd name="connsiteX7" fmla="*/ 2321 w 10017"/>
              <a:gd name="connsiteY7" fmla="*/ 9977 h 10000"/>
              <a:gd name="connsiteX8" fmla="*/ 2523 w 10017"/>
              <a:gd name="connsiteY8" fmla="*/ 10000 h 10000"/>
              <a:gd name="connsiteX9" fmla="*/ 2789 w 10017"/>
              <a:gd name="connsiteY9" fmla="*/ 9892 h 10000"/>
              <a:gd name="connsiteX10" fmla="*/ 3049 w 10017"/>
              <a:gd name="connsiteY10" fmla="*/ 9755 h 10000"/>
              <a:gd name="connsiteX11" fmla="*/ 3308 w 10017"/>
              <a:gd name="connsiteY11" fmla="*/ 9587 h 10000"/>
              <a:gd name="connsiteX12" fmla="*/ 3560 w 10017"/>
              <a:gd name="connsiteY12" fmla="*/ 9411 h 10000"/>
              <a:gd name="connsiteX13" fmla="*/ 3808 w 10017"/>
              <a:gd name="connsiteY13" fmla="*/ 9215 h 10000"/>
              <a:gd name="connsiteX14" fmla="*/ 4049 w 10017"/>
              <a:gd name="connsiteY14" fmla="*/ 8999 h 10000"/>
              <a:gd name="connsiteX15" fmla="*/ 4287 w 10017"/>
              <a:gd name="connsiteY15" fmla="*/ 8764 h 10000"/>
              <a:gd name="connsiteX16" fmla="*/ 4517 w 10017"/>
              <a:gd name="connsiteY16" fmla="*/ 8508 h 10000"/>
              <a:gd name="connsiteX17" fmla="*/ 4740 w 10017"/>
              <a:gd name="connsiteY17" fmla="*/ 8234 h 10000"/>
              <a:gd name="connsiteX18" fmla="*/ 4959 w 10017"/>
              <a:gd name="connsiteY18" fmla="*/ 7949 h 10000"/>
              <a:gd name="connsiteX19" fmla="*/ 5167 w 10017"/>
              <a:gd name="connsiteY19" fmla="*/ 7645 h 10000"/>
              <a:gd name="connsiteX20" fmla="*/ 5372 w 10017"/>
              <a:gd name="connsiteY20" fmla="*/ 7311 h 10000"/>
              <a:gd name="connsiteX21" fmla="*/ 5565 w 10017"/>
              <a:gd name="connsiteY21" fmla="*/ 6968 h 10000"/>
              <a:gd name="connsiteX22" fmla="*/ 5751 w 10017"/>
              <a:gd name="connsiteY22" fmla="*/ 6615 h 10000"/>
              <a:gd name="connsiteX23" fmla="*/ 5927 w 10017"/>
              <a:gd name="connsiteY23" fmla="*/ 6242 h 10000"/>
              <a:gd name="connsiteX24" fmla="*/ 6098 w 10017"/>
              <a:gd name="connsiteY24" fmla="*/ 5859 h 10000"/>
              <a:gd name="connsiteX25" fmla="*/ 6259 w 10017"/>
              <a:gd name="connsiteY25" fmla="*/ 5446 h 10000"/>
              <a:gd name="connsiteX26" fmla="*/ 6365 w 10017"/>
              <a:gd name="connsiteY26" fmla="*/ 5191 h 10000"/>
              <a:gd name="connsiteX27" fmla="*/ 6478 w 10017"/>
              <a:gd name="connsiteY27" fmla="*/ 4927 h 10000"/>
              <a:gd name="connsiteX28" fmla="*/ 6591 w 10017"/>
              <a:gd name="connsiteY28" fmla="*/ 4681 h 10000"/>
              <a:gd name="connsiteX29" fmla="*/ 6712 w 10017"/>
              <a:gd name="connsiteY29" fmla="*/ 4435 h 10000"/>
              <a:gd name="connsiteX30" fmla="*/ 6829 w 10017"/>
              <a:gd name="connsiteY30" fmla="*/ 4200 h 10000"/>
              <a:gd name="connsiteX31" fmla="*/ 6953 w 10017"/>
              <a:gd name="connsiteY31" fmla="*/ 3985 h 10000"/>
              <a:gd name="connsiteX32" fmla="*/ 7077 w 10017"/>
              <a:gd name="connsiteY32" fmla="*/ 3769 h 10000"/>
              <a:gd name="connsiteX33" fmla="*/ 7201 w 10017"/>
              <a:gd name="connsiteY33" fmla="*/ 3583 h 10000"/>
              <a:gd name="connsiteX34" fmla="*/ 7322 w 10017"/>
              <a:gd name="connsiteY34" fmla="*/ 3395 h 10000"/>
              <a:gd name="connsiteX35" fmla="*/ 7446 w 10017"/>
              <a:gd name="connsiteY35" fmla="*/ 3228 h 10000"/>
              <a:gd name="connsiteX36" fmla="*/ 7562 w 10017"/>
              <a:gd name="connsiteY36" fmla="*/ 3082 h 10000"/>
              <a:gd name="connsiteX37" fmla="*/ 7682 w 10017"/>
              <a:gd name="connsiteY37" fmla="*/ 2945 h 10000"/>
              <a:gd name="connsiteX38" fmla="*/ 7796 w 10017"/>
              <a:gd name="connsiteY38" fmla="*/ 2826 h 10000"/>
              <a:gd name="connsiteX39" fmla="*/ 7909 w 10017"/>
              <a:gd name="connsiteY39" fmla="*/ 2739 h 10000"/>
              <a:gd name="connsiteX40" fmla="*/ 8015 w 10017"/>
              <a:gd name="connsiteY40" fmla="*/ 2660 h 10000"/>
              <a:gd name="connsiteX41" fmla="*/ 8117 w 10017"/>
              <a:gd name="connsiteY41" fmla="*/ 2601 h 10000"/>
              <a:gd name="connsiteX42" fmla="*/ 8212 w 10017"/>
              <a:gd name="connsiteY42" fmla="*/ 2572 h 10000"/>
              <a:gd name="connsiteX43" fmla="*/ 8303 w 10017"/>
              <a:gd name="connsiteY43" fmla="*/ 2552 h 10000"/>
              <a:gd name="connsiteX44" fmla="*/ 8387 w 10017"/>
              <a:gd name="connsiteY44" fmla="*/ 2543 h 10000"/>
              <a:gd name="connsiteX45" fmla="*/ 8482 w 10017"/>
              <a:gd name="connsiteY45" fmla="*/ 2543 h 10000"/>
              <a:gd name="connsiteX46" fmla="*/ 8581 w 10017"/>
              <a:gd name="connsiteY46" fmla="*/ 2552 h 10000"/>
              <a:gd name="connsiteX47" fmla="*/ 8687 w 10017"/>
              <a:gd name="connsiteY47" fmla="*/ 2572 h 10000"/>
              <a:gd name="connsiteX48" fmla="*/ 8796 w 10017"/>
              <a:gd name="connsiteY48" fmla="*/ 2601 h 10000"/>
              <a:gd name="connsiteX49" fmla="*/ 8906 w 10017"/>
              <a:gd name="connsiteY49" fmla="*/ 2641 h 10000"/>
              <a:gd name="connsiteX50" fmla="*/ 9019 w 10017"/>
              <a:gd name="connsiteY50" fmla="*/ 2689 h 10000"/>
              <a:gd name="connsiteX51" fmla="*/ 9136 w 10017"/>
              <a:gd name="connsiteY51" fmla="*/ 2748 h 10000"/>
              <a:gd name="connsiteX52" fmla="*/ 9253 w 10017"/>
              <a:gd name="connsiteY52" fmla="*/ 2816 h 10000"/>
              <a:gd name="connsiteX53" fmla="*/ 9370 w 10017"/>
              <a:gd name="connsiteY53" fmla="*/ 2885 h 10000"/>
              <a:gd name="connsiteX54" fmla="*/ 9483 w 10017"/>
              <a:gd name="connsiteY54" fmla="*/ 2954 h 10000"/>
              <a:gd name="connsiteX55" fmla="*/ 9593 w 10017"/>
              <a:gd name="connsiteY55" fmla="*/ 3043 h 10000"/>
              <a:gd name="connsiteX56" fmla="*/ 9706 w 10017"/>
              <a:gd name="connsiteY56" fmla="*/ 3395 h 10000"/>
              <a:gd name="connsiteX57" fmla="*/ 9808 w 10017"/>
              <a:gd name="connsiteY57" fmla="*/ 3749 h 10000"/>
              <a:gd name="connsiteX58" fmla="*/ 9907 w 10017"/>
              <a:gd name="connsiteY58" fmla="*/ 4131 h 10000"/>
              <a:gd name="connsiteX59" fmla="*/ 9994 w 10017"/>
              <a:gd name="connsiteY59" fmla="*/ 4504 h 10000"/>
              <a:gd name="connsiteX60" fmla="*/ 10017 w 10017"/>
              <a:gd name="connsiteY60" fmla="*/ 694 h 10000"/>
              <a:gd name="connsiteX61" fmla="*/ 9465 w 10017"/>
              <a:gd name="connsiteY61" fmla="*/ 702 h 10000"/>
              <a:gd name="connsiteX62" fmla="*/ 8957 w 10017"/>
              <a:gd name="connsiteY62" fmla="*/ 638 h 10000"/>
              <a:gd name="connsiteX63" fmla="*/ 8504 w 10017"/>
              <a:gd name="connsiteY63" fmla="*/ 314 h 10000"/>
              <a:gd name="connsiteX64" fmla="*/ 8044 w 10017"/>
              <a:gd name="connsiteY64" fmla="*/ 0 h 10000"/>
              <a:gd name="connsiteX65" fmla="*/ 8486 w 10017"/>
              <a:gd name="connsiteY65" fmla="*/ 786 h 10000"/>
              <a:gd name="connsiteX66" fmla="*/ 8453 w 10017"/>
              <a:gd name="connsiteY66" fmla="*/ 746 h 10000"/>
              <a:gd name="connsiteX67" fmla="*/ 8417 w 10017"/>
              <a:gd name="connsiteY67" fmla="*/ 717 h 10000"/>
              <a:gd name="connsiteX68" fmla="*/ 8365 w 10017"/>
              <a:gd name="connsiteY68" fmla="*/ 678 h 10000"/>
              <a:gd name="connsiteX69" fmla="*/ 8311 w 10017"/>
              <a:gd name="connsiteY69" fmla="*/ 648 h 10000"/>
              <a:gd name="connsiteX70" fmla="*/ 8252 w 10017"/>
              <a:gd name="connsiteY70" fmla="*/ 619 h 10000"/>
              <a:gd name="connsiteX71" fmla="*/ 8186 w 10017"/>
              <a:gd name="connsiteY71" fmla="*/ 590 h 10000"/>
              <a:gd name="connsiteX72" fmla="*/ 8117 w 10017"/>
              <a:gd name="connsiteY72" fmla="*/ 570 h 10000"/>
              <a:gd name="connsiteX73" fmla="*/ 8044 w 10017"/>
              <a:gd name="connsiteY73" fmla="*/ 540 h 10000"/>
              <a:gd name="connsiteX74" fmla="*/ 7971 w 10017"/>
              <a:gd name="connsiteY74" fmla="*/ 530 h 10000"/>
              <a:gd name="connsiteX75" fmla="*/ 7898 w 10017"/>
              <a:gd name="connsiteY75" fmla="*/ 511 h 10000"/>
              <a:gd name="connsiteX76" fmla="*/ 7821 w 10017"/>
              <a:gd name="connsiteY76" fmla="*/ 500 h 10000"/>
              <a:gd name="connsiteX77" fmla="*/ 7752 w 10017"/>
              <a:gd name="connsiteY77" fmla="*/ 500 h 10000"/>
              <a:gd name="connsiteX78" fmla="*/ 7566 w 10017"/>
              <a:gd name="connsiteY78" fmla="*/ 500 h 10000"/>
              <a:gd name="connsiteX79" fmla="*/ 7391 w 10017"/>
              <a:gd name="connsiteY79" fmla="*/ 521 h 10000"/>
              <a:gd name="connsiteX80" fmla="*/ 7220 w 10017"/>
              <a:gd name="connsiteY80" fmla="*/ 559 h 10000"/>
              <a:gd name="connsiteX81" fmla="*/ 7055 w 10017"/>
              <a:gd name="connsiteY81" fmla="*/ 599 h 10000"/>
              <a:gd name="connsiteX82" fmla="*/ 6898 w 10017"/>
              <a:gd name="connsiteY82" fmla="*/ 657 h 10000"/>
              <a:gd name="connsiteX83" fmla="*/ 6752 w 10017"/>
              <a:gd name="connsiteY83" fmla="*/ 736 h 10000"/>
              <a:gd name="connsiteX84" fmla="*/ 6610 w 10017"/>
              <a:gd name="connsiteY84" fmla="*/ 815 h 10000"/>
              <a:gd name="connsiteX85" fmla="*/ 6478 w 10017"/>
              <a:gd name="connsiteY85" fmla="*/ 923 h 10000"/>
              <a:gd name="connsiteX86" fmla="*/ 6350 w 10017"/>
              <a:gd name="connsiteY86" fmla="*/ 1021 h 10000"/>
              <a:gd name="connsiteX87" fmla="*/ 6237 w 10017"/>
              <a:gd name="connsiteY87" fmla="*/ 1158 h 10000"/>
              <a:gd name="connsiteX88" fmla="*/ 6124 w 10017"/>
              <a:gd name="connsiteY88" fmla="*/ 1296 h 10000"/>
              <a:gd name="connsiteX89" fmla="*/ 5839 w 10017"/>
              <a:gd name="connsiteY89" fmla="*/ 2130 h 10000"/>
              <a:gd name="connsiteX90" fmla="*/ 5554 w 10017"/>
              <a:gd name="connsiteY90" fmla="*/ 2954 h 10000"/>
              <a:gd name="connsiteX91" fmla="*/ 5266 w 10017"/>
              <a:gd name="connsiteY91" fmla="*/ 3739 h 10000"/>
              <a:gd name="connsiteX92" fmla="*/ 4973 w 10017"/>
              <a:gd name="connsiteY92" fmla="*/ 4504 h 10000"/>
              <a:gd name="connsiteX93" fmla="*/ 4681 w 10017"/>
              <a:gd name="connsiteY93" fmla="*/ 5231 h 10000"/>
              <a:gd name="connsiteX94" fmla="*/ 4385 w 10017"/>
              <a:gd name="connsiteY94" fmla="*/ 5947 h 10000"/>
              <a:gd name="connsiteX95" fmla="*/ 4086 w 10017"/>
              <a:gd name="connsiteY95" fmla="*/ 6615 h 10000"/>
              <a:gd name="connsiteX96" fmla="*/ 3786 w 10017"/>
              <a:gd name="connsiteY96" fmla="*/ 7272 h 10000"/>
              <a:gd name="connsiteX97" fmla="*/ 3483 w 10017"/>
              <a:gd name="connsiteY97" fmla="*/ 7891 h 10000"/>
              <a:gd name="connsiteX98" fmla="*/ 3180 w 10017"/>
              <a:gd name="connsiteY98" fmla="*/ 8488 h 10000"/>
              <a:gd name="connsiteX99" fmla="*/ 2873 w 10017"/>
              <a:gd name="connsiteY99" fmla="*/ 9058 h 10000"/>
              <a:gd name="connsiteX100" fmla="*/ 2567 w 10017"/>
              <a:gd name="connsiteY100" fmla="*/ 9587 h 10000"/>
              <a:gd name="connsiteX101" fmla="*/ 2162 w 10017"/>
              <a:gd name="connsiteY101" fmla="*/ 9632 h 10000"/>
              <a:gd name="connsiteX102" fmla="*/ 1505 w 10017"/>
              <a:gd name="connsiteY102" fmla="*/ 9480 h 10000"/>
              <a:gd name="connsiteX103" fmla="*/ 752 w 10017"/>
              <a:gd name="connsiteY103" fmla="*/ 8881 h 10000"/>
              <a:gd name="connsiteX104" fmla="*/ 0 w 10017"/>
              <a:gd name="connsiteY104" fmla="*/ 8292 h 10000"/>
              <a:gd name="connsiteX0" fmla="*/ 0 w 10071"/>
              <a:gd name="connsiteY0" fmla="*/ 8292 h 10000"/>
              <a:gd name="connsiteX1" fmla="*/ 329 w 10071"/>
              <a:gd name="connsiteY1" fmla="*/ 8488 h 10000"/>
              <a:gd name="connsiteX2" fmla="*/ 650 w 10071"/>
              <a:gd name="connsiteY2" fmla="*/ 8715 h 10000"/>
              <a:gd name="connsiteX3" fmla="*/ 975 w 10071"/>
              <a:gd name="connsiteY3" fmla="*/ 8950 h 10000"/>
              <a:gd name="connsiteX4" fmla="*/ 1300 w 10071"/>
              <a:gd name="connsiteY4" fmla="*/ 9205 h 10000"/>
              <a:gd name="connsiteX5" fmla="*/ 1622 w 10071"/>
              <a:gd name="connsiteY5" fmla="*/ 9480 h 10000"/>
              <a:gd name="connsiteX6" fmla="*/ 1943 w 10071"/>
              <a:gd name="connsiteY6" fmla="*/ 9785 h 10000"/>
              <a:gd name="connsiteX7" fmla="*/ 2321 w 10071"/>
              <a:gd name="connsiteY7" fmla="*/ 9977 h 10000"/>
              <a:gd name="connsiteX8" fmla="*/ 2523 w 10071"/>
              <a:gd name="connsiteY8" fmla="*/ 10000 h 10000"/>
              <a:gd name="connsiteX9" fmla="*/ 2789 w 10071"/>
              <a:gd name="connsiteY9" fmla="*/ 9892 h 10000"/>
              <a:gd name="connsiteX10" fmla="*/ 3049 w 10071"/>
              <a:gd name="connsiteY10" fmla="*/ 9755 h 10000"/>
              <a:gd name="connsiteX11" fmla="*/ 3308 w 10071"/>
              <a:gd name="connsiteY11" fmla="*/ 9587 h 10000"/>
              <a:gd name="connsiteX12" fmla="*/ 3560 w 10071"/>
              <a:gd name="connsiteY12" fmla="*/ 9411 h 10000"/>
              <a:gd name="connsiteX13" fmla="*/ 3808 w 10071"/>
              <a:gd name="connsiteY13" fmla="*/ 9215 h 10000"/>
              <a:gd name="connsiteX14" fmla="*/ 4049 w 10071"/>
              <a:gd name="connsiteY14" fmla="*/ 8999 h 10000"/>
              <a:gd name="connsiteX15" fmla="*/ 4287 w 10071"/>
              <a:gd name="connsiteY15" fmla="*/ 8764 h 10000"/>
              <a:gd name="connsiteX16" fmla="*/ 4517 w 10071"/>
              <a:gd name="connsiteY16" fmla="*/ 8508 h 10000"/>
              <a:gd name="connsiteX17" fmla="*/ 4740 w 10071"/>
              <a:gd name="connsiteY17" fmla="*/ 8234 h 10000"/>
              <a:gd name="connsiteX18" fmla="*/ 4959 w 10071"/>
              <a:gd name="connsiteY18" fmla="*/ 7949 h 10000"/>
              <a:gd name="connsiteX19" fmla="*/ 5167 w 10071"/>
              <a:gd name="connsiteY19" fmla="*/ 7645 h 10000"/>
              <a:gd name="connsiteX20" fmla="*/ 5372 w 10071"/>
              <a:gd name="connsiteY20" fmla="*/ 7311 h 10000"/>
              <a:gd name="connsiteX21" fmla="*/ 5565 w 10071"/>
              <a:gd name="connsiteY21" fmla="*/ 6968 h 10000"/>
              <a:gd name="connsiteX22" fmla="*/ 5751 w 10071"/>
              <a:gd name="connsiteY22" fmla="*/ 6615 h 10000"/>
              <a:gd name="connsiteX23" fmla="*/ 5927 w 10071"/>
              <a:gd name="connsiteY23" fmla="*/ 6242 h 10000"/>
              <a:gd name="connsiteX24" fmla="*/ 6098 w 10071"/>
              <a:gd name="connsiteY24" fmla="*/ 5859 h 10000"/>
              <a:gd name="connsiteX25" fmla="*/ 6259 w 10071"/>
              <a:gd name="connsiteY25" fmla="*/ 5446 h 10000"/>
              <a:gd name="connsiteX26" fmla="*/ 6365 w 10071"/>
              <a:gd name="connsiteY26" fmla="*/ 5191 h 10000"/>
              <a:gd name="connsiteX27" fmla="*/ 6478 w 10071"/>
              <a:gd name="connsiteY27" fmla="*/ 4927 h 10000"/>
              <a:gd name="connsiteX28" fmla="*/ 6591 w 10071"/>
              <a:gd name="connsiteY28" fmla="*/ 4681 h 10000"/>
              <a:gd name="connsiteX29" fmla="*/ 6712 w 10071"/>
              <a:gd name="connsiteY29" fmla="*/ 4435 h 10000"/>
              <a:gd name="connsiteX30" fmla="*/ 6829 w 10071"/>
              <a:gd name="connsiteY30" fmla="*/ 4200 h 10000"/>
              <a:gd name="connsiteX31" fmla="*/ 6953 w 10071"/>
              <a:gd name="connsiteY31" fmla="*/ 3985 h 10000"/>
              <a:gd name="connsiteX32" fmla="*/ 7077 w 10071"/>
              <a:gd name="connsiteY32" fmla="*/ 3769 h 10000"/>
              <a:gd name="connsiteX33" fmla="*/ 7201 w 10071"/>
              <a:gd name="connsiteY33" fmla="*/ 3583 h 10000"/>
              <a:gd name="connsiteX34" fmla="*/ 7322 w 10071"/>
              <a:gd name="connsiteY34" fmla="*/ 3395 h 10000"/>
              <a:gd name="connsiteX35" fmla="*/ 7446 w 10071"/>
              <a:gd name="connsiteY35" fmla="*/ 3228 h 10000"/>
              <a:gd name="connsiteX36" fmla="*/ 7562 w 10071"/>
              <a:gd name="connsiteY36" fmla="*/ 3082 h 10000"/>
              <a:gd name="connsiteX37" fmla="*/ 7682 w 10071"/>
              <a:gd name="connsiteY37" fmla="*/ 2945 h 10000"/>
              <a:gd name="connsiteX38" fmla="*/ 7796 w 10071"/>
              <a:gd name="connsiteY38" fmla="*/ 2826 h 10000"/>
              <a:gd name="connsiteX39" fmla="*/ 7909 w 10071"/>
              <a:gd name="connsiteY39" fmla="*/ 2739 h 10000"/>
              <a:gd name="connsiteX40" fmla="*/ 8015 w 10071"/>
              <a:gd name="connsiteY40" fmla="*/ 2660 h 10000"/>
              <a:gd name="connsiteX41" fmla="*/ 8117 w 10071"/>
              <a:gd name="connsiteY41" fmla="*/ 2601 h 10000"/>
              <a:gd name="connsiteX42" fmla="*/ 8212 w 10071"/>
              <a:gd name="connsiteY42" fmla="*/ 2572 h 10000"/>
              <a:gd name="connsiteX43" fmla="*/ 8303 w 10071"/>
              <a:gd name="connsiteY43" fmla="*/ 2552 h 10000"/>
              <a:gd name="connsiteX44" fmla="*/ 8387 w 10071"/>
              <a:gd name="connsiteY44" fmla="*/ 2543 h 10000"/>
              <a:gd name="connsiteX45" fmla="*/ 8482 w 10071"/>
              <a:gd name="connsiteY45" fmla="*/ 2543 h 10000"/>
              <a:gd name="connsiteX46" fmla="*/ 8581 w 10071"/>
              <a:gd name="connsiteY46" fmla="*/ 2552 h 10000"/>
              <a:gd name="connsiteX47" fmla="*/ 8687 w 10071"/>
              <a:gd name="connsiteY47" fmla="*/ 2572 h 10000"/>
              <a:gd name="connsiteX48" fmla="*/ 8796 w 10071"/>
              <a:gd name="connsiteY48" fmla="*/ 2601 h 10000"/>
              <a:gd name="connsiteX49" fmla="*/ 8906 w 10071"/>
              <a:gd name="connsiteY49" fmla="*/ 2641 h 10000"/>
              <a:gd name="connsiteX50" fmla="*/ 9019 w 10071"/>
              <a:gd name="connsiteY50" fmla="*/ 2689 h 10000"/>
              <a:gd name="connsiteX51" fmla="*/ 9136 w 10071"/>
              <a:gd name="connsiteY51" fmla="*/ 2748 h 10000"/>
              <a:gd name="connsiteX52" fmla="*/ 9253 w 10071"/>
              <a:gd name="connsiteY52" fmla="*/ 2816 h 10000"/>
              <a:gd name="connsiteX53" fmla="*/ 9370 w 10071"/>
              <a:gd name="connsiteY53" fmla="*/ 2885 h 10000"/>
              <a:gd name="connsiteX54" fmla="*/ 9483 w 10071"/>
              <a:gd name="connsiteY54" fmla="*/ 2954 h 10000"/>
              <a:gd name="connsiteX55" fmla="*/ 9593 w 10071"/>
              <a:gd name="connsiteY55" fmla="*/ 3043 h 10000"/>
              <a:gd name="connsiteX56" fmla="*/ 9706 w 10071"/>
              <a:gd name="connsiteY56" fmla="*/ 3395 h 10000"/>
              <a:gd name="connsiteX57" fmla="*/ 9808 w 10071"/>
              <a:gd name="connsiteY57" fmla="*/ 3749 h 10000"/>
              <a:gd name="connsiteX58" fmla="*/ 9907 w 10071"/>
              <a:gd name="connsiteY58" fmla="*/ 4131 h 10000"/>
              <a:gd name="connsiteX59" fmla="*/ 9994 w 10071"/>
              <a:gd name="connsiteY59" fmla="*/ 4504 h 10000"/>
              <a:gd name="connsiteX60" fmla="*/ 10071 w 10071"/>
              <a:gd name="connsiteY60" fmla="*/ 377 h 10000"/>
              <a:gd name="connsiteX61" fmla="*/ 9465 w 10071"/>
              <a:gd name="connsiteY61" fmla="*/ 702 h 10000"/>
              <a:gd name="connsiteX62" fmla="*/ 8957 w 10071"/>
              <a:gd name="connsiteY62" fmla="*/ 638 h 10000"/>
              <a:gd name="connsiteX63" fmla="*/ 8504 w 10071"/>
              <a:gd name="connsiteY63" fmla="*/ 314 h 10000"/>
              <a:gd name="connsiteX64" fmla="*/ 8044 w 10071"/>
              <a:gd name="connsiteY64" fmla="*/ 0 h 10000"/>
              <a:gd name="connsiteX65" fmla="*/ 8486 w 10071"/>
              <a:gd name="connsiteY65" fmla="*/ 786 h 10000"/>
              <a:gd name="connsiteX66" fmla="*/ 8453 w 10071"/>
              <a:gd name="connsiteY66" fmla="*/ 746 h 10000"/>
              <a:gd name="connsiteX67" fmla="*/ 8417 w 10071"/>
              <a:gd name="connsiteY67" fmla="*/ 717 h 10000"/>
              <a:gd name="connsiteX68" fmla="*/ 8365 w 10071"/>
              <a:gd name="connsiteY68" fmla="*/ 678 h 10000"/>
              <a:gd name="connsiteX69" fmla="*/ 8311 w 10071"/>
              <a:gd name="connsiteY69" fmla="*/ 648 h 10000"/>
              <a:gd name="connsiteX70" fmla="*/ 8252 w 10071"/>
              <a:gd name="connsiteY70" fmla="*/ 619 h 10000"/>
              <a:gd name="connsiteX71" fmla="*/ 8186 w 10071"/>
              <a:gd name="connsiteY71" fmla="*/ 590 h 10000"/>
              <a:gd name="connsiteX72" fmla="*/ 8117 w 10071"/>
              <a:gd name="connsiteY72" fmla="*/ 570 h 10000"/>
              <a:gd name="connsiteX73" fmla="*/ 8044 w 10071"/>
              <a:gd name="connsiteY73" fmla="*/ 540 h 10000"/>
              <a:gd name="connsiteX74" fmla="*/ 7971 w 10071"/>
              <a:gd name="connsiteY74" fmla="*/ 530 h 10000"/>
              <a:gd name="connsiteX75" fmla="*/ 7898 w 10071"/>
              <a:gd name="connsiteY75" fmla="*/ 511 h 10000"/>
              <a:gd name="connsiteX76" fmla="*/ 7821 w 10071"/>
              <a:gd name="connsiteY76" fmla="*/ 500 h 10000"/>
              <a:gd name="connsiteX77" fmla="*/ 7752 w 10071"/>
              <a:gd name="connsiteY77" fmla="*/ 500 h 10000"/>
              <a:gd name="connsiteX78" fmla="*/ 7566 w 10071"/>
              <a:gd name="connsiteY78" fmla="*/ 500 h 10000"/>
              <a:gd name="connsiteX79" fmla="*/ 7391 w 10071"/>
              <a:gd name="connsiteY79" fmla="*/ 521 h 10000"/>
              <a:gd name="connsiteX80" fmla="*/ 7220 w 10071"/>
              <a:gd name="connsiteY80" fmla="*/ 559 h 10000"/>
              <a:gd name="connsiteX81" fmla="*/ 7055 w 10071"/>
              <a:gd name="connsiteY81" fmla="*/ 599 h 10000"/>
              <a:gd name="connsiteX82" fmla="*/ 6898 w 10071"/>
              <a:gd name="connsiteY82" fmla="*/ 657 h 10000"/>
              <a:gd name="connsiteX83" fmla="*/ 6752 w 10071"/>
              <a:gd name="connsiteY83" fmla="*/ 736 h 10000"/>
              <a:gd name="connsiteX84" fmla="*/ 6610 w 10071"/>
              <a:gd name="connsiteY84" fmla="*/ 815 h 10000"/>
              <a:gd name="connsiteX85" fmla="*/ 6478 w 10071"/>
              <a:gd name="connsiteY85" fmla="*/ 923 h 10000"/>
              <a:gd name="connsiteX86" fmla="*/ 6350 w 10071"/>
              <a:gd name="connsiteY86" fmla="*/ 1021 h 10000"/>
              <a:gd name="connsiteX87" fmla="*/ 6237 w 10071"/>
              <a:gd name="connsiteY87" fmla="*/ 1158 h 10000"/>
              <a:gd name="connsiteX88" fmla="*/ 6124 w 10071"/>
              <a:gd name="connsiteY88" fmla="*/ 1296 h 10000"/>
              <a:gd name="connsiteX89" fmla="*/ 5839 w 10071"/>
              <a:gd name="connsiteY89" fmla="*/ 2130 h 10000"/>
              <a:gd name="connsiteX90" fmla="*/ 5554 w 10071"/>
              <a:gd name="connsiteY90" fmla="*/ 2954 h 10000"/>
              <a:gd name="connsiteX91" fmla="*/ 5266 w 10071"/>
              <a:gd name="connsiteY91" fmla="*/ 3739 h 10000"/>
              <a:gd name="connsiteX92" fmla="*/ 4973 w 10071"/>
              <a:gd name="connsiteY92" fmla="*/ 4504 h 10000"/>
              <a:gd name="connsiteX93" fmla="*/ 4681 w 10071"/>
              <a:gd name="connsiteY93" fmla="*/ 5231 h 10000"/>
              <a:gd name="connsiteX94" fmla="*/ 4385 w 10071"/>
              <a:gd name="connsiteY94" fmla="*/ 5947 h 10000"/>
              <a:gd name="connsiteX95" fmla="*/ 4086 w 10071"/>
              <a:gd name="connsiteY95" fmla="*/ 6615 h 10000"/>
              <a:gd name="connsiteX96" fmla="*/ 3786 w 10071"/>
              <a:gd name="connsiteY96" fmla="*/ 7272 h 10000"/>
              <a:gd name="connsiteX97" fmla="*/ 3483 w 10071"/>
              <a:gd name="connsiteY97" fmla="*/ 7891 h 10000"/>
              <a:gd name="connsiteX98" fmla="*/ 3180 w 10071"/>
              <a:gd name="connsiteY98" fmla="*/ 8488 h 10000"/>
              <a:gd name="connsiteX99" fmla="*/ 2873 w 10071"/>
              <a:gd name="connsiteY99" fmla="*/ 9058 h 10000"/>
              <a:gd name="connsiteX100" fmla="*/ 2567 w 10071"/>
              <a:gd name="connsiteY100" fmla="*/ 9587 h 10000"/>
              <a:gd name="connsiteX101" fmla="*/ 2162 w 10071"/>
              <a:gd name="connsiteY101" fmla="*/ 9632 h 10000"/>
              <a:gd name="connsiteX102" fmla="*/ 1505 w 10071"/>
              <a:gd name="connsiteY102" fmla="*/ 9480 h 10000"/>
              <a:gd name="connsiteX103" fmla="*/ 752 w 10071"/>
              <a:gd name="connsiteY103" fmla="*/ 8881 h 10000"/>
              <a:gd name="connsiteX104" fmla="*/ 0 w 10071"/>
              <a:gd name="connsiteY104" fmla="*/ 8292 h 10000"/>
              <a:gd name="connsiteX0" fmla="*/ 0 w 10071"/>
              <a:gd name="connsiteY0" fmla="*/ 8292 h 10000"/>
              <a:gd name="connsiteX1" fmla="*/ 329 w 10071"/>
              <a:gd name="connsiteY1" fmla="*/ 8488 h 10000"/>
              <a:gd name="connsiteX2" fmla="*/ 650 w 10071"/>
              <a:gd name="connsiteY2" fmla="*/ 8715 h 10000"/>
              <a:gd name="connsiteX3" fmla="*/ 975 w 10071"/>
              <a:gd name="connsiteY3" fmla="*/ 8950 h 10000"/>
              <a:gd name="connsiteX4" fmla="*/ 1300 w 10071"/>
              <a:gd name="connsiteY4" fmla="*/ 9205 h 10000"/>
              <a:gd name="connsiteX5" fmla="*/ 1622 w 10071"/>
              <a:gd name="connsiteY5" fmla="*/ 9480 h 10000"/>
              <a:gd name="connsiteX6" fmla="*/ 1943 w 10071"/>
              <a:gd name="connsiteY6" fmla="*/ 9785 h 10000"/>
              <a:gd name="connsiteX7" fmla="*/ 2321 w 10071"/>
              <a:gd name="connsiteY7" fmla="*/ 9977 h 10000"/>
              <a:gd name="connsiteX8" fmla="*/ 2523 w 10071"/>
              <a:gd name="connsiteY8" fmla="*/ 10000 h 10000"/>
              <a:gd name="connsiteX9" fmla="*/ 2789 w 10071"/>
              <a:gd name="connsiteY9" fmla="*/ 9892 h 10000"/>
              <a:gd name="connsiteX10" fmla="*/ 3049 w 10071"/>
              <a:gd name="connsiteY10" fmla="*/ 9755 h 10000"/>
              <a:gd name="connsiteX11" fmla="*/ 3308 w 10071"/>
              <a:gd name="connsiteY11" fmla="*/ 9587 h 10000"/>
              <a:gd name="connsiteX12" fmla="*/ 3560 w 10071"/>
              <a:gd name="connsiteY12" fmla="*/ 9411 h 10000"/>
              <a:gd name="connsiteX13" fmla="*/ 3808 w 10071"/>
              <a:gd name="connsiteY13" fmla="*/ 9215 h 10000"/>
              <a:gd name="connsiteX14" fmla="*/ 4049 w 10071"/>
              <a:gd name="connsiteY14" fmla="*/ 8999 h 10000"/>
              <a:gd name="connsiteX15" fmla="*/ 4287 w 10071"/>
              <a:gd name="connsiteY15" fmla="*/ 8764 h 10000"/>
              <a:gd name="connsiteX16" fmla="*/ 4517 w 10071"/>
              <a:gd name="connsiteY16" fmla="*/ 8508 h 10000"/>
              <a:gd name="connsiteX17" fmla="*/ 4740 w 10071"/>
              <a:gd name="connsiteY17" fmla="*/ 8234 h 10000"/>
              <a:gd name="connsiteX18" fmla="*/ 4959 w 10071"/>
              <a:gd name="connsiteY18" fmla="*/ 7949 h 10000"/>
              <a:gd name="connsiteX19" fmla="*/ 5167 w 10071"/>
              <a:gd name="connsiteY19" fmla="*/ 7645 h 10000"/>
              <a:gd name="connsiteX20" fmla="*/ 5372 w 10071"/>
              <a:gd name="connsiteY20" fmla="*/ 7311 h 10000"/>
              <a:gd name="connsiteX21" fmla="*/ 5565 w 10071"/>
              <a:gd name="connsiteY21" fmla="*/ 6968 h 10000"/>
              <a:gd name="connsiteX22" fmla="*/ 5751 w 10071"/>
              <a:gd name="connsiteY22" fmla="*/ 6615 h 10000"/>
              <a:gd name="connsiteX23" fmla="*/ 5927 w 10071"/>
              <a:gd name="connsiteY23" fmla="*/ 6242 h 10000"/>
              <a:gd name="connsiteX24" fmla="*/ 6098 w 10071"/>
              <a:gd name="connsiteY24" fmla="*/ 5859 h 10000"/>
              <a:gd name="connsiteX25" fmla="*/ 6259 w 10071"/>
              <a:gd name="connsiteY25" fmla="*/ 5446 h 10000"/>
              <a:gd name="connsiteX26" fmla="*/ 6365 w 10071"/>
              <a:gd name="connsiteY26" fmla="*/ 5191 h 10000"/>
              <a:gd name="connsiteX27" fmla="*/ 6478 w 10071"/>
              <a:gd name="connsiteY27" fmla="*/ 4927 h 10000"/>
              <a:gd name="connsiteX28" fmla="*/ 6591 w 10071"/>
              <a:gd name="connsiteY28" fmla="*/ 4681 h 10000"/>
              <a:gd name="connsiteX29" fmla="*/ 6712 w 10071"/>
              <a:gd name="connsiteY29" fmla="*/ 4435 h 10000"/>
              <a:gd name="connsiteX30" fmla="*/ 6829 w 10071"/>
              <a:gd name="connsiteY30" fmla="*/ 4200 h 10000"/>
              <a:gd name="connsiteX31" fmla="*/ 6953 w 10071"/>
              <a:gd name="connsiteY31" fmla="*/ 3985 h 10000"/>
              <a:gd name="connsiteX32" fmla="*/ 7077 w 10071"/>
              <a:gd name="connsiteY32" fmla="*/ 3769 h 10000"/>
              <a:gd name="connsiteX33" fmla="*/ 7201 w 10071"/>
              <a:gd name="connsiteY33" fmla="*/ 3583 h 10000"/>
              <a:gd name="connsiteX34" fmla="*/ 7322 w 10071"/>
              <a:gd name="connsiteY34" fmla="*/ 3395 h 10000"/>
              <a:gd name="connsiteX35" fmla="*/ 7446 w 10071"/>
              <a:gd name="connsiteY35" fmla="*/ 3228 h 10000"/>
              <a:gd name="connsiteX36" fmla="*/ 7562 w 10071"/>
              <a:gd name="connsiteY36" fmla="*/ 3082 h 10000"/>
              <a:gd name="connsiteX37" fmla="*/ 7682 w 10071"/>
              <a:gd name="connsiteY37" fmla="*/ 2945 h 10000"/>
              <a:gd name="connsiteX38" fmla="*/ 7796 w 10071"/>
              <a:gd name="connsiteY38" fmla="*/ 2826 h 10000"/>
              <a:gd name="connsiteX39" fmla="*/ 7909 w 10071"/>
              <a:gd name="connsiteY39" fmla="*/ 2739 h 10000"/>
              <a:gd name="connsiteX40" fmla="*/ 8015 w 10071"/>
              <a:gd name="connsiteY40" fmla="*/ 2660 h 10000"/>
              <a:gd name="connsiteX41" fmla="*/ 8117 w 10071"/>
              <a:gd name="connsiteY41" fmla="*/ 2601 h 10000"/>
              <a:gd name="connsiteX42" fmla="*/ 8212 w 10071"/>
              <a:gd name="connsiteY42" fmla="*/ 2572 h 10000"/>
              <a:gd name="connsiteX43" fmla="*/ 8303 w 10071"/>
              <a:gd name="connsiteY43" fmla="*/ 2552 h 10000"/>
              <a:gd name="connsiteX44" fmla="*/ 8387 w 10071"/>
              <a:gd name="connsiteY44" fmla="*/ 2543 h 10000"/>
              <a:gd name="connsiteX45" fmla="*/ 8482 w 10071"/>
              <a:gd name="connsiteY45" fmla="*/ 2543 h 10000"/>
              <a:gd name="connsiteX46" fmla="*/ 8581 w 10071"/>
              <a:gd name="connsiteY46" fmla="*/ 2552 h 10000"/>
              <a:gd name="connsiteX47" fmla="*/ 8687 w 10071"/>
              <a:gd name="connsiteY47" fmla="*/ 2572 h 10000"/>
              <a:gd name="connsiteX48" fmla="*/ 8796 w 10071"/>
              <a:gd name="connsiteY48" fmla="*/ 2601 h 10000"/>
              <a:gd name="connsiteX49" fmla="*/ 8906 w 10071"/>
              <a:gd name="connsiteY49" fmla="*/ 2641 h 10000"/>
              <a:gd name="connsiteX50" fmla="*/ 9019 w 10071"/>
              <a:gd name="connsiteY50" fmla="*/ 2689 h 10000"/>
              <a:gd name="connsiteX51" fmla="*/ 9136 w 10071"/>
              <a:gd name="connsiteY51" fmla="*/ 2748 h 10000"/>
              <a:gd name="connsiteX52" fmla="*/ 9253 w 10071"/>
              <a:gd name="connsiteY52" fmla="*/ 2816 h 10000"/>
              <a:gd name="connsiteX53" fmla="*/ 9370 w 10071"/>
              <a:gd name="connsiteY53" fmla="*/ 2885 h 10000"/>
              <a:gd name="connsiteX54" fmla="*/ 9483 w 10071"/>
              <a:gd name="connsiteY54" fmla="*/ 2954 h 10000"/>
              <a:gd name="connsiteX55" fmla="*/ 9593 w 10071"/>
              <a:gd name="connsiteY55" fmla="*/ 3043 h 10000"/>
              <a:gd name="connsiteX56" fmla="*/ 9706 w 10071"/>
              <a:gd name="connsiteY56" fmla="*/ 3395 h 10000"/>
              <a:gd name="connsiteX57" fmla="*/ 9808 w 10071"/>
              <a:gd name="connsiteY57" fmla="*/ 3749 h 10000"/>
              <a:gd name="connsiteX58" fmla="*/ 9907 w 10071"/>
              <a:gd name="connsiteY58" fmla="*/ 4131 h 10000"/>
              <a:gd name="connsiteX59" fmla="*/ 9994 w 10071"/>
              <a:gd name="connsiteY59" fmla="*/ 4504 h 10000"/>
              <a:gd name="connsiteX60" fmla="*/ 10071 w 10071"/>
              <a:gd name="connsiteY60" fmla="*/ 377 h 10000"/>
              <a:gd name="connsiteX61" fmla="*/ 9480 w 10071"/>
              <a:gd name="connsiteY61" fmla="*/ 644 h 10000"/>
              <a:gd name="connsiteX62" fmla="*/ 8957 w 10071"/>
              <a:gd name="connsiteY62" fmla="*/ 638 h 10000"/>
              <a:gd name="connsiteX63" fmla="*/ 8504 w 10071"/>
              <a:gd name="connsiteY63" fmla="*/ 314 h 10000"/>
              <a:gd name="connsiteX64" fmla="*/ 8044 w 10071"/>
              <a:gd name="connsiteY64" fmla="*/ 0 h 10000"/>
              <a:gd name="connsiteX65" fmla="*/ 8486 w 10071"/>
              <a:gd name="connsiteY65" fmla="*/ 786 h 10000"/>
              <a:gd name="connsiteX66" fmla="*/ 8453 w 10071"/>
              <a:gd name="connsiteY66" fmla="*/ 746 h 10000"/>
              <a:gd name="connsiteX67" fmla="*/ 8417 w 10071"/>
              <a:gd name="connsiteY67" fmla="*/ 717 h 10000"/>
              <a:gd name="connsiteX68" fmla="*/ 8365 w 10071"/>
              <a:gd name="connsiteY68" fmla="*/ 678 h 10000"/>
              <a:gd name="connsiteX69" fmla="*/ 8311 w 10071"/>
              <a:gd name="connsiteY69" fmla="*/ 648 h 10000"/>
              <a:gd name="connsiteX70" fmla="*/ 8252 w 10071"/>
              <a:gd name="connsiteY70" fmla="*/ 619 h 10000"/>
              <a:gd name="connsiteX71" fmla="*/ 8186 w 10071"/>
              <a:gd name="connsiteY71" fmla="*/ 590 h 10000"/>
              <a:gd name="connsiteX72" fmla="*/ 8117 w 10071"/>
              <a:gd name="connsiteY72" fmla="*/ 570 h 10000"/>
              <a:gd name="connsiteX73" fmla="*/ 8044 w 10071"/>
              <a:gd name="connsiteY73" fmla="*/ 540 h 10000"/>
              <a:gd name="connsiteX74" fmla="*/ 7971 w 10071"/>
              <a:gd name="connsiteY74" fmla="*/ 530 h 10000"/>
              <a:gd name="connsiteX75" fmla="*/ 7898 w 10071"/>
              <a:gd name="connsiteY75" fmla="*/ 511 h 10000"/>
              <a:gd name="connsiteX76" fmla="*/ 7821 w 10071"/>
              <a:gd name="connsiteY76" fmla="*/ 500 h 10000"/>
              <a:gd name="connsiteX77" fmla="*/ 7752 w 10071"/>
              <a:gd name="connsiteY77" fmla="*/ 500 h 10000"/>
              <a:gd name="connsiteX78" fmla="*/ 7566 w 10071"/>
              <a:gd name="connsiteY78" fmla="*/ 500 h 10000"/>
              <a:gd name="connsiteX79" fmla="*/ 7391 w 10071"/>
              <a:gd name="connsiteY79" fmla="*/ 521 h 10000"/>
              <a:gd name="connsiteX80" fmla="*/ 7220 w 10071"/>
              <a:gd name="connsiteY80" fmla="*/ 559 h 10000"/>
              <a:gd name="connsiteX81" fmla="*/ 7055 w 10071"/>
              <a:gd name="connsiteY81" fmla="*/ 599 h 10000"/>
              <a:gd name="connsiteX82" fmla="*/ 6898 w 10071"/>
              <a:gd name="connsiteY82" fmla="*/ 657 h 10000"/>
              <a:gd name="connsiteX83" fmla="*/ 6752 w 10071"/>
              <a:gd name="connsiteY83" fmla="*/ 736 h 10000"/>
              <a:gd name="connsiteX84" fmla="*/ 6610 w 10071"/>
              <a:gd name="connsiteY84" fmla="*/ 815 h 10000"/>
              <a:gd name="connsiteX85" fmla="*/ 6478 w 10071"/>
              <a:gd name="connsiteY85" fmla="*/ 923 h 10000"/>
              <a:gd name="connsiteX86" fmla="*/ 6350 w 10071"/>
              <a:gd name="connsiteY86" fmla="*/ 1021 h 10000"/>
              <a:gd name="connsiteX87" fmla="*/ 6237 w 10071"/>
              <a:gd name="connsiteY87" fmla="*/ 1158 h 10000"/>
              <a:gd name="connsiteX88" fmla="*/ 6124 w 10071"/>
              <a:gd name="connsiteY88" fmla="*/ 1296 h 10000"/>
              <a:gd name="connsiteX89" fmla="*/ 5839 w 10071"/>
              <a:gd name="connsiteY89" fmla="*/ 2130 h 10000"/>
              <a:gd name="connsiteX90" fmla="*/ 5554 w 10071"/>
              <a:gd name="connsiteY90" fmla="*/ 2954 h 10000"/>
              <a:gd name="connsiteX91" fmla="*/ 5266 w 10071"/>
              <a:gd name="connsiteY91" fmla="*/ 3739 h 10000"/>
              <a:gd name="connsiteX92" fmla="*/ 4973 w 10071"/>
              <a:gd name="connsiteY92" fmla="*/ 4504 h 10000"/>
              <a:gd name="connsiteX93" fmla="*/ 4681 w 10071"/>
              <a:gd name="connsiteY93" fmla="*/ 5231 h 10000"/>
              <a:gd name="connsiteX94" fmla="*/ 4385 w 10071"/>
              <a:gd name="connsiteY94" fmla="*/ 5947 h 10000"/>
              <a:gd name="connsiteX95" fmla="*/ 4086 w 10071"/>
              <a:gd name="connsiteY95" fmla="*/ 6615 h 10000"/>
              <a:gd name="connsiteX96" fmla="*/ 3786 w 10071"/>
              <a:gd name="connsiteY96" fmla="*/ 7272 h 10000"/>
              <a:gd name="connsiteX97" fmla="*/ 3483 w 10071"/>
              <a:gd name="connsiteY97" fmla="*/ 7891 h 10000"/>
              <a:gd name="connsiteX98" fmla="*/ 3180 w 10071"/>
              <a:gd name="connsiteY98" fmla="*/ 8488 h 10000"/>
              <a:gd name="connsiteX99" fmla="*/ 2873 w 10071"/>
              <a:gd name="connsiteY99" fmla="*/ 9058 h 10000"/>
              <a:gd name="connsiteX100" fmla="*/ 2567 w 10071"/>
              <a:gd name="connsiteY100" fmla="*/ 9587 h 10000"/>
              <a:gd name="connsiteX101" fmla="*/ 2162 w 10071"/>
              <a:gd name="connsiteY101" fmla="*/ 9632 h 10000"/>
              <a:gd name="connsiteX102" fmla="*/ 1505 w 10071"/>
              <a:gd name="connsiteY102" fmla="*/ 9480 h 10000"/>
              <a:gd name="connsiteX103" fmla="*/ 752 w 10071"/>
              <a:gd name="connsiteY103" fmla="*/ 8881 h 10000"/>
              <a:gd name="connsiteX104" fmla="*/ 0 w 10071"/>
              <a:gd name="connsiteY104" fmla="*/ 8292 h 10000"/>
              <a:gd name="connsiteX0" fmla="*/ 0 w 10071"/>
              <a:gd name="connsiteY0" fmla="*/ 8292 h 10000"/>
              <a:gd name="connsiteX1" fmla="*/ 329 w 10071"/>
              <a:gd name="connsiteY1" fmla="*/ 8488 h 10000"/>
              <a:gd name="connsiteX2" fmla="*/ 650 w 10071"/>
              <a:gd name="connsiteY2" fmla="*/ 8715 h 10000"/>
              <a:gd name="connsiteX3" fmla="*/ 975 w 10071"/>
              <a:gd name="connsiteY3" fmla="*/ 8950 h 10000"/>
              <a:gd name="connsiteX4" fmla="*/ 1300 w 10071"/>
              <a:gd name="connsiteY4" fmla="*/ 9205 h 10000"/>
              <a:gd name="connsiteX5" fmla="*/ 1622 w 10071"/>
              <a:gd name="connsiteY5" fmla="*/ 9480 h 10000"/>
              <a:gd name="connsiteX6" fmla="*/ 1943 w 10071"/>
              <a:gd name="connsiteY6" fmla="*/ 9785 h 10000"/>
              <a:gd name="connsiteX7" fmla="*/ 2321 w 10071"/>
              <a:gd name="connsiteY7" fmla="*/ 9977 h 10000"/>
              <a:gd name="connsiteX8" fmla="*/ 2523 w 10071"/>
              <a:gd name="connsiteY8" fmla="*/ 10000 h 10000"/>
              <a:gd name="connsiteX9" fmla="*/ 2789 w 10071"/>
              <a:gd name="connsiteY9" fmla="*/ 9892 h 10000"/>
              <a:gd name="connsiteX10" fmla="*/ 3049 w 10071"/>
              <a:gd name="connsiteY10" fmla="*/ 9755 h 10000"/>
              <a:gd name="connsiteX11" fmla="*/ 3308 w 10071"/>
              <a:gd name="connsiteY11" fmla="*/ 9587 h 10000"/>
              <a:gd name="connsiteX12" fmla="*/ 3560 w 10071"/>
              <a:gd name="connsiteY12" fmla="*/ 9411 h 10000"/>
              <a:gd name="connsiteX13" fmla="*/ 3808 w 10071"/>
              <a:gd name="connsiteY13" fmla="*/ 9215 h 10000"/>
              <a:gd name="connsiteX14" fmla="*/ 4049 w 10071"/>
              <a:gd name="connsiteY14" fmla="*/ 8999 h 10000"/>
              <a:gd name="connsiteX15" fmla="*/ 4287 w 10071"/>
              <a:gd name="connsiteY15" fmla="*/ 8764 h 10000"/>
              <a:gd name="connsiteX16" fmla="*/ 4517 w 10071"/>
              <a:gd name="connsiteY16" fmla="*/ 8508 h 10000"/>
              <a:gd name="connsiteX17" fmla="*/ 4740 w 10071"/>
              <a:gd name="connsiteY17" fmla="*/ 8234 h 10000"/>
              <a:gd name="connsiteX18" fmla="*/ 4959 w 10071"/>
              <a:gd name="connsiteY18" fmla="*/ 7949 h 10000"/>
              <a:gd name="connsiteX19" fmla="*/ 5167 w 10071"/>
              <a:gd name="connsiteY19" fmla="*/ 7645 h 10000"/>
              <a:gd name="connsiteX20" fmla="*/ 5372 w 10071"/>
              <a:gd name="connsiteY20" fmla="*/ 7311 h 10000"/>
              <a:gd name="connsiteX21" fmla="*/ 5565 w 10071"/>
              <a:gd name="connsiteY21" fmla="*/ 6968 h 10000"/>
              <a:gd name="connsiteX22" fmla="*/ 5751 w 10071"/>
              <a:gd name="connsiteY22" fmla="*/ 6615 h 10000"/>
              <a:gd name="connsiteX23" fmla="*/ 5927 w 10071"/>
              <a:gd name="connsiteY23" fmla="*/ 6242 h 10000"/>
              <a:gd name="connsiteX24" fmla="*/ 6098 w 10071"/>
              <a:gd name="connsiteY24" fmla="*/ 5859 h 10000"/>
              <a:gd name="connsiteX25" fmla="*/ 6259 w 10071"/>
              <a:gd name="connsiteY25" fmla="*/ 5446 h 10000"/>
              <a:gd name="connsiteX26" fmla="*/ 6365 w 10071"/>
              <a:gd name="connsiteY26" fmla="*/ 5191 h 10000"/>
              <a:gd name="connsiteX27" fmla="*/ 6478 w 10071"/>
              <a:gd name="connsiteY27" fmla="*/ 4927 h 10000"/>
              <a:gd name="connsiteX28" fmla="*/ 6591 w 10071"/>
              <a:gd name="connsiteY28" fmla="*/ 4681 h 10000"/>
              <a:gd name="connsiteX29" fmla="*/ 6712 w 10071"/>
              <a:gd name="connsiteY29" fmla="*/ 4435 h 10000"/>
              <a:gd name="connsiteX30" fmla="*/ 6829 w 10071"/>
              <a:gd name="connsiteY30" fmla="*/ 4200 h 10000"/>
              <a:gd name="connsiteX31" fmla="*/ 6953 w 10071"/>
              <a:gd name="connsiteY31" fmla="*/ 3985 h 10000"/>
              <a:gd name="connsiteX32" fmla="*/ 7077 w 10071"/>
              <a:gd name="connsiteY32" fmla="*/ 3769 h 10000"/>
              <a:gd name="connsiteX33" fmla="*/ 7201 w 10071"/>
              <a:gd name="connsiteY33" fmla="*/ 3583 h 10000"/>
              <a:gd name="connsiteX34" fmla="*/ 7322 w 10071"/>
              <a:gd name="connsiteY34" fmla="*/ 3395 h 10000"/>
              <a:gd name="connsiteX35" fmla="*/ 7446 w 10071"/>
              <a:gd name="connsiteY35" fmla="*/ 3228 h 10000"/>
              <a:gd name="connsiteX36" fmla="*/ 7562 w 10071"/>
              <a:gd name="connsiteY36" fmla="*/ 3082 h 10000"/>
              <a:gd name="connsiteX37" fmla="*/ 7682 w 10071"/>
              <a:gd name="connsiteY37" fmla="*/ 2945 h 10000"/>
              <a:gd name="connsiteX38" fmla="*/ 7796 w 10071"/>
              <a:gd name="connsiteY38" fmla="*/ 2826 h 10000"/>
              <a:gd name="connsiteX39" fmla="*/ 7909 w 10071"/>
              <a:gd name="connsiteY39" fmla="*/ 2739 h 10000"/>
              <a:gd name="connsiteX40" fmla="*/ 8015 w 10071"/>
              <a:gd name="connsiteY40" fmla="*/ 2660 h 10000"/>
              <a:gd name="connsiteX41" fmla="*/ 8117 w 10071"/>
              <a:gd name="connsiteY41" fmla="*/ 2601 h 10000"/>
              <a:gd name="connsiteX42" fmla="*/ 8212 w 10071"/>
              <a:gd name="connsiteY42" fmla="*/ 2572 h 10000"/>
              <a:gd name="connsiteX43" fmla="*/ 8303 w 10071"/>
              <a:gd name="connsiteY43" fmla="*/ 2552 h 10000"/>
              <a:gd name="connsiteX44" fmla="*/ 8387 w 10071"/>
              <a:gd name="connsiteY44" fmla="*/ 2543 h 10000"/>
              <a:gd name="connsiteX45" fmla="*/ 8482 w 10071"/>
              <a:gd name="connsiteY45" fmla="*/ 2543 h 10000"/>
              <a:gd name="connsiteX46" fmla="*/ 8581 w 10071"/>
              <a:gd name="connsiteY46" fmla="*/ 2552 h 10000"/>
              <a:gd name="connsiteX47" fmla="*/ 8687 w 10071"/>
              <a:gd name="connsiteY47" fmla="*/ 2572 h 10000"/>
              <a:gd name="connsiteX48" fmla="*/ 8796 w 10071"/>
              <a:gd name="connsiteY48" fmla="*/ 2601 h 10000"/>
              <a:gd name="connsiteX49" fmla="*/ 8906 w 10071"/>
              <a:gd name="connsiteY49" fmla="*/ 2641 h 10000"/>
              <a:gd name="connsiteX50" fmla="*/ 9019 w 10071"/>
              <a:gd name="connsiteY50" fmla="*/ 2689 h 10000"/>
              <a:gd name="connsiteX51" fmla="*/ 9136 w 10071"/>
              <a:gd name="connsiteY51" fmla="*/ 2748 h 10000"/>
              <a:gd name="connsiteX52" fmla="*/ 9253 w 10071"/>
              <a:gd name="connsiteY52" fmla="*/ 2816 h 10000"/>
              <a:gd name="connsiteX53" fmla="*/ 9370 w 10071"/>
              <a:gd name="connsiteY53" fmla="*/ 2885 h 10000"/>
              <a:gd name="connsiteX54" fmla="*/ 9483 w 10071"/>
              <a:gd name="connsiteY54" fmla="*/ 2954 h 10000"/>
              <a:gd name="connsiteX55" fmla="*/ 9593 w 10071"/>
              <a:gd name="connsiteY55" fmla="*/ 3043 h 10000"/>
              <a:gd name="connsiteX56" fmla="*/ 9706 w 10071"/>
              <a:gd name="connsiteY56" fmla="*/ 3395 h 10000"/>
              <a:gd name="connsiteX57" fmla="*/ 9808 w 10071"/>
              <a:gd name="connsiteY57" fmla="*/ 3749 h 10000"/>
              <a:gd name="connsiteX58" fmla="*/ 9907 w 10071"/>
              <a:gd name="connsiteY58" fmla="*/ 4131 h 10000"/>
              <a:gd name="connsiteX59" fmla="*/ 9994 w 10071"/>
              <a:gd name="connsiteY59" fmla="*/ 4504 h 10000"/>
              <a:gd name="connsiteX60" fmla="*/ 10071 w 10071"/>
              <a:gd name="connsiteY60" fmla="*/ 377 h 10000"/>
              <a:gd name="connsiteX61" fmla="*/ 9480 w 10071"/>
              <a:gd name="connsiteY61" fmla="*/ 644 h 10000"/>
              <a:gd name="connsiteX62" fmla="*/ 9001 w 10071"/>
              <a:gd name="connsiteY62" fmla="*/ 463 h 10000"/>
              <a:gd name="connsiteX63" fmla="*/ 8504 w 10071"/>
              <a:gd name="connsiteY63" fmla="*/ 314 h 10000"/>
              <a:gd name="connsiteX64" fmla="*/ 8044 w 10071"/>
              <a:gd name="connsiteY64" fmla="*/ 0 h 10000"/>
              <a:gd name="connsiteX65" fmla="*/ 8486 w 10071"/>
              <a:gd name="connsiteY65" fmla="*/ 786 h 10000"/>
              <a:gd name="connsiteX66" fmla="*/ 8453 w 10071"/>
              <a:gd name="connsiteY66" fmla="*/ 746 h 10000"/>
              <a:gd name="connsiteX67" fmla="*/ 8417 w 10071"/>
              <a:gd name="connsiteY67" fmla="*/ 717 h 10000"/>
              <a:gd name="connsiteX68" fmla="*/ 8365 w 10071"/>
              <a:gd name="connsiteY68" fmla="*/ 678 h 10000"/>
              <a:gd name="connsiteX69" fmla="*/ 8311 w 10071"/>
              <a:gd name="connsiteY69" fmla="*/ 648 h 10000"/>
              <a:gd name="connsiteX70" fmla="*/ 8252 w 10071"/>
              <a:gd name="connsiteY70" fmla="*/ 619 h 10000"/>
              <a:gd name="connsiteX71" fmla="*/ 8186 w 10071"/>
              <a:gd name="connsiteY71" fmla="*/ 590 h 10000"/>
              <a:gd name="connsiteX72" fmla="*/ 8117 w 10071"/>
              <a:gd name="connsiteY72" fmla="*/ 570 h 10000"/>
              <a:gd name="connsiteX73" fmla="*/ 8044 w 10071"/>
              <a:gd name="connsiteY73" fmla="*/ 540 h 10000"/>
              <a:gd name="connsiteX74" fmla="*/ 7971 w 10071"/>
              <a:gd name="connsiteY74" fmla="*/ 530 h 10000"/>
              <a:gd name="connsiteX75" fmla="*/ 7898 w 10071"/>
              <a:gd name="connsiteY75" fmla="*/ 511 h 10000"/>
              <a:gd name="connsiteX76" fmla="*/ 7821 w 10071"/>
              <a:gd name="connsiteY76" fmla="*/ 500 h 10000"/>
              <a:gd name="connsiteX77" fmla="*/ 7752 w 10071"/>
              <a:gd name="connsiteY77" fmla="*/ 500 h 10000"/>
              <a:gd name="connsiteX78" fmla="*/ 7566 w 10071"/>
              <a:gd name="connsiteY78" fmla="*/ 500 h 10000"/>
              <a:gd name="connsiteX79" fmla="*/ 7391 w 10071"/>
              <a:gd name="connsiteY79" fmla="*/ 521 h 10000"/>
              <a:gd name="connsiteX80" fmla="*/ 7220 w 10071"/>
              <a:gd name="connsiteY80" fmla="*/ 559 h 10000"/>
              <a:gd name="connsiteX81" fmla="*/ 7055 w 10071"/>
              <a:gd name="connsiteY81" fmla="*/ 599 h 10000"/>
              <a:gd name="connsiteX82" fmla="*/ 6898 w 10071"/>
              <a:gd name="connsiteY82" fmla="*/ 657 h 10000"/>
              <a:gd name="connsiteX83" fmla="*/ 6752 w 10071"/>
              <a:gd name="connsiteY83" fmla="*/ 736 h 10000"/>
              <a:gd name="connsiteX84" fmla="*/ 6610 w 10071"/>
              <a:gd name="connsiteY84" fmla="*/ 815 h 10000"/>
              <a:gd name="connsiteX85" fmla="*/ 6478 w 10071"/>
              <a:gd name="connsiteY85" fmla="*/ 923 h 10000"/>
              <a:gd name="connsiteX86" fmla="*/ 6350 w 10071"/>
              <a:gd name="connsiteY86" fmla="*/ 1021 h 10000"/>
              <a:gd name="connsiteX87" fmla="*/ 6237 w 10071"/>
              <a:gd name="connsiteY87" fmla="*/ 1158 h 10000"/>
              <a:gd name="connsiteX88" fmla="*/ 6124 w 10071"/>
              <a:gd name="connsiteY88" fmla="*/ 1296 h 10000"/>
              <a:gd name="connsiteX89" fmla="*/ 5839 w 10071"/>
              <a:gd name="connsiteY89" fmla="*/ 2130 h 10000"/>
              <a:gd name="connsiteX90" fmla="*/ 5554 w 10071"/>
              <a:gd name="connsiteY90" fmla="*/ 2954 h 10000"/>
              <a:gd name="connsiteX91" fmla="*/ 5266 w 10071"/>
              <a:gd name="connsiteY91" fmla="*/ 3739 h 10000"/>
              <a:gd name="connsiteX92" fmla="*/ 4973 w 10071"/>
              <a:gd name="connsiteY92" fmla="*/ 4504 h 10000"/>
              <a:gd name="connsiteX93" fmla="*/ 4681 w 10071"/>
              <a:gd name="connsiteY93" fmla="*/ 5231 h 10000"/>
              <a:gd name="connsiteX94" fmla="*/ 4385 w 10071"/>
              <a:gd name="connsiteY94" fmla="*/ 5947 h 10000"/>
              <a:gd name="connsiteX95" fmla="*/ 4086 w 10071"/>
              <a:gd name="connsiteY95" fmla="*/ 6615 h 10000"/>
              <a:gd name="connsiteX96" fmla="*/ 3786 w 10071"/>
              <a:gd name="connsiteY96" fmla="*/ 7272 h 10000"/>
              <a:gd name="connsiteX97" fmla="*/ 3483 w 10071"/>
              <a:gd name="connsiteY97" fmla="*/ 7891 h 10000"/>
              <a:gd name="connsiteX98" fmla="*/ 3180 w 10071"/>
              <a:gd name="connsiteY98" fmla="*/ 8488 h 10000"/>
              <a:gd name="connsiteX99" fmla="*/ 2873 w 10071"/>
              <a:gd name="connsiteY99" fmla="*/ 9058 h 10000"/>
              <a:gd name="connsiteX100" fmla="*/ 2567 w 10071"/>
              <a:gd name="connsiteY100" fmla="*/ 9587 h 10000"/>
              <a:gd name="connsiteX101" fmla="*/ 2162 w 10071"/>
              <a:gd name="connsiteY101" fmla="*/ 9632 h 10000"/>
              <a:gd name="connsiteX102" fmla="*/ 1505 w 10071"/>
              <a:gd name="connsiteY102" fmla="*/ 9480 h 10000"/>
              <a:gd name="connsiteX103" fmla="*/ 752 w 10071"/>
              <a:gd name="connsiteY103" fmla="*/ 8881 h 10000"/>
              <a:gd name="connsiteX104" fmla="*/ 0 w 10071"/>
              <a:gd name="connsiteY104" fmla="*/ 8292 h 10000"/>
              <a:gd name="connsiteX0" fmla="*/ 0 w 10071"/>
              <a:gd name="connsiteY0" fmla="*/ 8292 h 10000"/>
              <a:gd name="connsiteX1" fmla="*/ 329 w 10071"/>
              <a:gd name="connsiteY1" fmla="*/ 8488 h 10000"/>
              <a:gd name="connsiteX2" fmla="*/ 650 w 10071"/>
              <a:gd name="connsiteY2" fmla="*/ 8715 h 10000"/>
              <a:gd name="connsiteX3" fmla="*/ 975 w 10071"/>
              <a:gd name="connsiteY3" fmla="*/ 8950 h 10000"/>
              <a:gd name="connsiteX4" fmla="*/ 1300 w 10071"/>
              <a:gd name="connsiteY4" fmla="*/ 9205 h 10000"/>
              <a:gd name="connsiteX5" fmla="*/ 1622 w 10071"/>
              <a:gd name="connsiteY5" fmla="*/ 9480 h 10000"/>
              <a:gd name="connsiteX6" fmla="*/ 1943 w 10071"/>
              <a:gd name="connsiteY6" fmla="*/ 9785 h 10000"/>
              <a:gd name="connsiteX7" fmla="*/ 2321 w 10071"/>
              <a:gd name="connsiteY7" fmla="*/ 9977 h 10000"/>
              <a:gd name="connsiteX8" fmla="*/ 2523 w 10071"/>
              <a:gd name="connsiteY8" fmla="*/ 10000 h 10000"/>
              <a:gd name="connsiteX9" fmla="*/ 2789 w 10071"/>
              <a:gd name="connsiteY9" fmla="*/ 9892 h 10000"/>
              <a:gd name="connsiteX10" fmla="*/ 3049 w 10071"/>
              <a:gd name="connsiteY10" fmla="*/ 9755 h 10000"/>
              <a:gd name="connsiteX11" fmla="*/ 3308 w 10071"/>
              <a:gd name="connsiteY11" fmla="*/ 9587 h 10000"/>
              <a:gd name="connsiteX12" fmla="*/ 3560 w 10071"/>
              <a:gd name="connsiteY12" fmla="*/ 9411 h 10000"/>
              <a:gd name="connsiteX13" fmla="*/ 3808 w 10071"/>
              <a:gd name="connsiteY13" fmla="*/ 9215 h 10000"/>
              <a:gd name="connsiteX14" fmla="*/ 4049 w 10071"/>
              <a:gd name="connsiteY14" fmla="*/ 8999 h 10000"/>
              <a:gd name="connsiteX15" fmla="*/ 4287 w 10071"/>
              <a:gd name="connsiteY15" fmla="*/ 8764 h 10000"/>
              <a:gd name="connsiteX16" fmla="*/ 4517 w 10071"/>
              <a:gd name="connsiteY16" fmla="*/ 8508 h 10000"/>
              <a:gd name="connsiteX17" fmla="*/ 4740 w 10071"/>
              <a:gd name="connsiteY17" fmla="*/ 8234 h 10000"/>
              <a:gd name="connsiteX18" fmla="*/ 4959 w 10071"/>
              <a:gd name="connsiteY18" fmla="*/ 7949 h 10000"/>
              <a:gd name="connsiteX19" fmla="*/ 5167 w 10071"/>
              <a:gd name="connsiteY19" fmla="*/ 7645 h 10000"/>
              <a:gd name="connsiteX20" fmla="*/ 5372 w 10071"/>
              <a:gd name="connsiteY20" fmla="*/ 7311 h 10000"/>
              <a:gd name="connsiteX21" fmla="*/ 5565 w 10071"/>
              <a:gd name="connsiteY21" fmla="*/ 6968 h 10000"/>
              <a:gd name="connsiteX22" fmla="*/ 5751 w 10071"/>
              <a:gd name="connsiteY22" fmla="*/ 6615 h 10000"/>
              <a:gd name="connsiteX23" fmla="*/ 5927 w 10071"/>
              <a:gd name="connsiteY23" fmla="*/ 6242 h 10000"/>
              <a:gd name="connsiteX24" fmla="*/ 6098 w 10071"/>
              <a:gd name="connsiteY24" fmla="*/ 5859 h 10000"/>
              <a:gd name="connsiteX25" fmla="*/ 6259 w 10071"/>
              <a:gd name="connsiteY25" fmla="*/ 5446 h 10000"/>
              <a:gd name="connsiteX26" fmla="*/ 6365 w 10071"/>
              <a:gd name="connsiteY26" fmla="*/ 5191 h 10000"/>
              <a:gd name="connsiteX27" fmla="*/ 6478 w 10071"/>
              <a:gd name="connsiteY27" fmla="*/ 4927 h 10000"/>
              <a:gd name="connsiteX28" fmla="*/ 6591 w 10071"/>
              <a:gd name="connsiteY28" fmla="*/ 4681 h 10000"/>
              <a:gd name="connsiteX29" fmla="*/ 6712 w 10071"/>
              <a:gd name="connsiteY29" fmla="*/ 4435 h 10000"/>
              <a:gd name="connsiteX30" fmla="*/ 6829 w 10071"/>
              <a:gd name="connsiteY30" fmla="*/ 4200 h 10000"/>
              <a:gd name="connsiteX31" fmla="*/ 6953 w 10071"/>
              <a:gd name="connsiteY31" fmla="*/ 3985 h 10000"/>
              <a:gd name="connsiteX32" fmla="*/ 7077 w 10071"/>
              <a:gd name="connsiteY32" fmla="*/ 3769 h 10000"/>
              <a:gd name="connsiteX33" fmla="*/ 7201 w 10071"/>
              <a:gd name="connsiteY33" fmla="*/ 3583 h 10000"/>
              <a:gd name="connsiteX34" fmla="*/ 7322 w 10071"/>
              <a:gd name="connsiteY34" fmla="*/ 3395 h 10000"/>
              <a:gd name="connsiteX35" fmla="*/ 7446 w 10071"/>
              <a:gd name="connsiteY35" fmla="*/ 3228 h 10000"/>
              <a:gd name="connsiteX36" fmla="*/ 7562 w 10071"/>
              <a:gd name="connsiteY36" fmla="*/ 3082 h 10000"/>
              <a:gd name="connsiteX37" fmla="*/ 7682 w 10071"/>
              <a:gd name="connsiteY37" fmla="*/ 2945 h 10000"/>
              <a:gd name="connsiteX38" fmla="*/ 7796 w 10071"/>
              <a:gd name="connsiteY38" fmla="*/ 2826 h 10000"/>
              <a:gd name="connsiteX39" fmla="*/ 7909 w 10071"/>
              <a:gd name="connsiteY39" fmla="*/ 2739 h 10000"/>
              <a:gd name="connsiteX40" fmla="*/ 8015 w 10071"/>
              <a:gd name="connsiteY40" fmla="*/ 2660 h 10000"/>
              <a:gd name="connsiteX41" fmla="*/ 8117 w 10071"/>
              <a:gd name="connsiteY41" fmla="*/ 2601 h 10000"/>
              <a:gd name="connsiteX42" fmla="*/ 8212 w 10071"/>
              <a:gd name="connsiteY42" fmla="*/ 2572 h 10000"/>
              <a:gd name="connsiteX43" fmla="*/ 8303 w 10071"/>
              <a:gd name="connsiteY43" fmla="*/ 2552 h 10000"/>
              <a:gd name="connsiteX44" fmla="*/ 8387 w 10071"/>
              <a:gd name="connsiteY44" fmla="*/ 2543 h 10000"/>
              <a:gd name="connsiteX45" fmla="*/ 8482 w 10071"/>
              <a:gd name="connsiteY45" fmla="*/ 2543 h 10000"/>
              <a:gd name="connsiteX46" fmla="*/ 8581 w 10071"/>
              <a:gd name="connsiteY46" fmla="*/ 2552 h 10000"/>
              <a:gd name="connsiteX47" fmla="*/ 8687 w 10071"/>
              <a:gd name="connsiteY47" fmla="*/ 2572 h 10000"/>
              <a:gd name="connsiteX48" fmla="*/ 8796 w 10071"/>
              <a:gd name="connsiteY48" fmla="*/ 2601 h 10000"/>
              <a:gd name="connsiteX49" fmla="*/ 8906 w 10071"/>
              <a:gd name="connsiteY49" fmla="*/ 2641 h 10000"/>
              <a:gd name="connsiteX50" fmla="*/ 9019 w 10071"/>
              <a:gd name="connsiteY50" fmla="*/ 2689 h 10000"/>
              <a:gd name="connsiteX51" fmla="*/ 9136 w 10071"/>
              <a:gd name="connsiteY51" fmla="*/ 2748 h 10000"/>
              <a:gd name="connsiteX52" fmla="*/ 9253 w 10071"/>
              <a:gd name="connsiteY52" fmla="*/ 2816 h 10000"/>
              <a:gd name="connsiteX53" fmla="*/ 9370 w 10071"/>
              <a:gd name="connsiteY53" fmla="*/ 2885 h 10000"/>
              <a:gd name="connsiteX54" fmla="*/ 9483 w 10071"/>
              <a:gd name="connsiteY54" fmla="*/ 2954 h 10000"/>
              <a:gd name="connsiteX55" fmla="*/ 9593 w 10071"/>
              <a:gd name="connsiteY55" fmla="*/ 3043 h 10000"/>
              <a:gd name="connsiteX56" fmla="*/ 9706 w 10071"/>
              <a:gd name="connsiteY56" fmla="*/ 3395 h 10000"/>
              <a:gd name="connsiteX57" fmla="*/ 9808 w 10071"/>
              <a:gd name="connsiteY57" fmla="*/ 3749 h 10000"/>
              <a:gd name="connsiteX58" fmla="*/ 9907 w 10071"/>
              <a:gd name="connsiteY58" fmla="*/ 4131 h 10000"/>
              <a:gd name="connsiteX59" fmla="*/ 9994 w 10071"/>
              <a:gd name="connsiteY59" fmla="*/ 4504 h 10000"/>
              <a:gd name="connsiteX60" fmla="*/ 10071 w 10071"/>
              <a:gd name="connsiteY60" fmla="*/ 377 h 10000"/>
              <a:gd name="connsiteX61" fmla="*/ 9522 w 10071"/>
              <a:gd name="connsiteY61" fmla="*/ 441 h 10000"/>
              <a:gd name="connsiteX62" fmla="*/ 9001 w 10071"/>
              <a:gd name="connsiteY62" fmla="*/ 463 h 10000"/>
              <a:gd name="connsiteX63" fmla="*/ 8504 w 10071"/>
              <a:gd name="connsiteY63" fmla="*/ 314 h 10000"/>
              <a:gd name="connsiteX64" fmla="*/ 8044 w 10071"/>
              <a:gd name="connsiteY64" fmla="*/ 0 h 10000"/>
              <a:gd name="connsiteX65" fmla="*/ 8486 w 10071"/>
              <a:gd name="connsiteY65" fmla="*/ 786 h 10000"/>
              <a:gd name="connsiteX66" fmla="*/ 8453 w 10071"/>
              <a:gd name="connsiteY66" fmla="*/ 746 h 10000"/>
              <a:gd name="connsiteX67" fmla="*/ 8417 w 10071"/>
              <a:gd name="connsiteY67" fmla="*/ 717 h 10000"/>
              <a:gd name="connsiteX68" fmla="*/ 8365 w 10071"/>
              <a:gd name="connsiteY68" fmla="*/ 678 h 10000"/>
              <a:gd name="connsiteX69" fmla="*/ 8311 w 10071"/>
              <a:gd name="connsiteY69" fmla="*/ 648 h 10000"/>
              <a:gd name="connsiteX70" fmla="*/ 8252 w 10071"/>
              <a:gd name="connsiteY70" fmla="*/ 619 h 10000"/>
              <a:gd name="connsiteX71" fmla="*/ 8186 w 10071"/>
              <a:gd name="connsiteY71" fmla="*/ 590 h 10000"/>
              <a:gd name="connsiteX72" fmla="*/ 8117 w 10071"/>
              <a:gd name="connsiteY72" fmla="*/ 570 h 10000"/>
              <a:gd name="connsiteX73" fmla="*/ 8044 w 10071"/>
              <a:gd name="connsiteY73" fmla="*/ 540 h 10000"/>
              <a:gd name="connsiteX74" fmla="*/ 7971 w 10071"/>
              <a:gd name="connsiteY74" fmla="*/ 530 h 10000"/>
              <a:gd name="connsiteX75" fmla="*/ 7898 w 10071"/>
              <a:gd name="connsiteY75" fmla="*/ 511 h 10000"/>
              <a:gd name="connsiteX76" fmla="*/ 7821 w 10071"/>
              <a:gd name="connsiteY76" fmla="*/ 500 h 10000"/>
              <a:gd name="connsiteX77" fmla="*/ 7752 w 10071"/>
              <a:gd name="connsiteY77" fmla="*/ 500 h 10000"/>
              <a:gd name="connsiteX78" fmla="*/ 7566 w 10071"/>
              <a:gd name="connsiteY78" fmla="*/ 500 h 10000"/>
              <a:gd name="connsiteX79" fmla="*/ 7391 w 10071"/>
              <a:gd name="connsiteY79" fmla="*/ 521 h 10000"/>
              <a:gd name="connsiteX80" fmla="*/ 7220 w 10071"/>
              <a:gd name="connsiteY80" fmla="*/ 559 h 10000"/>
              <a:gd name="connsiteX81" fmla="*/ 7055 w 10071"/>
              <a:gd name="connsiteY81" fmla="*/ 599 h 10000"/>
              <a:gd name="connsiteX82" fmla="*/ 6898 w 10071"/>
              <a:gd name="connsiteY82" fmla="*/ 657 h 10000"/>
              <a:gd name="connsiteX83" fmla="*/ 6752 w 10071"/>
              <a:gd name="connsiteY83" fmla="*/ 736 h 10000"/>
              <a:gd name="connsiteX84" fmla="*/ 6610 w 10071"/>
              <a:gd name="connsiteY84" fmla="*/ 815 h 10000"/>
              <a:gd name="connsiteX85" fmla="*/ 6478 w 10071"/>
              <a:gd name="connsiteY85" fmla="*/ 923 h 10000"/>
              <a:gd name="connsiteX86" fmla="*/ 6350 w 10071"/>
              <a:gd name="connsiteY86" fmla="*/ 1021 h 10000"/>
              <a:gd name="connsiteX87" fmla="*/ 6237 w 10071"/>
              <a:gd name="connsiteY87" fmla="*/ 1158 h 10000"/>
              <a:gd name="connsiteX88" fmla="*/ 6124 w 10071"/>
              <a:gd name="connsiteY88" fmla="*/ 1296 h 10000"/>
              <a:gd name="connsiteX89" fmla="*/ 5839 w 10071"/>
              <a:gd name="connsiteY89" fmla="*/ 2130 h 10000"/>
              <a:gd name="connsiteX90" fmla="*/ 5554 w 10071"/>
              <a:gd name="connsiteY90" fmla="*/ 2954 h 10000"/>
              <a:gd name="connsiteX91" fmla="*/ 5266 w 10071"/>
              <a:gd name="connsiteY91" fmla="*/ 3739 h 10000"/>
              <a:gd name="connsiteX92" fmla="*/ 4973 w 10071"/>
              <a:gd name="connsiteY92" fmla="*/ 4504 h 10000"/>
              <a:gd name="connsiteX93" fmla="*/ 4681 w 10071"/>
              <a:gd name="connsiteY93" fmla="*/ 5231 h 10000"/>
              <a:gd name="connsiteX94" fmla="*/ 4385 w 10071"/>
              <a:gd name="connsiteY94" fmla="*/ 5947 h 10000"/>
              <a:gd name="connsiteX95" fmla="*/ 4086 w 10071"/>
              <a:gd name="connsiteY95" fmla="*/ 6615 h 10000"/>
              <a:gd name="connsiteX96" fmla="*/ 3786 w 10071"/>
              <a:gd name="connsiteY96" fmla="*/ 7272 h 10000"/>
              <a:gd name="connsiteX97" fmla="*/ 3483 w 10071"/>
              <a:gd name="connsiteY97" fmla="*/ 7891 h 10000"/>
              <a:gd name="connsiteX98" fmla="*/ 3180 w 10071"/>
              <a:gd name="connsiteY98" fmla="*/ 8488 h 10000"/>
              <a:gd name="connsiteX99" fmla="*/ 2873 w 10071"/>
              <a:gd name="connsiteY99" fmla="*/ 9058 h 10000"/>
              <a:gd name="connsiteX100" fmla="*/ 2567 w 10071"/>
              <a:gd name="connsiteY100" fmla="*/ 9587 h 10000"/>
              <a:gd name="connsiteX101" fmla="*/ 2162 w 10071"/>
              <a:gd name="connsiteY101" fmla="*/ 9632 h 10000"/>
              <a:gd name="connsiteX102" fmla="*/ 1505 w 10071"/>
              <a:gd name="connsiteY102" fmla="*/ 9480 h 10000"/>
              <a:gd name="connsiteX103" fmla="*/ 752 w 10071"/>
              <a:gd name="connsiteY103" fmla="*/ 8881 h 10000"/>
              <a:gd name="connsiteX104" fmla="*/ 0 w 10071"/>
              <a:gd name="connsiteY104" fmla="*/ 8292 h 10000"/>
              <a:gd name="connsiteX0" fmla="*/ 0 w 10071"/>
              <a:gd name="connsiteY0" fmla="*/ 8292 h 10000"/>
              <a:gd name="connsiteX1" fmla="*/ 329 w 10071"/>
              <a:gd name="connsiteY1" fmla="*/ 8488 h 10000"/>
              <a:gd name="connsiteX2" fmla="*/ 650 w 10071"/>
              <a:gd name="connsiteY2" fmla="*/ 8715 h 10000"/>
              <a:gd name="connsiteX3" fmla="*/ 975 w 10071"/>
              <a:gd name="connsiteY3" fmla="*/ 8950 h 10000"/>
              <a:gd name="connsiteX4" fmla="*/ 1300 w 10071"/>
              <a:gd name="connsiteY4" fmla="*/ 9205 h 10000"/>
              <a:gd name="connsiteX5" fmla="*/ 1622 w 10071"/>
              <a:gd name="connsiteY5" fmla="*/ 9480 h 10000"/>
              <a:gd name="connsiteX6" fmla="*/ 1943 w 10071"/>
              <a:gd name="connsiteY6" fmla="*/ 9785 h 10000"/>
              <a:gd name="connsiteX7" fmla="*/ 2321 w 10071"/>
              <a:gd name="connsiteY7" fmla="*/ 9977 h 10000"/>
              <a:gd name="connsiteX8" fmla="*/ 2523 w 10071"/>
              <a:gd name="connsiteY8" fmla="*/ 10000 h 10000"/>
              <a:gd name="connsiteX9" fmla="*/ 2789 w 10071"/>
              <a:gd name="connsiteY9" fmla="*/ 9892 h 10000"/>
              <a:gd name="connsiteX10" fmla="*/ 3049 w 10071"/>
              <a:gd name="connsiteY10" fmla="*/ 9755 h 10000"/>
              <a:gd name="connsiteX11" fmla="*/ 3308 w 10071"/>
              <a:gd name="connsiteY11" fmla="*/ 9587 h 10000"/>
              <a:gd name="connsiteX12" fmla="*/ 3560 w 10071"/>
              <a:gd name="connsiteY12" fmla="*/ 9411 h 10000"/>
              <a:gd name="connsiteX13" fmla="*/ 3808 w 10071"/>
              <a:gd name="connsiteY13" fmla="*/ 9215 h 10000"/>
              <a:gd name="connsiteX14" fmla="*/ 4049 w 10071"/>
              <a:gd name="connsiteY14" fmla="*/ 8999 h 10000"/>
              <a:gd name="connsiteX15" fmla="*/ 4287 w 10071"/>
              <a:gd name="connsiteY15" fmla="*/ 8764 h 10000"/>
              <a:gd name="connsiteX16" fmla="*/ 4517 w 10071"/>
              <a:gd name="connsiteY16" fmla="*/ 8508 h 10000"/>
              <a:gd name="connsiteX17" fmla="*/ 4740 w 10071"/>
              <a:gd name="connsiteY17" fmla="*/ 8234 h 10000"/>
              <a:gd name="connsiteX18" fmla="*/ 4959 w 10071"/>
              <a:gd name="connsiteY18" fmla="*/ 7949 h 10000"/>
              <a:gd name="connsiteX19" fmla="*/ 5167 w 10071"/>
              <a:gd name="connsiteY19" fmla="*/ 7645 h 10000"/>
              <a:gd name="connsiteX20" fmla="*/ 5372 w 10071"/>
              <a:gd name="connsiteY20" fmla="*/ 7311 h 10000"/>
              <a:gd name="connsiteX21" fmla="*/ 5565 w 10071"/>
              <a:gd name="connsiteY21" fmla="*/ 6968 h 10000"/>
              <a:gd name="connsiteX22" fmla="*/ 5751 w 10071"/>
              <a:gd name="connsiteY22" fmla="*/ 6615 h 10000"/>
              <a:gd name="connsiteX23" fmla="*/ 5927 w 10071"/>
              <a:gd name="connsiteY23" fmla="*/ 6242 h 10000"/>
              <a:gd name="connsiteX24" fmla="*/ 6098 w 10071"/>
              <a:gd name="connsiteY24" fmla="*/ 5859 h 10000"/>
              <a:gd name="connsiteX25" fmla="*/ 6259 w 10071"/>
              <a:gd name="connsiteY25" fmla="*/ 5446 h 10000"/>
              <a:gd name="connsiteX26" fmla="*/ 6365 w 10071"/>
              <a:gd name="connsiteY26" fmla="*/ 5191 h 10000"/>
              <a:gd name="connsiteX27" fmla="*/ 6478 w 10071"/>
              <a:gd name="connsiteY27" fmla="*/ 4927 h 10000"/>
              <a:gd name="connsiteX28" fmla="*/ 6591 w 10071"/>
              <a:gd name="connsiteY28" fmla="*/ 4681 h 10000"/>
              <a:gd name="connsiteX29" fmla="*/ 6712 w 10071"/>
              <a:gd name="connsiteY29" fmla="*/ 4435 h 10000"/>
              <a:gd name="connsiteX30" fmla="*/ 6829 w 10071"/>
              <a:gd name="connsiteY30" fmla="*/ 4200 h 10000"/>
              <a:gd name="connsiteX31" fmla="*/ 6953 w 10071"/>
              <a:gd name="connsiteY31" fmla="*/ 3985 h 10000"/>
              <a:gd name="connsiteX32" fmla="*/ 7077 w 10071"/>
              <a:gd name="connsiteY32" fmla="*/ 3769 h 10000"/>
              <a:gd name="connsiteX33" fmla="*/ 7201 w 10071"/>
              <a:gd name="connsiteY33" fmla="*/ 3583 h 10000"/>
              <a:gd name="connsiteX34" fmla="*/ 7322 w 10071"/>
              <a:gd name="connsiteY34" fmla="*/ 3395 h 10000"/>
              <a:gd name="connsiteX35" fmla="*/ 7446 w 10071"/>
              <a:gd name="connsiteY35" fmla="*/ 3228 h 10000"/>
              <a:gd name="connsiteX36" fmla="*/ 7562 w 10071"/>
              <a:gd name="connsiteY36" fmla="*/ 3082 h 10000"/>
              <a:gd name="connsiteX37" fmla="*/ 7682 w 10071"/>
              <a:gd name="connsiteY37" fmla="*/ 2945 h 10000"/>
              <a:gd name="connsiteX38" fmla="*/ 7796 w 10071"/>
              <a:gd name="connsiteY38" fmla="*/ 2826 h 10000"/>
              <a:gd name="connsiteX39" fmla="*/ 7909 w 10071"/>
              <a:gd name="connsiteY39" fmla="*/ 2739 h 10000"/>
              <a:gd name="connsiteX40" fmla="*/ 8015 w 10071"/>
              <a:gd name="connsiteY40" fmla="*/ 2660 h 10000"/>
              <a:gd name="connsiteX41" fmla="*/ 8117 w 10071"/>
              <a:gd name="connsiteY41" fmla="*/ 2601 h 10000"/>
              <a:gd name="connsiteX42" fmla="*/ 8212 w 10071"/>
              <a:gd name="connsiteY42" fmla="*/ 2572 h 10000"/>
              <a:gd name="connsiteX43" fmla="*/ 8303 w 10071"/>
              <a:gd name="connsiteY43" fmla="*/ 2552 h 10000"/>
              <a:gd name="connsiteX44" fmla="*/ 8387 w 10071"/>
              <a:gd name="connsiteY44" fmla="*/ 2543 h 10000"/>
              <a:gd name="connsiteX45" fmla="*/ 8482 w 10071"/>
              <a:gd name="connsiteY45" fmla="*/ 2543 h 10000"/>
              <a:gd name="connsiteX46" fmla="*/ 8581 w 10071"/>
              <a:gd name="connsiteY46" fmla="*/ 2552 h 10000"/>
              <a:gd name="connsiteX47" fmla="*/ 8687 w 10071"/>
              <a:gd name="connsiteY47" fmla="*/ 2572 h 10000"/>
              <a:gd name="connsiteX48" fmla="*/ 8796 w 10071"/>
              <a:gd name="connsiteY48" fmla="*/ 2601 h 10000"/>
              <a:gd name="connsiteX49" fmla="*/ 8906 w 10071"/>
              <a:gd name="connsiteY49" fmla="*/ 2641 h 10000"/>
              <a:gd name="connsiteX50" fmla="*/ 9019 w 10071"/>
              <a:gd name="connsiteY50" fmla="*/ 2689 h 10000"/>
              <a:gd name="connsiteX51" fmla="*/ 9136 w 10071"/>
              <a:gd name="connsiteY51" fmla="*/ 2748 h 10000"/>
              <a:gd name="connsiteX52" fmla="*/ 9253 w 10071"/>
              <a:gd name="connsiteY52" fmla="*/ 2816 h 10000"/>
              <a:gd name="connsiteX53" fmla="*/ 9370 w 10071"/>
              <a:gd name="connsiteY53" fmla="*/ 2885 h 10000"/>
              <a:gd name="connsiteX54" fmla="*/ 9483 w 10071"/>
              <a:gd name="connsiteY54" fmla="*/ 2954 h 10000"/>
              <a:gd name="connsiteX55" fmla="*/ 9593 w 10071"/>
              <a:gd name="connsiteY55" fmla="*/ 3043 h 10000"/>
              <a:gd name="connsiteX56" fmla="*/ 9706 w 10071"/>
              <a:gd name="connsiteY56" fmla="*/ 3395 h 10000"/>
              <a:gd name="connsiteX57" fmla="*/ 9703 w 10071"/>
              <a:gd name="connsiteY57" fmla="*/ 3763 h 10000"/>
              <a:gd name="connsiteX58" fmla="*/ 9907 w 10071"/>
              <a:gd name="connsiteY58" fmla="*/ 4131 h 10000"/>
              <a:gd name="connsiteX59" fmla="*/ 9994 w 10071"/>
              <a:gd name="connsiteY59" fmla="*/ 4504 h 10000"/>
              <a:gd name="connsiteX60" fmla="*/ 10071 w 10071"/>
              <a:gd name="connsiteY60" fmla="*/ 377 h 10000"/>
              <a:gd name="connsiteX61" fmla="*/ 9522 w 10071"/>
              <a:gd name="connsiteY61" fmla="*/ 441 h 10000"/>
              <a:gd name="connsiteX62" fmla="*/ 9001 w 10071"/>
              <a:gd name="connsiteY62" fmla="*/ 463 h 10000"/>
              <a:gd name="connsiteX63" fmla="*/ 8504 w 10071"/>
              <a:gd name="connsiteY63" fmla="*/ 314 h 10000"/>
              <a:gd name="connsiteX64" fmla="*/ 8044 w 10071"/>
              <a:gd name="connsiteY64" fmla="*/ 0 h 10000"/>
              <a:gd name="connsiteX65" fmla="*/ 8486 w 10071"/>
              <a:gd name="connsiteY65" fmla="*/ 786 h 10000"/>
              <a:gd name="connsiteX66" fmla="*/ 8453 w 10071"/>
              <a:gd name="connsiteY66" fmla="*/ 746 h 10000"/>
              <a:gd name="connsiteX67" fmla="*/ 8417 w 10071"/>
              <a:gd name="connsiteY67" fmla="*/ 717 h 10000"/>
              <a:gd name="connsiteX68" fmla="*/ 8365 w 10071"/>
              <a:gd name="connsiteY68" fmla="*/ 678 h 10000"/>
              <a:gd name="connsiteX69" fmla="*/ 8311 w 10071"/>
              <a:gd name="connsiteY69" fmla="*/ 648 h 10000"/>
              <a:gd name="connsiteX70" fmla="*/ 8252 w 10071"/>
              <a:gd name="connsiteY70" fmla="*/ 619 h 10000"/>
              <a:gd name="connsiteX71" fmla="*/ 8186 w 10071"/>
              <a:gd name="connsiteY71" fmla="*/ 590 h 10000"/>
              <a:gd name="connsiteX72" fmla="*/ 8117 w 10071"/>
              <a:gd name="connsiteY72" fmla="*/ 570 h 10000"/>
              <a:gd name="connsiteX73" fmla="*/ 8044 w 10071"/>
              <a:gd name="connsiteY73" fmla="*/ 540 h 10000"/>
              <a:gd name="connsiteX74" fmla="*/ 7971 w 10071"/>
              <a:gd name="connsiteY74" fmla="*/ 530 h 10000"/>
              <a:gd name="connsiteX75" fmla="*/ 7898 w 10071"/>
              <a:gd name="connsiteY75" fmla="*/ 511 h 10000"/>
              <a:gd name="connsiteX76" fmla="*/ 7821 w 10071"/>
              <a:gd name="connsiteY76" fmla="*/ 500 h 10000"/>
              <a:gd name="connsiteX77" fmla="*/ 7752 w 10071"/>
              <a:gd name="connsiteY77" fmla="*/ 500 h 10000"/>
              <a:gd name="connsiteX78" fmla="*/ 7566 w 10071"/>
              <a:gd name="connsiteY78" fmla="*/ 500 h 10000"/>
              <a:gd name="connsiteX79" fmla="*/ 7391 w 10071"/>
              <a:gd name="connsiteY79" fmla="*/ 521 h 10000"/>
              <a:gd name="connsiteX80" fmla="*/ 7220 w 10071"/>
              <a:gd name="connsiteY80" fmla="*/ 559 h 10000"/>
              <a:gd name="connsiteX81" fmla="*/ 7055 w 10071"/>
              <a:gd name="connsiteY81" fmla="*/ 599 h 10000"/>
              <a:gd name="connsiteX82" fmla="*/ 6898 w 10071"/>
              <a:gd name="connsiteY82" fmla="*/ 657 h 10000"/>
              <a:gd name="connsiteX83" fmla="*/ 6752 w 10071"/>
              <a:gd name="connsiteY83" fmla="*/ 736 h 10000"/>
              <a:gd name="connsiteX84" fmla="*/ 6610 w 10071"/>
              <a:gd name="connsiteY84" fmla="*/ 815 h 10000"/>
              <a:gd name="connsiteX85" fmla="*/ 6478 w 10071"/>
              <a:gd name="connsiteY85" fmla="*/ 923 h 10000"/>
              <a:gd name="connsiteX86" fmla="*/ 6350 w 10071"/>
              <a:gd name="connsiteY86" fmla="*/ 1021 h 10000"/>
              <a:gd name="connsiteX87" fmla="*/ 6237 w 10071"/>
              <a:gd name="connsiteY87" fmla="*/ 1158 h 10000"/>
              <a:gd name="connsiteX88" fmla="*/ 6124 w 10071"/>
              <a:gd name="connsiteY88" fmla="*/ 1296 h 10000"/>
              <a:gd name="connsiteX89" fmla="*/ 5839 w 10071"/>
              <a:gd name="connsiteY89" fmla="*/ 2130 h 10000"/>
              <a:gd name="connsiteX90" fmla="*/ 5554 w 10071"/>
              <a:gd name="connsiteY90" fmla="*/ 2954 h 10000"/>
              <a:gd name="connsiteX91" fmla="*/ 5266 w 10071"/>
              <a:gd name="connsiteY91" fmla="*/ 3739 h 10000"/>
              <a:gd name="connsiteX92" fmla="*/ 4973 w 10071"/>
              <a:gd name="connsiteY92" fmla="*/ 4504 h 10000"/>
              <a:gd name="connsiteX93" fmla="*/ 4681 w 10071"/>
              <a:gd name="connsiteY93" fmla="*/ 5231 h 10000"/>
              <a:gd name="connsiteX94" fmla="*/ 4385 w 10071"/>
              <a:gd name="connsiteY94" fmla="*/ 5947 h 10000"/>
              <a:gd name="connsiteX95" fmla="*/ 4086 w 10071"/>
              <a:gd name="connsiteY95" fmla="*/ 6615 h 10000"/>
              <a:gd name="connsiteX96" fmla="*/ 3786 w 10071"/>
              <a:gd name="connsiteY96" fmla="*/ 7272 h 10000"/>
              <a:gd name="connsiteX97" fmla="*/ 3483 w 10071"/>
              <a:gd name="connsiteY97" fmla="*/ 7891 h 10000"/>
              <a:gd name="connsiteX98" fmla="*/ 3180 w 10071"/>
              <a:gd name="connsiteY98" fmla="*/ 8488 h 10000"/>
              <a:gd name="connsiteX99" fmla="*/ 2873 w 10071"/>
              <a:gd name="connsiteY99" fmla="*/ 9058 h 10000"/>
              <a:gd name="connsiteX100" fmla="*/ 2567 w 10071"/>
              <a:gd name="connsiteY100" fmla="*/ 9587 h 10000"/>
              <a:gd name="connsiteX101" fmla="*/ 2162 w 10071"/>
              <a:gd name="connsiteY101" fmla="*/ 9632 h 10000"/>
              <a:gd name="connsiteX102" fmla="*/ 1505 w 10071"/>
              <a:gd name="connsiteY102" fmla="*/ 9480 h 10000"/>
              <a:gd name="connsiteX103" fmla="*/ 752 w 10071"/>
              <a:gd name="connsiteY103" fmla="*/ 8881 h 10000"/>
              <a:gd name="connsiteX104" fmla="*/ 0 w 10071"/>
              <a:gd name="connsiteY104" fmla="*/ 8292 h 10000"/>
              <a:gd name="connsiteX0" fmla="*/ 0 w 10071"/>
              <a:gd name="connsiteY0" fmla="*/ 8292 h 10000"/>
              <a:gd name="connsiteX1" fmla="*/ 329 w 10071"/>
              <a:gd name="connsiteY1" fmla="*/ 8488 h 10000"/>
              <a:gd name="connsiteX2" fmla="*/ 650 w 10071"/>
              <a:gd name="connsiteY2" fmla="*/ 8715 h 10000"/>
              <a:gd name="connsiteX3" fmla="*/ 975 w 10071"/>
              <a:gd name="connsiteY3" fmla="*/ 8950 h 10000"/>
              <a:gd name="connsiteX4" fmla="*/ 1300 w 10071"/>
              <a:gd name="connsiteY4" fmla="*/ 9205 h 10000"/>
              <a:gd name="connsiteX5" fmla="*/ 1622 w 10071"/>
              <a:gd name="connsiteY5" fmla="*/ 9480 h 10000"/>
              <a:gd name="connsiteX6" fmla="*/ 1943 w 10071"/>
              <a:gd name="connsiteY6" fmla="*/ 9785 h 10000"/>
              <a:gd name="connsiteX7" fmla="*/ 2321 w 10071"/>
              <a:gd name="connsiteY7" fmla="*/ 9977 h 10000"/>
              <a:gd name="connsiteX8" fmla="*/ 2523 w 10071"/>
              <a:gd name="connsiteY8" fmla="*/ 10000 h 10000"/>
              <a:gd name="connsiteX9" fmla="*/ 2789 w 10071"/>
              <a:gd name="connsiteY9" fmla="*/ 9892 h 10000"/>
              <a:gd name="connsiteX10" fmla="*/ 3049 w 10071"/>
              <a:gd name="connsiteY10" fmla="*/ 9755 h 10000"/>
              <a:gd name="connsiteX11" fmla="*/ 3308 w 10071"/>
              <a:gd name="connsiteY11" fmla="*/ 9587 h 10000"/>
              <a:gd name="connsiteX12" fmla="*/ 3560 w 10071"/>
              <a:gd name="connsiteY12" fmla="*/ 9411 h 10000"/>
              <a:gd name="connsiteX13" fmla="*/ 3808 w 10071"/>
              <a:gd name="connsiteY13" fmla="*/ 9215 h 10000"/>
              <a:gd name="connsiteX14" fmla="*/ 4049 w 10071"/>
              <a:gd name="connsiteY14" fmla="*/ 8999 h 10000"/>
              <a:gd name="connsiteX15" fmla="*/ 4287 w 10071"/>
              <a:gd name="connsiteY15" fmla="*/ 8764 h 10000"/>
              <a:gd name="connsiteX16" fmla="*/ 4517 w 10071"/>
              <a:gd name="connsiteY16" fmla="*/ 8508 h 10000"/>
              <a:gd name="connsiteX17" fmla="*/ 4740 w 10071"/>
              <a:gd name="connsiteY17" fmla="*/ 8234 h 10000"/>
              <a:gd name="connsiteX18" fmla="*/ 4959 w 10071"/>
              <a:gd name="connsiteY18" fmla="*/ 7949 h 10000"/>
              <a:gd name="connsiteX19" fmla="*/ 5167 w 10071"/>
              <a:gd name="connsiteY19" fmla="*/ 7645 h 10000"/>
              <a:gd name="connsiteX20" fmla="*/ 5372 w 10071"/>
              <a:gd name="connsiteY20" fmla="*/ 7311 h 10000"/>
              <a:gd name="connsiteX21" fmla="*/ 5565 w 10071"/>
              <a:gd name="connsiteY21" fmla="*/ 6968 h 10000"/>
              <a:gd name="connsiteX22" fmla="*/ 5751 w 10071"/>
              <a:gd name="connsiteY22" fmla="*/ 6615 h 10000"/>
              <a:gd name="connsiteX23" fmla="*/ 5927 w 10071"/>
              <a:gd name="connsiteY23" fmla="*/ 6242 h 10000"/>
              <a:gd name="connsiteX24" fmla="*/ 6098 w 10071"/>
              <a:gd name="connsiteY24" fmla="*/ 5859 h 10000"/>
              <a:gd name="connsiteX25" fmla="*/ 6259 w 10071"/>
              <a:gd name="connsiteY25" fmla="*/ 5446 h 10000"/>
              <a:gd name="connsiteX26" fmla="*/ 6365 w 10071"/>
              <a:gd name="connsiteY26" fmla="*/ 5191 h 10000"/>
              <a:gd name="connsiteX27" fmla="*/ 6478 w 10071"/>
              <a:gd name="connsiteY27" fmla="*/ 4927 h 10000"/>
              <a:gd name="connsiteX28" fmla="*/ 6591 w 10071"/>
              <a:gd name="connsiteY28" fmla="*/ 4681 h 10000"/>
              <a:gd name="connsiteX29" fmla="*/ 6712 w 10071"/>
              <a:gd name="connsiteY29" fmla="*/ 4435 h 10000"/>
              <a:gd name="connsiteX30" fmla="*/ 6829 w 10071"/>
              <a:gd name="connsiteY30" fmla="*/ 4200 h 10000"/>
              <a:gd name="connsiteX31" fmla="*/ 6953 w 10071"/>
              <a:gd name="connsiteY31" fmla="*/ 3985 h 10000"/>
              <a:gd name="connsiteX32" fmla="*/ 7077 w 10071"/>
              <a:gd name="connsiteY32" fmla="*/ 3769 h 10000"/>
              <a:gd name="connsiteX33" fmla="*/ 7201 w 10071"/>
              <a:gd name="connsiteY33" fmla="*/ 3583 h 10000"/>
              <a:gd name="connsiteX34" fmla="*/ 7322 w 10071"/>
              <a:gd name="connsiteY34" fmla="*/ 3395 h 10000"/>
              <a:gd name="connsiteX35" fmla="*/ 7446 w 10071"/>
              <a:gd name="connsiteY35" fmla="*/ 3228 h 10000"/>
              <a:gd name="connsiteX36" fmla="*/ 7562 w 10071"/>
              <a:gd name="connsiteY36" fmla="*/ 3082 h 10000"/>
              <a:gd name="connsiteX37" fmla="*/ 7682 w 10071"/>
              <a:gd name="connsiteY37" fmla="*/ 2945 h 10000"/>
              <a:gd name="connsiteX38" fmla="*/ 7796 w 10071"/>
              <a:gd name="connsiteY38" fmla="*/ 2826 h 10000"/>
              <a:gd name="connsiteX39" fmla="*/ 7909 w 10071"/>
              <a:gd name="connsiteY39" fmla="*/ 2739 h 10000"/>
              <a:gd name="connsiteX40" fmla="*/ 8015 w 10071"/>
              <a:gd name="connsiteY40" fmla="*/ 2660 h 10000"/>
              <a:gd name="connsiteX41" fmla="*/ 8117 w 10071"/>
              <a:gd name="connsiteY41" fmla="*/ 2601 h 10000"/>
              <a:gd name="connsiteX42" fmla="*/ 8212 w 10071"/>
              <a:gd name="connsiteY42" fmla="*/ 2572 h 10000"/>
              <a:gd name="connsiteX43" fmla="*/ 8303 w 10071"/>
              <a:gd name="connsiteY43" fmla="*/ 2552 h 10000"/>
              <a:gd name="connsiteX44" fmla="*/ 8387 w 10071"/>
              <a:gd name="connsiteY44" fmla="*/ 2543 h 10000"/>
              <a:gd name="connsiteX45" fmla="*/ 8482 w 10071"/>
              <a:gd name="connsiteY45" fmla="*/ 2543 h 10000"/>
              <a:gd name="connsiteX46" fmla="*/ 8581 w 10071"/>
              <a:gd name="connsiteY46" fmla="*/ 2552 h 10000"/>
              <a:gd name="connsiteX47" fmla="*/ 8687 w 10071"/>
              <a:gd name="connsiteY47" fmla="*/ 2572 h 10000"/>
              <a:gd name="connsiteX48" fmla="*/ 8796 w 10071"/>
              <a:gd name="connsiteY48" fmla="*/ 2601 h 10000"/>
              <a:gd name="connsiteX49" fmla="*/ 8906 w 10071"/>
              <a:gd name="connsiteY49" fmla="*/ 2641 h 10000"/>
              <a:gd name="connsiteX50" fmla="*/ 9019 w 10071"/>
              <a:gd name="connsiteY50" fmla="*/ 2689 h 10000"/>
              <a:gd name="connsiteX51" fmla="*/ 9136 w 10071"/>
              <a:gd name="connsiteY51" fmla="*/ 2748 h 10000"/>
              <a:gd name="connsiteX52" fmla="*/ 9253 w 10071"/>
              <a:gd name="connsiteY52" fmla="*/ 2816 h 10000"/>
              <a:gd name="connsiteX53" fmla="*/ 9370 w 10071"/>
              <a:gd name="connsiteY53" fmla="*/ 2885 h 10000"/>
              <a:gd name="connsiteX54" fmla="*/ 9483 w 10071"/>
              <a:gd name="connsiteY54" fmla="*/ 2954 h 10000"/>
              <a:gd name="connsiteX55" fmla="*/ 9593 w 10071"/>
              <a:gd name="connsiteY55" fmla="*/ 3043 h 10000"/>
              <a:gd name="connsiteX56" fmla="*/ 9650 w 10071"/>
              <a:gd name="connsiteY56" fmla="*/ 3346 h 10000"/>
              <a:gd name="connsiteX57" fmla="*/ 9703 w 10071"/>
              <a:gd name="connsiteY57" fmla="*/ 3763 h 10000"/>
              <a:gd name="connsiteX58" fmla="*/ 9907 w 10071"/>
              <a:gd name="connsiteY58" fmla="*/ 4131 h 10000"/>
              <a:gd name="connsiteX59" fmla="*/ 9994 w 10071"/>
              <a:gd name="connsiteY59" fmla="*/ 4504 h 10000"/>
              <a:gd name="connsiteX60" fmla="*/ 10071 w 10071"/>
              <a:gd name="connsiteY60" fmla="*/ 377 h 10000"/>
              <a:gd name="connsiteX61" fmla="*/ 9522 w 10071"/>
              <a:gd name="connsiteY61" fmla="*/ 441 h 10000"/>
              <a:gd name="connsiteX62" fmla="*/ 9001 w 10071"/>
              <a:gd name="connsiteY62" fmla="*/ 463 h 10000"/>
              <a:gd name="connsiteX63" fmla="*/ 8504 w 10071"/>
              <a:gd name="connsiteY63" fmla="*/ 314 h 10000"/>
              <a:gd name="connsiteX64" fmla="*/ 8044 w 10071"/>
              <a:gd name="connsiteY64" fmla="*/ 0 h 10000"/>
              <a:gd name="connsiteX65" fmla="*/ 8486 w 10071"/>
              <a:gd name="connsiteY65" fmla="*/ 786 h 10000"/>
              <a:gd name="connsiteX66" fmla="*/ 8453 w 10071"/>
              <a:gd name="connsiteY66" fmla="*/ 746 h 10000"/>
              <a:gd name="connsiteX67" fmla="*/ 8417 w 10071"/>
              <a:gd name="connsiteY67" fmla="*/ 717 h 10000"/>
              <a:gd name="connsiteX68" fmla="*/ 8365 w 10071"/>
              <a:gd name="connsiteY68" fmla="*/ 678 h 10000"/>
              <a:gd name="connsiteX69" fmla="*/ 8311 w 10071"/>
              <a:gd name="connsiteY69" fmla="*/ 648 h 10000"/>
              <a:gd name="connsiteX70" fmla="*/ 8252 w 10071"/>
              <a:gd name="connsiteY70" fmla="*/ 619 h 10000"/>
              <a:gd name="connsiteX71" fmla="*/ 8186 w 10071"/>
              <a:gd name="connsiteY71" fmla="*/ 590 h 10000"/>
              <a:gd name="connsiteX72" fmla="*/ 8117 w 10071"/>
              <a:gd name="connsiteY72" fmla="*/ 570 h 10000"/>
              <a:gd name="connsiteX73" fmla="*/ 8044 w 10071"/>
              <a:gd name="connsiteY73" fmla="*/ 540 h 10000"/>
              <a:gd name="connsiteX74" fmla="*/ 7971 w 10071"/>
              <a:gd name="connsiteY74" fmla="*/ 530 h 10000"/>
              <a:gd name="connsiteX75" fmla="*/ 7898 w 10071"/>
              <a:gd name="connsiteY75" fmla="*/ 511 h 10000"/>
              <a:gd name="connsiteX76" fmla="*/ 7821 w 10071"/>
              <a:gd name="connsiteY76" fmla="*/ 500 h 10000"/>
              <a:gd name="connsiteX77" fmla="*/ 7752 w 10071"/>
              <a:gd name="connsiteY77" fmla="*/ 500 h 10000"/>
              <a:gd name="connsiteX78" fmla="*/ 7566 w 10071"/>
              <a:gd name="connsiteY78" fmla="*/ 500 h 10000"/>
              <a:gd name="connsiteX79" fmla="*/ 7391 w 10071"/>
              <a:gd name="connsiteY79" fmla="*/ 521 h 10000"/>
              <a:gd name="connsiteX80" fmla="*/ 7220 w 10071"/>
              <a:gd name="connsiteY80" fmla="*/ 559 h 10000"/>
              <a:gd name="connsiteX81" fmla="*/ 7055 w 10071"/>
              <a:gd name="connsiteY81" fmla="*/ 599 h 10000"/>
              <a:gd name="connsiteX82" fmla="*/ 6898 w 10071"/>
              <a:gd name="connsiteY82" fmla="*/ 657 h 10000"/>
              <a:gd name="connsiteX83" fmla="*/ 6752 w 10071"/>
              <a:gd name="connsiteY83" fmla="*/ 736 h 10000"/>
              <a:gd name="connsiteX84" fmla="*/ 6610 w 10071"/>
              <a:gd name="connsiteY84" fmla="*/ 815 h 10000"/>
              <a:gd name="connsiteX85" fmla="*/ 6478 w 10071"/>
              <a:gd name="connsiteY85" fmla="*/ 923 h 10000"/>
              <a:gd name="connsiteX86" fmla="*/ 6350 w 10071"/>
              <a:gd name="connsiteY86" fmla="*/ 1021 h 10000"/>
              <a:gd name="connsiteX87" fmla="*/ 6237 w 10071"/>
              <a:gd name="connsiteY87" fmla="*/ 1158 h 10000"/>
              <a:gd name="connsiteX88" fmla="*/ 6124 w 10071"/>
              <a:gd name="connsiteY88" fmla="*/ 1296 h 10000"/>
              <a:gd name="connsiteX89" fmla="*/ 5839 w 10071"/>
              <a:gd name="connsiteY89" fmla="*/ 2130 h 10000"/>
              <a:gd name="connsiteX90" fmla="*/ 5554 w 10071"/>
              <a:gd name="connsiteY90" fmla="*/ 2954 h 10000"/>
              <a:gd name="connsiteX91" fmla="*/ 5266 w 10071"/>
              <a:gd name="connsiteY91" fmla="*/ 3739 h 10000"/>
              <a:gd name="connsiteX92" fmla="*/ 4973 w 10071"/>
              <a:gd name="connsiteY92" fmla="*/ 4504 h 10000"/>
              <a:gd name="connsiteX93" fmla="*/ 4681 w 10071"/>
              <a:gd name="connsiteY93" fmla="*/ 5231 h 10000"/>
              <a:gd name="connsiteX94" fmla="*/ 4385 w 10071"/>
              <a:gd name="connsiteY94" fmla="*/ 5947 h 10000"/>
              <a:gd name="connsiteX95" fmla="*/ 4086 w 10071"/>
              <a:gd name="connsiteY95" fmla="*/ 6615 h 10000"/>
              <a:gd name="connsiteX96" fmla="*/ 3786 w 10071"/>
              <a:gd name="connsiteY96" fmla="*/ 7272 h 10000"/>
              <a:gd name="connsiteX97" fmla="*/ 3483 w 10071"/>
              <a:gd name="connsiteY97" fmla="*/ 7891 h 10000"/>
              <a:gd name="connsiteX98" fmla="*/ 3180 w 10071"/>
              <a:gd name="connsiteY98" fmla="*/ 8488 h 10000"/>
              <a:gd name="connsiteX99" fmla="*/ 2873 w 10071"/>
              <a:gd name="connsiteY99" fmla="*/ 9058 h 10000"/>
              <a:gd name="connsiteX100" fmla="*/ 2567 w 10071"/>
              <a:gd name="connsiteY100" fmla="*/ 9587 h 10000"/>
              <a:gd name="connsiteX101" fmla="*/ 2162 w 10071"/>
              <a:gd name="connsiteY101" fmla="*/ 9632 h 10000"/>
              <a:gd name="connsiteX102" fmla="*/ 1505 w 10071"/>
              <a:gd name="connsiteY102" fmla="*/ 9480 h 10000"/>
              <a:gd name="connsiteX103" fmla="*/ 752 w 10071"/>
              <a:gd name="connsiteY103" fmla="*/ 8881 h 10000"/>
              <a:gd name="connsiteX104" fmla="*/ 0 w 10071"/>
              <a:gd name="connsiteY104" fmla="*/ 8292 h 10000"/>
              <a:gd name="connsiteX0" fmla="*/ 0 w 10071"/>
              <a:gd name="connsiteY0" fmla="*/ 8292 h 10000"/>
              <a:gd name="connsiteX1" fmla="*/ 329 w 10071"/>
              <a:gd name="connsiteY1" fmla="*/ 8488 h 10000"/>
              <a:gd name="connsiteX2" fmla="*/ 650 w 10071"/>
              <a:gd name="connsiteY2" fmla="*/ 8715 h 10000"/>
              <a:gd name="connsiteX3" fmla="*/ 975 w 10071"/>
              <a:gd name="connsiteY3" fmla="*/ 8950 h 10000"/>
              <a:gd name="connsiteX4" fmla="*/ 1300 w 10071"/>
              <a:gd name="connsiteY4" fmla="*/ 9205 h 10000"/>
              <a:gd name="connsiteX5" fmla="*/ 1622 w 10071"/>
              <a:gd name="connsiteY5" fmla="*/ 9480 h 10000"/>
              <a:gd name="connsiteX6" fmla="*/ 1943 w 10071"/>
              <a:gd name="connsiteY6" fmla="*/ 9785 h 10000"/>
              <a:gd name="connsiteX7" fmla="*/ 2321 w 10071"/>
              <a:gd name="connsiteY7" fmla="*/ 9977 h 10000"/>
              <a:gd name="connsiteX8" fmla="*/ 2523 w 10071"/>
              <a:gd name="connsiteY8" fmla="*/ 10000 h 10000"/>
              <a:gd name="connsiteX9" fmla="*/ 2789 w 10071"/>
              <a:gd name="connsiteY9" fmla="*/ 9892 h 10000"/>
              <a:gd name="connsiteX10" fmla="*/ 3049 w 10071"/>
              <a:gd name="connsiteY10" fmla="*/ 9755 h 10000"/>
              <a:gd name="connsiteX11" fmla="*/ 3308 w 10071"/>
              <a:gd name="connsiteY11" fmla="*/ 9587 h 10000"/>
              <a:gd name="connsiteX12" fmla="*/ 3560 w 10071"/>
              <a:gd name="connsiteY12" fmla="*/ 9411 h 10000"/>
              <a:gd name="connsiteX13" fmla="*/ 3808 w 10071"/>
              <a:gd name="connsiteY13" fmla="*/ 9215 h 10000"/>
              <a:gd name="connsiteX14" fmla="*/ 4049 w 10071"/>
              <a:gd name="connsiteY14" fmla="*/ 8999 h 10000"/>
              <a:gd name="connsiteX15" fmla="*/ 4287 w 10071"/>
              <a:gd name="connsiteY15" fmla="*/ 8764 h 10000"/>
              <a:gd name="connsiteX16" fmla="*/ 4517 w 10071"/>
              <a:gd name="connsiteY16" fmla="*/ 8508 h 10000"/>
              <a:gd name="connsiteX17" fmla="*/ 4740 w 10071"/>
              <a:gd name="connsiteY17" fmla="*/ 8234 h 10000"/>
              <a:gd name="connsiteX18" fmla="*/ 4959 w 10071"/>
              <a:gd name="connsiteY18" fmla="*/ 7949 h 10000"/>
              <a:gd name="connsiteX19" fmla="*/ 5167 w 10071"/>
              <a:gd name="connsiteY19" fmla="*/ 7645 h 10000"/>
              <a:gd name="connsiteX20" fmla="*/ 5372 w 10071"/>
              <a:gd name="connsiteY20" fmla="*/ 7311 h 10000"/>
              <a:gd name="connsiteX21" fmla="*/ 5565 w 10071"/>
              <a:gd name="connsiteY21" fmla="*/ 6968 h 10000"/>
              <a:gd name="connsiteX22" fmla="*/ 5751 w 10071"/>
              <a:gd name="connsiteY22" fmla="*/ 6615 h 10000"/>
              <a:gd name="connsiteX23" fmla="*/ 5927 w 10071"/>
              <a:gd name="connsiteY23" fmla="*/ 6242 h 10000"/>
              <a:gd name="connsiteX24" fmla="*/ 6098 w 10071"/>
              <a:gd name="connsiteY24" fmla="*/ 5859 h 10000"/>
              <a:gd name="connsiteX25" fmla="*/ 6259 w 10071"/>
              <a:gd name="connsiteY25" fmla="*/ 5446 h 10000"/>
              <a:gd name="connsiteX26" fmla="*/ 6365 w 10071"/>
              <a:gd name="connsiteY26" fmla="*/ 5191 h 10000"/>
              <a:gd name="connsiteX27" fmla="*/ 6478 w 10071"/>
              <a:gd name="connsiteY27" fmla="*/ 4927 h 10000"/>
              <a:gd name="connsiteX28" fmla="*/ 6591 w 10071"/>
              <a:gd name="connsiteY28" fmla="*/ 4681 h 10000"/>
              <a:gd name="connsiteX29" fmla="*/ 6712 w 10071"/>
              <a:gd name="connsiteY29" fmla="*/ 4435 h 10000"/>
              <a:gd name="connsiteX30" fmla="*/ 6829 w 10071"/>
              <a:gd name="connsiteY30" fmla="*/ 4200 h 10000"/>
              <a:gd name="connsiteX31" fmla="*/ 6953 w 10071"/>
              <a:gd name="connsiteY31" fmla="*/ 3985 h 10000"/>
              <a:gd name="connsiteX32" fmla="*/ 7077 w 10071"/>
              <a:gd name="connsiteY32" fmla="*/ 3769 h 10000"/>
              <a:gd name="connsiteX33" fmla="*/ 7201 w 10071"/>
              <a:gd name="connsiteY33" fmla="*/ 3583 h 10000"/>
              <a:gd name="connsiteX34" fmla="*/ 7322 w 10071"/>
              <a:gd name="connsiteY34" fmla="*/ 3395 h 10000"/>
              <a:gd name="connsiteX35" fmla="*/ 7446 w 10071"/>
              <a:gd name="connsiteY35" fmla="*/ 3228 h 10000"/>
              <a:gd name="connsiteX36" fmla="*/ 7562 w 10071"/>
              <a:gd name="connsiteY36" fmla="*/ 3082 h 10000"/>
              <a:gd name="connsiteX37" fmla="*/ 7682 w 10071"/>
              <a:gd name="connsiteY37" fmla="*/ 2945 h 10000"/>
              <a:gd name="connsiteX38" fmla="*/ 7796 w 10071"/>
              <a:gd name="connsiteY38" fmla="*/ 2826 h 10000"/>
              <a:gd name="connsiteX39" fmla="*/ 7909 w 10071"/>
              <a:gd name="connsiteY39" fmla="*/ 2739 h 10000"/>
              <a:gd name="connsiteX40" fmla="*/ 8015 w 10071"/>
              <a:gd name="connsiteY40" fmla="*/ 2660 h 10000"/>
              <a:gd name="connsiteX41" fmla="*/ 8117 w 10071"/>
              <a:gd name="connsiteY41" fmla="*/ 2601 h 10000"/>
              <a:gd name="connsiteX42" fmla="*/ 8212 w 10071"/>
              <a:gd name="connsiteY42" fmla="*/ 2572 h 10000"/>
              <a:gd name="connsiteX43" fmla="*/ 8303 w 10071"/>
              <a:gd name="connsiteY43" fmla="*/ 2552 h 10000"/>
              <a:gd name="connsiteX44" fmla="*/ 8387 w 10071"/>
              <a:gd name="connsiteY44" fmla="*/ 2543 h 10000"/>
              <a:gd name="connsiteX45" fmla="*/ 8482 w 10071"/>
              <a:gd name="connsiteY45" fmla="*/ 2543 h 10000"/>
              <a:gd name="connsiteX46" fmla="*/ 8581 w 10071"/>
              <a:gd name="connsiteY46" fmla="*/ 2552 h 10000"/>
              <a:gd name="connsiteX47" fmla="*/ 8687 w 10071"/>
              <a:gd name="connsiteY47" fmla="*/ 2572 h 10000"/>
              <a:gd name="connsiteX48" fmla="*/ 8796 w 10071"/>
              <a:gd name="connsiteY48" fmla="*/ 2601 h 10000"/>
              <a:gd name="connsiteX49" fmla="*/ 8906 w 10071"/>
              <a:gd name="connsiteY49" fmla="*/ 2641 h 10000"/>
              <a:gd name="connsiteX50" fmla="*/ 9019 w 10071"/>
              <a:gd name="connsiteY50" fmla="*/ 2689 h 10000"/>
              <a:gd name="connsiteX51" fmla="*/ 9136 w 10071"/>
              <a:gd name="connsiteY51" fmla="*/ 2748 h 10000"/>
              <a:gd name="connsiteX52" fmla="*/ 9253 w 10071"/>
              <a:gd name="connsiteY52" fmla="*/ 2816 h 10000"/>
              <a:gd name="connsiteX53" fmla="*/ 9370 w 10071"/>
              <a:gd name="connsiteY53" fmla="*/ 2885 h 10000"/>
              <a:gd name="connsiteX54" fmla="*/ 9483 w 10071"/>
              <a:gd name="connsiteY54" fmla="*/ 2954 h 10000"/>
              <a:gd name="connsiteX55" fmla="*/ 9593 w 10071"/>
              <a:gd name="connsiteY55" fmla="*/ 3043 h 10000"/>
              <a:gd name="connsiteX56" fmla="*/ 9650 w 10071"/>
              <a:gd name="connsiteY56" fmla="*/ 3346 h 10000"/>
              <a:gd name="connsiteX57" fmla="*/ 9703 w 10071"/>
              <a:gd name="connsiteY57" fmla="*/ 3763 h 10000"/>
              <a:gd name="connsiteX58" fmla="*/ 9770 w 10071"/>
              <a:gd name="connsiteY58" fmla="*/ 4206 h 10000"/>
              <a:gd name="connsiteX59" fmla="*/ 9994 w 10071"/>
              <a:gd name="connsiteY59" fmla="*/ 4504 h 10000"/>
              <a:gd name="connsiteX60" fmla="*/ 10071 w 10071"/>
              <a:gd name="connsiteY60" fmla="*/ 377 h 10000"/>
              <a:gd name="connsiteX61" fmla="*/ 9522 w 10071"/>
              <a:gd name="connsiteY61" fmla="*/ 441 h 10000"/>
              <a:gd name="connsiteX62" fmla="*/ 9001 w 10071"/>
              <a:gd name="connsiteY62" fmla="*/ 463 h 10000"/>
              <a:gd name="connsiteX63" fmla="*/ 8504 w 10071"/>
              <a:gd name="connsiteY63" fmla="*/ 314 h 10000"/>
              <a:gd name="connsiteX64" fmla="*/ 8044 w 10071"/>
              <a:gd name="connsiteY64" fmla="*/ 0 h 10000"/>
              <a:gd name="connsiteX65" fmla="*/ 8486 w 10071"/>
              <a:gd name="connsiteY65" fmla="*/ 786 h 10000"/>
              <a:gd name="connsiteX66" fmla="*/ 8453 w 10071"/>
              <a:gd name="connsiteY66" fmla="*/ 746 h 10000"/>
              <a:gd name="connsiteX67" fmla="*/ 8417 w 10071"/>
              <a:gd name="connsiteY67" fmla="*/ 717 h 10000"/>
              <a:gd name="connsiteX68" fmla="*/ 8365 w 10071"/>
              <a:gd name="connsiteY68" fmla="*/ 678 h 10000"/>
              <a:gd name="connsiteX69" fmla="*/ 8311 w 10071"/>
              <a:gd name="connsiteY69" fmla="*/ 648 h 10000"/>
              <a:gd name="connsiteX70" fmla="*/ 8252 w 10071"/>
              <a:gd name="connsiteY70" fmla="*/ 619 h 10000"/>
              <a:gd name="connsiteX71" fmla="*/ 8186 w 10071"/>
              <a:gd name="connsiteY71" fmla="*/ 590 h 10000"/>
              <a:gd name="connsiteX72" fmla="*/ 8117 w 10071"/>
              <a:gd name="connsiteY72" fmla="*/ 570 h 10000"/>
              <a:gd name="connsiteX73" fmla="*/ 8044 w 10071"/>
              <a:gd name="connsiteY73" fmla="*/ 540 h 10000"/>
              <a:gd name="connsiteX74" fmla="*/ 7971 w 10071"/>
              <a:gd name="connsiteY74" fmla="*/ 530 h 10000"/>
              <a:gd name="connsiteX75" fmla="*/ 7898 w 10071"/>
              <a:gd name="connsiteY75" fmla="*/ 511 h 10000"/>
              <a:gd name="connsiteX76" fmla="*/ 7821 w 10071"/>
              <a:gd name="connsiteY76" fmla="*/ 500 h 10000"/>
              <a:gd name="connsiteX77" fmla="*/ 7752 w 10071"/>
              <a:gd name="connsiteY77" fmla="*/ 500 h 10000"/>
              <a:gd name="connsiteX78" fmla="*/ 7566 w 10071"/>
              <a:gd name="connsiteY78" fmla="*/ 500 h 10000"/>
              <a:gd name="connsiteX79" fmla="*/ 7391 w 10071"/>
              <a:gd name="connsiteY79" fmla="*/ 521 h 10000"/>
              <a:gd name="connsiteX80" fmla="*/ 7220 w 10071"/>
              <a:gd name="connsiteY80" fmla="*/ 559 h 10000"/>
              <a:gd name="connsiteX81" fmla="*/ 7055 w 10071"/>
              <a:gd name="connsiteY81" fmla="*/ 599 h 10000"/>
              <a:gd name="connsiteX82" fmla="*/ 6898 w 10071"/>
              <a:gd name="connsiteY82" fmla="*/ 657 h 10000"/>
              <a:gd name="connsiteX83" fmla="*/ 6752 w 10071"/>
              <a:gd name="connsiteY83" fmla="*/ 736 h 10000"/>
              <a:gd name="connsiteX84" fmla="*/ 6610 w 10071"/>
              <a:gd name="connsiteY84" fmla="*/ 815 h 10000"/>
              <a:gd name="connsiteX85" fmla="*/ 6478 w 10071"/>
              <a:gd name="connsiteY85" fmla="*/ 923 h 10000"/>
              <a:gd name="connsiteX86" fmla="*/ 6350 w 10071"/>
              <a:gd name="connsiteY86" fmla="*/ 1021 h 10000"/>
              <a:gd name="connsiteX87" fmla="*/ 6237 w 10071"/>
              <a:gd name="connsiteY87" fmla="*/ 1158 h 10000"/>
              <a:gd name="connsiteX88" fmla="*/ 6124 w 10071"/>
              <a:gd name="connsiteY88" fmla="*/ 1296 h 10000"/>
              <a:gd name="connsiteX89" fmla="*/ 5839 w 10071"/>
              <a:gd name="connsiteY89" fmla="*/ 2130 h 10000"/>
              <a:gd name="connsiteX90" fmla="*/ 5554 w 10071"/>
              <a:gd name="connsiteY90" fmla="*/ 2954 h 10000"/>
              <a:gd name="connsiteX91" fmla="*/ 5266 w 10071"/>
              <a:gd name="connsiteY91" fmla="*/ 3739 h 10000"/>
              <a:gd name="connsiteX92" fmla="*/ 4973 w 10071"/>
              <a:gd name="connsiteY92" fmla="*/ 4504 h 10000"/>
              <a:gd name="connsiteX93" fmla="*/ 4681 w 10071"/>
              <a:gd name="connsiteY93" fmla="*/ 5231 h 10000"/>
              <a:gd name="connsiteX94" fmla="*/ 4385 w 10071"/>
              <a:gd name="connsiteY94" fmla="*/ 5947 h 10000"/>
              <a:gd name="connsiteX95" fmla="*/ 4086 w 10071"/>
              <a:gd name="connsiteY95" fmla="*/ 6615 h 10000"/>
              <a:gd name="connsiteX96" fmla="*/ 3786 w 10071"/>
              <a:gd name="connsiteY96" fmla="*/ 7272 h 10000"/>
              <a:gd name="connsiteX97" fmla="*/ 3483 w 10071"/>
              <a:gd name="connsiteY97" fmla="*/ 7891 h 10000"/>
              <a:gd name="connsiteX98" fmla="*/ 3180 w 10071"/>
              <a:gd name="connsiteY98" fmla="*/ 8488 h 10000"/>
              <a:gd name="connsiteX99" fmla="*/ 2873 w 10071"/>
              <a:gd name="connsiteY99" fmla="*/ 9058 h 10000"/>
              <a:gd name="connsiteX100" fmla="*/ 2567 w 10071"/>
              <a:gd name="connsiteY100" fmla="*/ 9587 h 10000"/>
              <a:gd name="connsiteX101" fmla="*/ 2162 w 10071"/>
              <a:gd name="connsiteY101" fmla="*/ 9632 h 10000"/>
              <a:gd name="connsiteX102" fmla="*/ 1505 w 10071"/>
              <a:gd name="connsiteY102" fmla="*/ 9480 h 10000"/>
              <a:gd name="connsiteX103" fmla="*/ 752 w 10071"/>
              <a:gd name="connsiteY103" fmla="*/ 8881 h 10000"/>
              <a:gd name="connsiteX104" fmla="*/ 0 w 10071"/>
              <a:gd name="connsiteY104" fmla="*/ 8292 h 10000"/>
              <a:gd name="connsiteX0" fmla="*/ 0 w 10071"/>
              <a:gd name="connsiteY0" fmla="*/ 8292 h 10000"/>
              <a:gd name="connsiteX1" fmla="*/ 329 w 10071"/>
              <a:gd name="connsiteY1" fmla="*/ 8488 h 10000"/>
              <a:gd name="connsiteX2" fmla="*/ 650 w 10071"/>
              <a:gd name="connsiteY2" fmla="*/ 8715 h 10000"/>
              <a:gd name="connsiteX3" fmla="*/ 975 w 10071"/>
              <a:gd name="connsiteY3" fmla="*/ 8950 h 10000"/>
              <a:gd name="connsiteX4" fmla="*/ 1300 w 10071"/>
              <a:gd name="connsiteY4" fmla="*/ 9205 h 10000"/>
              <a:gd name="connsiteX5" fmla="*/ 1622 w 10071"/>
              <a:gd name="connsiteY5" fmla="*/ 9480 h 10000"/>
              <a:gd name="connsiteX6" fmla="*/ 1943 w 10071"/>
              <a:gd name="connsiteY6" fmla="*/ 9785 h 10000"/>
              <a:gd name="connsiteX7" fmla="*/ 2321 w 10071"/>
              <a:gd name="connsiteY7" fmla="*/ 9977 h 10000"/>
              <a:gd name="connsiteX8" fmla="*/ 2523 w 10071"/>
              <a:gd name="connsiteY8" fmla="*/ 10000 h 10000"/>
              <a:gd name="connsiteX9" fmla="*/ 2789 w 10071"/>
              <a:gd name="connsiteY9" fmla="*/ 9892 h 10000"/>
              <a:gd name="connsiteX10" fmla="*/ 3049 w 10071"/>
              <a:gd name="connsiteY10" fmla="*/ 9755 h 10000"/>
              <a:gd name="connsiteX11" fmla="*/ 3308 w 10071"/>
              <a:gd name="connsiteY11" fmla="*/ 9587 h 10000"/>
              <a:gd name="connsiteX12" fmla="*/ 3560 w 10071"/>
              <a:gd name="connsiteY12" fmla="*/ 9411 h 10000"/>
              <a:gd name="connsiteX13" fmla="*/ 3808 w 10071"/>
              <a:gd name="connsiteY13" fmla="*/ 9215 h 10000"/>
              <a:gd name="connsiteX14" fmla="*/ 4049 w 10071"/>
              <a:gd name="connsiteY14" fmla="*/ 8999 h 10000"/>
              <a:gd name="connsiteX15" fmla="*/ 4287 w 10071"/>
              <a:gd name="connsiteY15" fmla="*/ 8764 h 10000"/>
              <a:gd name="connsiteX16" fmla="*/ 4517 w 10071"/>
              <a:gd name="connsiteY16" fmla="*/ 8508 h 10000"/>
              <a:gd name="connsiteX17" fmla="*/ 4740 w 10071"/>
              <a:gd name="connsiteY17" fmla="*/ 8234 h 10000"/>
              <a:gd name="connsiteX18" fmla="*/ 4959 w 10071"/>
              <a:gd name="connsiteY18" fmla="*/ 7949 h 10000"/>
              <a:gd name="connsiteX19" fmla="*/ 5167 w 10071"/>
              <a:gd name="connsiteY19" fmla="*/ 7645 h 10000"/>
              <a:gd name="connsiteX20" fmla="*/ 5372 w 10071"/>
              <a:gd name="connsiteY20" fmla="*/ 7311 h 10000"/>
              <a:gd name="connsiteX21" fmla="*/ 5565 w 10071"/>
              <a:gd name="connsiteY21" fmla="*/ 6968 h 10000"/>
              <a:gd name="connsiteX22" fmla="*/ 5751 w 10071"/>
              <a:gd name="connsiteY22" fmla="*/ 6615 h 10000"/>
              <a:gd name="connsiteX23" fmla="*/ 5927 w 10071"/>
              <a:gd name="connsiteY23" fmla="*/ 6242 h 10000"/>
              <a:gd name="connsiteX24" fmla="*/ 6098 w 10071"/>
              <a:gd name="connsiteY24" fmla="*/ 5859 h 10000"/>
              <a:gd name="connsiteX25" fmla="*/ 6259 w 10071"/>
              <a:gd name="connsiteY25" fmla="*/ 5446 h 10000"/>
              <a:gd name="connsiteX26" fmla="*/ 6365 w 10071"/>
              <a:gd name="connsiteY26" fmla="*/ 5191 h 10000"/>
              <a:gd name="connsiteX27" fmla="*/ 6478 w 10071"/>
              <a:gd name="connsiteY27" fmla="*/ 4927 h 10000"/>
              <a:gd name="connsiteX28" fmla="*/ 6591 w 10071"/>
              <a:gd name="connsiteY28" fmla="*/ 4681 h 10000"/>
              <a:gd name="connsiteX29" fmla="*/ 6712 w 10071"/>
              <a:gd name="connsiteY29" fmla="*/ 4435 h 10000"/>
              <a:gd name="connsiteX30" fmla="*/ 6829 w 10071"/>
              <a:gd name="connsiteY30" fmla="*/ 4200 h 10000"/>
              <a:gd name="connsiteX31" fmla="*/ 6953 w 10071"/>
              <a:gd name="connsiteY31" fmla="*/ 3985 h 10000"/>
              <a:gd name="connsiteX32" fmla="*/ 7077 w 10071"/>
              <a:gd name="connsiteY32" fmla="*/ 3769 h 10000"/>
              <a:gd name="connsiteX33" fmla="*/ 7201 w 10071"/>
              <a:gd name="connsiteY33" fmla="*/ 3583 h 10000"/>
              <a:gd name="connsiteX34" fmla="*/ 7322 w 10071"/>
              <a:gd name="connsiteY34" fmla="*/ 3395 h 10000"/>
              <a:gd name="connsiteX35" fmla="*/ 7446 w 10071"/>
              <a:gd name="connsiteY35" fmla="*/ 3228 h 10000"/>
              <a:gd name="connsiteX36" fmla="*/ 7562 w 10071"/>
              <a:gd name="connsiteY36" fmla="*/ 3082 h 10000"/>
              <a:gd name="connsiteX37" fmla="*/ 7682 w 10071"/>
              <a:gd name="connsiteY37" fmla="*/ 2945 h 10000"/>
              <a:gd name="connsiteX38" fmla="*/ 7796 w 10071"/>
              <a:gd name="connsiteY38" fmla="*/ 2826 h 10000"/>
              <a:gd name="connsiteX39" fmla="*/ 7909 w 10071"/>
              <a:gd name="connsiteY39" fmla="*/ 2739 h 10000"/>
              <a:gd name="connsiteX40" fmla="*/ 8015 w 10071"/>
              <a:gd name="connsiteY40" fmla="*/ 2660 h 10000"/>
              <a:gd name="connsiteX41" fmla="*/ 8117 w 10071"/>
              <a:gd name="connsiteY41" fmla="*/ 2601 h 10000"/>
              <a:gd name="connsiteX42" fmla="*/ 8212 w 10071"/>
              <a:gd name="connsiteY42" fmla="*/ 2572 h 10000"/>
              <a:gd name="connsiteX43" fmla="*/ 8303 w 10071"/>
              <a:gd name="connsiteY43" fmla="*/ 2552 h 10000"/>
              <a:gd name="connsiteX44" fmla="*/ 8387 w 10071"/>
              <a:gd name="connsiteY44" fmla="*/ 2543 h 10000"/>
              <a:gd name="connsiteX45" fmla="*/ 8482 w 10071"/>
              <a:gd name="connsiteY45" fmla="*/ 2543 h 10000"/>
              <a:gd name="connsiteX46" fmla="*/ 8581 w 10071"/>
              <a:gd name="connsiteY46" fmla="*/ 2552 h 10000"/>
              <a:gd name="connsiteX47" fmla="*/ 8687 w 10071"/>
              <a:gd name="connsiteY47" fmla="*/ 2572 h 10000"/>
              <a:gd name="connsiteX48" fmla="*/ 8796 w 10071"/>
              <a:gd name="connsiteY48" fmla="*/ 2601 h 10000"/>
              <a:gd name="connsiteX49" fmla="*/ 8906 w 10071"/>
              <a:gd name="connsiteY49" fmla="*/ 2641 h 10000"/>
              <a:gd name="connsiteX50" fmla="*/ 9019 w 10071"/>
              <a:gd name="connsiteY50" fmla="*/ 2689 h 10000"/>
              <a:gd name="connsiteX51" fmla="*/ 9136 w 10071"/>
              <a:gd name="connsiteY51" fmla="*/ 2748 h 10000"/>
              <a:gd name="connsiteX52" fmla="*/ 9253 w 10071"/>
              <a:gd name="connsiteY52" fmla="*/ 2816 h 10000"/>
              <a:gd name="connsiteX53" fmla="*/ 9370 w 10071"/>
              <a:gd name="connsiteY53" fmla="*/ 2885 h 10000"/>
              <a:gd name="connsiteX54" fmla="*/ 9483 w 10071"/>
              <a:gd name="connsiteY54" fmla="*/ 2954 h 10000"/>
              <a:gd name="connsiteX55" fmla="*/ 9593 w 10071"/>
              <a:gd name="connsiteY55" fmla="*/ 3043 h 10000"/>
              <a:gd name="connsiteX56" fmla="*/ 9650 w 10071"/>
              <a:gd name="connsiteY56" fmla="*/ 3346 h 10000"/>
              <a:gd name="connsiteX57" fmla="*/ 9703 w 10071"/>
              <a:gd name="connsiteY57" fmla="*/ 3763 h 10000"/>
              <a:gd name="connsiteX58" fmla="*/ 9770 w 10071"/>
              <a:gd name="connsiteY58" fmla="*/ 4206 h 10000"/>
              <a:gd name="connsiteX59" fmla="*/ 9844 w 10071"/>
              <a:gd name="connsiteY59" fmla="*/ 4665 h 10000"/>
              <a:gd name="connsiteX60" fmla="*/ 10071 w 10071"/>
              <a:gd name="connsiteY60" fmla="*/ 377 h 10000"/>
              <a:gd name="connsiteX61" fmla="*/ 9522 w 10071"/>
              <a:gd name="connsiteY61" fmla="*/ 441 h 10000"/>
              <a:gd name="connsiteX62" fmla="*/ 9001 w 10071"/>
              <a:gd name="connsiteY62" fmla="*/ 463 h 10000"/>
              <a:gd name="connsiteX63" fmla="*/ 8504 w 10071"/>
              <a:gd name="connsiteY63" fmla="*/ 314 h 10000"/>
              <a:gd name="connsiteX64" fmla="*/ 8044 w 10071"/>
              <a:gd name="connsiteY64" fmla="*/ 0 h 10000"/>
              <a:gd name="connsiteX65" fmla="*/ 8486 w 10071"/>
              <a:gd name="connsiteY65" fmla="*/ 786 h 10000"/>
              <a:gd name="connsiteX66" fmla="*/ 8453 w 10071"/>
              <a:gd name="connsiteY66" fmla="*/ 746 h 10000"/>
              <a:gd name="connsiteX67" fmla="*/ 8417 w 10071"/>
              <a:gd name="connsiteY67" fmla="*/ 717 h 10000"/>
              <a:gd name="connsiteX68" fmla="*/ 8365 w 10071"/>
              <a:gd name="connsiteY68" fmla="*/ 678 h 10000"/>
              <a:gd name="connsiteX69" fmla="*/ 8311 w 10071"/>
              <a:gd name="connsiteY69" fmla="*/ 648 h 10000"/>
              <a:gd name="connsiteX70" fmla="*/ 8252 w 10071"/>
              <a:gd name="connsiteY70" fmla="*/ 619 h 10000"/>
              <a:gd name="connsiteX71" fmla="*/ 8186 w 10071"/>
              <a:gd name="connsiteY71" fmla="*/ 590 h 10000"/>
              <a:gd name="connsiteX72" fmla="*/ 8117 w 10071"/>
              <a:gd name="connsiteY72" fmla="*/ 570 h 10000"/>
              <a:gd name="connsiteX73" fmla="*/ 8044 w 10071"/>
              <a:gd name="connsiteY73" fmla="*/ 540 h 10000"/>
              <a:gd name="connsiteX74" fmla="*/ 7971 w 10071"/>
              <a:gd name="connsiteY74" fmla="*/ 530 h 10000"/>
              <a:gd name="connsiteX75" fmla="*/ 7898 w 10071"/>
              <a:gd name="connsiteY75" fmla="*/ 511 h 10000"/>
              <a:gd name="connsiteX76" fmla="*/ 7821 w 10071"/>
              <a:gd name="connsiteY76" fmla="*/ 500 h 10000"/>
              <a:gd name="connsiteX77" fmla="*/ 7752 w 10071"/>
              <a:gd name="connsiteY77" fmla="*/ 500 h 10000"/>
              <a:gd name="connsiteX78" fmla="*/ 7566 w 10071"/>
              <a:gd name="connsiteY78" fmla="*/ 500 h 10000"/>
              <a:gd name="connsiteX79" fmla="*/ 7391 w 10071"/>
              <a:gd name="connsiteY79" fmla="*/ 521 h 10000"/>
              <a:gd name="connsiteX80" fmla="*/ 7220 w 10071"/>
              <a:gd name="connsiteY80" fmla="*/ 559 h 10000"/>
              <a:gd name="connsiteX81" fmla="*/ 7055 w 10071"/>
              <a:gd name="connsiteY81" fmla="*/ 599 h 10000"/>
              <a:gd name="connsiteX82" fmla="*/ 6898 w 10071"/>
              <a:gd name="connsiteY82" fmla="*/ 657 h 10000"/>
              <a:gd name="connsiteX83" fmla="*/ 6752 w 10071"/>
              <a:gd name="connsiteY83" fmla="*/ 736 h 10000"/>
              <a:gd name="connsiteX84" fmla="*/ 6610 w 10071"/>
              <a:gd name="connsiteY84" fmla="*/ 815 h 10000"/>
              <a:gd name="connsiteX85" fmla="*/ 6478 w 10071"/>
              <a:gd name="connsiteY85" fmla="*/ 923 h 10000"/>
              <a:gd name="connsiteX86" fmla="*/ 6350 w 10071"/>
              <a:gd name="connsiteY86" fmla="*/ 1021 h 10000"/>
              <a:gd name="connsiteX87" fmla="*/ 6237 w 10071"/>
              <a:gd name="connsiteY87" fmla="*/ 1158 h 10000"/>
              <a:gd name="connsiteX88" fmla="*/ 6124 w 10071"/>
              <a:gd name="connsiteY88" fmla="*/ 1296 h 10000"/>
              <a:gd name="connsiteX89" fmla="*/ 5839 w 10071"/>
              <a:gd name="connsiteY89" fmla="*/ 2130 h 10000"/>
              <a:gd name="connsiteX90" fmla="*/ 5554 w 10071"/>
              <a:gd name="connsiteY90" fmla="*/ 2954 h 10000"/>
              <a:gd name="connsiteX91" fmla="*/ 5266 w 10071"/>
              <a:gd name="connsiteY91" fmla="*/ 3739 h 10000"/>
              <a:gd name="connsiteX92" fmla="*/ 4973 w 10071"/>
              <a:gd name="connsiteY92" fmla="*/ 4504 h 10000"/>
              <a:gd name="connsiteX93" fmla="*/ 4681 w 10071"/>
              <a:gd name="connsiteY93" fmla="*/ 5231 h 10000"/>
              <a:gd name="connsiteX94" fmla="*/ 4385 w 10071"/>
              <a:gd name="connsiteY94" fmla="*/ 5947 h 10000"/>
              <a:gd name="connsiteX95" fmla="*/ 4086 w 10071"/>
              <a:gd name="connsiteY95" fmla="*/ 6615 h 10000"/>
              <a:gd name="connsiteX96" fmla="*/ 3786 w 10071"/>
              <a:gd name="connsiteY96" fmla="*/ 7272 h 10000"/>
              <a:gd name="connsiteX97" fmla="*/ 3483 w 10071"/>
              <a:gd name="connsiteY97" fmla="*/ 7891 h 10000"/>
              <a:gd name="connsiteX98" fmla="*/ 3180 w 10071"/>
              <a:gd name="connsiteY98" fmla="*/ 8488 h 10000"/>
              <a:gd name="connsiteX99" fmla="*/ 2873 w 10071"/>
              <a:gd name="connsiteY99" fmla="*/ 9058 h 10000"/>
              <a:gd name="connsiteX100" fmla="*/ 2567 w 10071"/>
              <a:gd name="connsiteY100" fmla="*/ 9587 h 10000"/>
              <a:gd name="connsiteX101" fmla="*/ 2162 w 10071"/>
              <a:gd name="connsiteY101" fmla="*/ 9632 h 10000"/>
              <a:gd name="connsiteX102" fmla="*/ 1505 w 10071"/>
              <a:gd name="connsiteY102" fmla="*/ 9480 h 10000"/>
              <a:gd name="connsiteX103" fmla="*/ 752 w 10071"/>
              <a:gd name="connsiteY103" fmla="*/ 8881 h 10000"/>
              <a:gd name="connsiteX104" fmla="*/ 0 w 10071"/>
              <a:gd name="connsiteY104" fmla="*/ 8292 h 10000"/>
              <a:gd name="connsiteX0" fmla="*/ 0 w 10071"/>
              <a:gd name="connsiteY0" fmla="*/ 8292 h 10000"/>
              <a:gd name="connsiteX1" fmla="*/ 329 w 10071"/>
              <a:gd name="connsiteY1" fmla="*/ 8488 h 10000"/>
              <a:gd name="connsiteX2" fmla="*/ 650 w 10071"/>
              <a:gd name="connsiteY2" fmla="*/ 8715 h 10000"/>
              <a:gd name="connsiteX3" fmla="*/ 975 w 10071"/>
              <a:gd name="connsiteY3" fmla="*/ 8950 h 10000"/>
              <a:gd name="connsiteX4" fmla="*/ 1300 w 10071"/>
              <a:gd name="connsiteY4" fmla="*/ 9205 h 10000"/>
              <a:gd name="connsiteX5" fmla="*/ 1622 w 10071"/>
              <a:gd name="connsiteY5" fmla="*/ 9480 h 10000"/>
              <a:gd name="connsiteX6" fmla="*/ 1943 w 10071"/>
              <a:gd name="connsiteY6" fmla="*/ 9785 h 10000"/>
              <a:gd name="connsiteX7" fmla="*/ 2321 w 10071"/>
              <a:gd name="connsiteY7" fmla="*/ 9977 h 10000"/>
              <a:gd name="connsiteX8" fmla="*/ 2523 w 10071"/>
              <a:gd name="connsiteY8" fmla="*/ 10000 h 10000"/>
              <a:gd name="connsiteX9" fmla="*/ 2789 w 10071"/>
              <a:gd name="connsiteY9" fmla="*/ 9892 h 10000"/>
              <a:gd name="connsiteX10" fmla="*/ 3049 w 10071"/>
              <a:gd name="connsiteY10" fmla="*/ 9755 h 10000"/>
              <a:gd name="connsiteX11" fmla="*/ 3308 w 10071"/>
              <a:gd name="connsiteY11" fmla="*/ 9587 h 10000"/>
              <a:gd name="connsiteX12" fmla="*/ 3560 w 10071"/>
              <a:gd name="connsiteY12" fmla="*/ 9411 h 10000"/>
              <a:gd name="connsiteX13" fmla="*/ 3808 w 10071"/>
              <a:gd name="connsiteY13" fmla="*/ 9215 h 10000"/>
              <a:gd name="connsiteX14" fmla="*/ 4049 w 10071"/>
              <a:gd name="connsiteY14" fmla="*/ 8999 h 10000"/>
              <a:gd name="connsiteX15" fmla="*/ 4287 w 10071"/>
              <a:gd name="connsiteY15" fmla="*/ 8764 h 10000"/>
              <a:gd name="connsiteX16" fmla="*/ 4517 w 10071"/>
              <a:gd name="connsiteY16" fmla="*/ 8508 h 10000"/>
              <a:gd name="connsiteX17" fmla="*/ 4740 w 10071"/>
              <a:gd name="connsiteY17" fmla="*/ 8234 h 10000"/>
              <a:gd name="connsiteX18" fmla="*/ 4959 w 10071"/>
              <a:gd name="connsiteY18" fmla="*/ 7949 h 10000"/>
              <a:gd name="connsiteX19" fmla="*/ 5167 w 10071"/>
              <a:gd name="connsiteY19" fmla="*/ 7645 h 10000"/>
              <a:gd name="connsiteX20" fmla="*/ 5372 w 10071"/>
              <a:gd name="connsiteY20" fmla="*/ 7311 h 10000"/>
              <a:gd name="connsiteX21" fmla="*/ 5565 w 10071"/>
              <a:gd name="connsiteY21" fmla="*/ 6968 h 10000"/>
              <a:gd name="connsiteX22" fmla="*/ 5751 w 10071"/>
              <a:gd name="connsiteY22" fmla="*/ 6615 h 10000"/>
              <a:gd name="connsiteX23" fmla="*/ 5927 w 10071"/>
              <a:gd name="connsiteY23" fmla="*/ 6242 h 10000"/>
              <a:gd name="connsiteX24" fmla="*/ 6098 w 10071"/>
              <a:gd name="connsiteY24" fmla="*/ 5859 h 10000"/>
              <a:gd name="connsiteX25" fmla="*/ 6259 w 10071"/>
              <a:gd name="connsiteY25" fmla="*/ 5446 h 10000"/>
              <a:gd name="connsiteX26" fmla="*/ 6365 w 10071"/>
              <a:gd name="connsiteY26" fmla="*/ 5191 h 10000"/>
              <a:gd name="connsiteX27" fmla="*/ 6478 w 10071"/>
              <a:gd name="connsiteY27" fmla="*/ 4927 h 10000"/>
              <a:gd name="connsiteX28" fmla="*/ 6591 w 10071"/>
              <a:gd name="connsiteY28" fmla="*/ 4681 h 10000"/>
              <a:gd name="connsiteX29" fmla="*/ 6712 w 10071"/>
              <a:gd name="connsiteY29" fmla="*/ 4435 h 10000"/>
              <a:gd name="connsiteX30" fmla="*/ 6829 w 10071"/>
              <a:gd name="connsiteY30" fmla="*/ 4200 h 10000"/>
              <a:gd name="connsiteX31" fmla="*/ 6953 w 10071"/>
              <a:gd name="connsiteY31" fmla="*/ 3985 h 10000"/>
              <a:gd name="connsiteX32" fmla="*/ 7077 w 10071"/>
              <a:gd name="connsiteY32" fmla="*/ 3769 h 10000"/>
              <a:gd name="connsiteX33" fmla="*/ 7201 w 10071"/>
              <a:gd name="connsiteY33" fmla="*/ 3583 h 10000"/>
              <a:gd name="connsiteX34" fmla="*/ 7322 w 10071"/>
              <a:gd name="connsiteY34" fmla="*/ 3395 h 10000"/>
              <a:gd name="connsiteX35" fmla="*/ 7446 w 10071"/>
              <a:gd name="connsiteY35" fmla="*/ 3228 h 10000"/>
              <a:gd name="connsiteX36" fmla="*/ 7562 w 10071"/>
              <a:gd name="connsiteY36" fmla="*/ 3082 h 10000"/>
              <a:gd name="connsiteX37" fmla="*/ 7682 w 10071"/>
              <a:gd name="connsiteY37" fmla="*/ 2945 h 10000"/>
              <a:gd name="connsiteX38" fmla="*/ 7796 w 10071"/>
              <a:gd name="connsiteY38" fmla="*/ 2826 h 10000"/>
              <a:gd name="connsiteX39" fmla="*/ 7909 w 10071"/>
              <a:gd name="connsiteY39" fmla="*/ 2739 h 10000"/>
              <a:gd name="connsiteX40" fmla="*/ 8015 w 10071"/>
              <a:gd name="connsiteY40" fmla="*/ 2660 h 10000"/>
              <a:gd name="connsiteX41" fmla="*/ 8117 w 10071"/>
              <a:gd name="connsiteY41" fmla="*/ 2601 h 10000"/>
              <a:gd name="connsiteX42" fmla="*/ 8212 w 10071"/>
              <a:gd name="connsiteY42" fmla="*/ 2572 h 10000"/>
              <a:gd name="connsiteX43" fmla="*/ 8303 w 10071"/>
              <a:gd name="connsiteY43" fmla="*/ 2552 h 10000"/>
              <a:gd name="connsiteX44" fmla="*/ 8387 w 10071"/>
              <a:gd name="connsiteY44" fmla="*/ 2543 h 10000"/>
              <a:gd name="connsiteX45" fmla="*/ 8482 w 10071"/>
              <a:gd name="connsiteY45" fmla="*/ 2543 h 10000"/>
              <a:gd name="connsiteX46" fmla="*/ 8581 w 10071"/>
              <a:gd name="connsiteY46" fmla="*/ 2552 h 10000"/>
              <a:gd name="connsiteX47" fmla="*/ 8687 w 10071"/>
              <a:gd name="connsiteY47" fmla="*/ 2572 h 10000"/>
              <a:gd name="connsiteX48" fmla="*/ 8796 w 10071"/>
              <a:gd name="connsiteY48" fmla="*/ 2601 h 10000"/>
              <a:gd name="connsiteX49" fmla="*/ 8906 w 10071"/>
              <a:gd name="connsiteY49" fmla="*/ 2641 h 10000"/>
              <a:gd name="connsiteX50" fmla="*/ 9019 w 10071"/>
              <a:gd name="connsiteY50" fmla="*/ 2689 h 10000"/>
              <a:gd name="connsiteX51" fmla="*/ 9136 w 10071"/>
              <a:gd name="connsiteY51" fmla="*/ 2748 h 10000"/>
              <a:gd name="connsiteX52" fmla="*/ 9253 w 10071"/>
              <a:gd name="connsiteY52" fmla="*/ 2816 h 10000"/>
              <a:gd name="connsiteX53" fmla="*/ 9370 w 10071"/>
              <a:gd name="connsiteY53" fmla="*/ 2885 h 10000"/>
              <a:gd name="connsiteX54" fmla="*/ 9483 w 10071"/>
              <a:gd name="connsiteY54" fmla="*/ 2954 h 10000"/>
              <a:gd name="connsiteX55" fmla="*/ 9593 w 10071"/>
              <a:gd name="connsiteY55" fmla="*/ 3043 h 10000"/>
              <a:gd name="connsiteX56" fmla="*/ 9650 w 10071"/>
              <a:gd name="connsiteY56" fmla="*/ 3346 h 10000"/>
              <a:gd name="connsiteX57" fmla="*/ 9703 w 10071"/>
              <a:gd name="connsiteY57" fmla="*/ 3763 h 10000"/>
              <a:gd name="connsiteX58" fmla="*/ 9770 w 10071"/>
              <a:gd name="connsiteY58" fmla="*/ 4206 h 10000"/>
              <a:gd name="connsiteX59" fmla="*/ 9844 w 10071"/>
              <a:gd name="connsiteY59" fmla="*/ 4665 h 10000"/>
              <a:gd name="connsiteX60" fmla="*/ 10071 w 10071"/>
              <a:gd name="connsiteY60" fmla="*/ 377 h 10000"/>
              <a:gd name="connsiteX61" fmla="*/ 9522 w 10071"/>
              <a:gd name="connsiteY61" fmla="*/ 441 h 10000"/>
              <a:gd name="connsiteX62" fmla="*/ 9001 w 10071"/>
              <a:gd name="connsiteY62" fmla="*/ 463 h 10000"/>
              <a:gd name="connsiteX63" fmla="*/ 8504 w 10071"/>
              <a:gd name="connsiteY63" fmla="*/ 314 h 10000"/>
              <a:gd name="connsiteX64" fmla="*/ 8044 w 10071"/>
              <a:gd name="connsiteY64" fmla="*/ 0 h 10000"/>
              <a:gd name="connsiteX65" fmla="*/ 8486 w 10071"/>
              <a:gd name="connsiteY65" fmla="*/ 786 h 10000"/>
              <a:gd name="connsiteX66" fmla="*/ 8453 w 10071"/>
              <a:gd name="connsiteY66" fmla="*/ 746 h 10000"/>
              <a:gd name="connsiteX67" fmla="*/ 8417 w 10071"/>
              <a:gd name="connsiteY67" fmla="*/ 717 h 10000"/>
              <a:gd name="connsiteX68" fmla="*/ 8365 w 10071"/>
              <a:gd name="connsiteY68" fmla="*/ 678 h 10000"/>
              <a:gd name="connsiteX69" fmla="*/ 8311 w 10071"/>
              <a:gd name="connsiteY69" fmla="*/ 648 h 10000"/>
              <a:gd name="connsiteX70" fmla="*/ 8252 w 10071"/>
              <a:gd name="connsiteY70" fmla="*/ 619 h 10000"/>
              <a:gd name="connsiteX71" fmla="*/ 8186 w 10071"/>
              <a:gd name="connsiteY71" fmla="*/ 590 h 10000"/>
              <a:gd name="connsiteX72" fmla="*/ 8117 w 10071"/>
              <a:gd name="connsiteY72" fmla="*/ 570 h 10000"/>
              <a:gd name="connsiteX73" fmla="*/ 8044 w 10071"/>
              <a:gd name="connsiteY73" fmla="*/ 540 h 10000"/>
              <a:gd name="connsiteX74" fmla="*/ 7971 w 10071"/>
              <a:gd name="connsiteY74" fmla="*/ 530 h 10000"/>
              <a:gd name="connsiteX75" fmla="*/ 7898 w 10071"/>
              <a:gd name="connsiteY75" fmla="*/ 511 h 10000"/>
              <a:gd name="connsiteX76" fmla="*/ 7821 w 10071"/>
              <a:gd name="connsiteY76" fmla="*/ 500 h 10000"/>
              <a:gd name="connsiteX77" fmla="*/ 7752 w 10071"/>
              <a:gd name="connsiteY77" fmla="*/ 500 h 10000"/>
              <a:gd name="connsiteX78" fmla="*/ 7566 w 10071"/>
              <a:gd name="connsiteY78" fmla="*/ 500 h 10000"/>
              <a:gd name="connsiteX79" fmla="*/ 7391 w 10071"/>
              <a:gd name="connsiteY79" fmla="*/ 521 h 10000"/>
              <a:gd name="connsiteX80" fmla="*/ 7220 w 10071"/>
              <a:gd name="connsiteY80" fmla="*/ 559 h 10000"/>
              <a:gd name="connsiteX81" fmla="*/ 7055 w 10071"/>
              <a:gd name="connsiteY81" fmla="*/ 599 h 10000"/>
              <a:gd name="connsiteX82" fmla="*/ 6898 w 10071"/>
              <a:gd name="connsiteY82" fmla="*/ 657 h 10000"/>
              <a:gd name="connsiteX83" fmla="*/ 6752 w 10071"/>
              <a:gd name="connsiteY83" fmla="*/ 736 h 10000"/>
              <a:gd name="connsiteX84" fmla="*/ 6610 w 10071"/>
              <a:gd name="connsiteY84" fmla="*/ 815 h 10000"/>
              <a:gd name="connsiteX85" fmla="*/ 6478 w 10071"/>
              <a:gd name="connsiteY85" fmla="*/ 923 h 10000"/>
              <a:gd name="connsiteX86" fmla="*/ 6350 w 10071"/>
              <a:gd name="connsiteY86" fmla="*/ 1021 h 10000"/>
              <a:gd name="connsiteX87" fmla="*/ 6237 w 10071"/>
              <a:gd name="connsiteY87" fmla="*/ 1158 h 10000"/>
              <a:gd name="connsiteX88" fmla="*/ 6066 w 10071"/>
              <a:gd name="connsiteY88" fmla="*/ 1529 h 10000"/>
              <a:gd name="connsiteX89" fmla="*/ 5839 w 10071"/>
              <a:gd name="connsiteY89" fmla="*/ 2130 h 10000"/>
              <a:gd name="connsiteX90" fmla="*/ 5554 w 10071"/>
              <a:gd name="connsiteY90" fmla="*/ 2954 h 10000"/>
              <a:gd name="connsiteX91" fmla="*/ 5266 w 10071"/>
              <a:gd name="connsiteY91" fmla="*/ 3739 h 10000"/>
              <a:gd name="connsiteX92" fmla="*/ 4973 w 10071"/>
              <a:gd name="connsiteY92" fmla="*/ 4504 h 10000"/>
              <a:gd name="connsiteX93" fmla="*/ 4681 w 10071"/>
              <a:gd name="connsiteY93" fmla="*/ 5231 h 10000"/>
              <a:gd name="connsiteX94" fmla="*/ 4385 w 10071"/>
              <a:gd name="connsiteY94" fmla="*/ 5947 h 10000"/>
              <a:gd name="connsiteX95" fmla="*/ 4086 w 10071"/>
              <a:gd name="connsiteY95" fmla="*/ 6615 h 10000"/>
              <a:gd name="connsiteX96" fmla="*/ 3786 w 10071"/>
              <a:gd name="connsiteY96" fmla="*/ 7272 h 10000"/>
              <a:gd name="connsiteX97" fmla="*/ 3483 w 10071"/>
              <a:gd name="connsiteY97" fmla="*/ 7891 h 10000"/>
              <a:gd name="connsiteX98" fmla="*/ 3180 w 10071"/>
              <a:gd name="connsiteY98" fmla="*/ 8488 h 10000"/>
              <a:gd name="connsiteX99" fmla="*/ 2873 w 10071"/>
              <a:gd name="connsiteY99" fmla="*/ 9058 h 10000"/>
              <a:gd name="connsiteX100" fmla="*/ 2567 w 10071"/>
              <a:gd name="connsiteY100" fmla="*/ 9587 h 10000"/>
              <a:gd name="connsiteX101" fmla="*/ 2162 w 10071"/>
              <a:gd name="connsiteY101" fmla="*/ 9632 h 10000"/>
              <a:gd name="connsiteX102" fmla="*/ 1505 w 10071"/>
              <a:gd name="connsiteY102" fmla="*/ 9480 h 10000"/>
              <a:gd name="connsiteX103" fmla="*/ 752 w 10071"/>
              <a:gd name="connsiteY103" fmla="*/ 8881 h 10000"/>
              <a:gd name="connsiteX104" fmla="*/ 0 w 10071"/>
              <a:gd name="connsiteY104" fmla="*/ 8292 h 10000"/>
              <a:gd name="connsiteX0" fmla="*/ 0 w 10071"/>
              <a:gd name="connsiteY0" fmla="*/ 8292 h 10000"/>
              <a:gd name="connsiteX1" fmla="*/ 329 w 10071"/>
              <a:gd name="connsiteY1" fmla="*/ 8488 h 10000"/>
              <a:gd name="connsiteX2" fmla="*/ 650 w 10071"/>
              <a:gd name="connsiteY2" fmla="*/ 8715 h 10000"/>
              <a:gd name="connsiteX3" fmla="*/ 975 w 10071"/>
              <a:gd name="connsiteY3" fmla="*/ 8950 h 10000"/>
              <a:gd name="connsiteX4" fmla="*/ 1300 w 10071"/>
              <a:gd name="connsiteY4" fmla="*/ 9205 h 10000"/>
              <a:gd name="connsiteX5" fmla="*/ 1622 w 10071"/>
              <a:gd name="connsiteY5" fmla="*/ 9480 h 10000"/>
              <a:gd name="connsiteX6" fmla="*/ 1943 w 10071"/>
              <a:gd name="connsiteY6" fmla="*/ 9785 h 10000"/>
              <a:gd name="connsiteX7" fmla="*/ 2321 w 10071"/>
              <a:gd name="connsiteY7" fmla="*/ 9977 h 10000"/>
              <a:gd name="connsiteX8" fmla="*/ 2523 w 10071"/>
              <a:gd name="connsiteY8" fmla="*/ 10000 h 10000"/>
              <a:gd name="connsiteX9" fmla="*/ 2789 w 10071"/>
              <a:gd name="connsiteY9" fmla="*/ 9892 h 10000"/>
              <a:gd name="connsiteX10" fmla="*/ 3049 w 10071"/>
              <a:gd name="connsiteY10" fmla="*/ 9755 h 10000"/>
              <a:gd name="connsiteX11" fmla="*/ 3308 w 10071"/>
              <a:gd name="connsiteY11" fmla="*/ 9587 h 10000"/>
              <a:gd name="connsiteX12" fmla="*/ 3560 w 10071"/>
              <a:gd name="connsiteY12" fmla="*/ 9411 h 10000"/>
              <a:gd name="connsiteX13" fmla="*/ 3808 w 10071"/>
              <a:gd name="connsiteY13" fmla="*/ 9215 h 10000"/>
              <a:gd name="connsiteX14" fmla="*/ 4049 w 10071"/>
              <a:gd name="connsiteY14" fmla="*/ 8999 h 10000"/>
              <a:gd name="connsiteX15" fmla="*/ 4287 w 10071"/>
              <a:gd name="connsiteY15" fmla="*/ 8764 h 10000"/>
              <a:gd name="connsiteX16" fmla="*/ 4517 w 10071"/>
              <a:gd name="connsiteY16" fmla="*/ 8508 h 10000"/>
              <a:gd name="connsiteX17" fmla="*/ 4740 w 10071"/>
              <a:gd name="connsiteY17" fmla="*/ 8234 h 10000"/>
              <a:gd name="connsiteX18" fmla="*/ 4959 w 10071"/>
              <a:gd name="connsiteY18" fmla="*/ 7949 h 10000"/>
              <a:gd name="connsiteX19" fmla="*/ 5167 w 10071"/>
              <a:gd name="connsiteY19" fmla="*/ 7645 h 10000"/>
              <a:gd name="connsiteX20" fmla="*/ 5372 w 10071"/>
              <a:gd name="connsiteY20" fmla="*/ 7311 h 10000"/>
              <a:gd name="connsiteX21" fmla="*/ 5565 w 10071"/>
              <a:gd name="connsiteY21" fmla="*/ 6968 h 10000"/>
              <a:gd name="connsiteX22" fmla="*/ 5751 w 10071"/>
              <a:gd name="connsiteY22" fmla="*/ 6615 h 10000"/>
              <a:gd name="connsiteX23" fmla="*/ 5927 w 10071"/>
              <a:gd name="connsiteY23" fmla="*/ 6242 h 10000"/>
              <a:gd name="connsiteX24" fmla="*/ 6098 w 10071"/>
              <a:gd name="connsiteY24" fmla="*/ 5859 h 10000"/>
              <a:gd name="connsiteX25" fmla="*/ 6259 w 10071"/>
              <a:gd name="connsiteY25" fmla="*/ 5446 h 10000"/>
              <a:gd name="connsiteX26" fmla="*/ 6365 w 10071"/>
              <a:gd name="connsiteY26" fmla="*/ 5191 h 10000"/>
              <a:gd name="connsiteX27" fmla="*/ 6478 w 10071"/>
              <a:gd name="connsiteY27" fmla="*/ 4927 h 10000"/>
              <a:gd name="connsiteX28" fmla="*/ 6591 w 10071"/>
              <a:gd name="connsiteY28" fmla="*/ 4681 h 10000"/>
              <a:gd name="connsiteX29" fmla="*/ 6712 w 10071"/>
              <a:gd name="connsiteY29" fmla="*/ 4435 h 10000"/>
              <a:gd name="connsiteX30" fmla="*/ 6829 w 10071"/>
              <a:gd name="connsiteY30" fmla="*/ 4200 h 10000"/>
              <a:gd name="connsiteX31" fmla="*/ 6953 w 10071"/>
              <a:gd name="connsiteY31" fmla="*/ 3985 h 10000"/>
              <a:gd name="connsiteX32" fmla="*/ 7077 w 10071"/>
              <a:gd name="connsiteY32" fmla="*/ 3769 h 10000"/>
              <a:gd name="connsiteX33" fmla="*/ 7201 w 10071"/>
              <a:gd name="connsiteY33" fmla="*/ 3583 h 10000"/>
              <a:gd name="connsiteX34" fmla="*/ 7322 w 10071"/>
              <a:gd name="connsiteY34" fmla="*/ 3395 h 10000"/>
              <a:gd name="connsiteX35" fmla="*/ 7446 w 10071"/>
              <a:gd name="connsiteY35" fmla="*/ 3228 h 10000"/>
              <a:gd name="connsiteX36" fmla="*/ 7562 w 10071"/>
              <a:gd name="connsiteY36" fmla="*/ 3082 h 10000"/>
              <a:gd name="connsiteX37" fmla="*/ 7682 w 10071"/>
              <a:gd name="connsiteY37" fmla="*/ 2945 h 10000"/>
              <a:gd name="connsiteX38" fmla="*/ 7796 w 10071"/>
              <a:gd name="connsiteY38" fmla="*/ 2826 h 10000"/>
              <a:gd name="connsiteX39" fmla="*/ 7909 w 10071"/>
              <a:gd name="connsiteY39" fmla="*/ 2739 h 10000"/>
              <a:gd name="connsiteX40" fmla="*/ 8015 w 10071"/>
              <a:gd name="connsiteY40" fmla="*/ 2660 h 10000"/>
              <a:gd name="connsiteX41" fmla="*/ 8117 w 10071"/>
              <a:gd name="connsiteY41" fmla="*/ 2601 h 10000"/>
              <a:gd name="connsiteX42" fmla="*/ 8212 w 10071"/>
              <a:gd name="connsiteY42" fmla="*/ 2572 h 10000"/>
              <a:gd name="connsiteX43" fmla="*/ 8303 w 10071"/>
              <a:gd name="connsiteY43" fmla="*/ 2552 h 10000"/>
              <a:gd name="connsiteX44" fmla="*/ 8387 w 10071"/>
              <a:gd name="connsiteY44" fmla="*/ 2543 h 10000"/>
              <a:gd name="connsiteX45" fmla="*/ 8482 w 10071"/>
              <a:gd name="connsiteY45" fmla="*/ 2543 h 10000"/>
              <a:gd name="connsiteX46" fmla="*/ 8581 w 10071"/>
              <a:gd name="connsiteY46" fmla="*/ 2552 h 10000"/>
              <a:gd name="connsiteX47" fmla="*/ 8687 w 10071"/>
              <a:gd name="connsiteY47" fmla="*/ 2572 h 10000"/>
              <a:gd name="connsiteX48" fmla="*/ 8796 w 10071"/>
              <a:gd name="connsiteY48" fmla="*/ 2601 h 10000"/>
              <a:gd name="connsiteX49" fmla="*/ 8906 w 10071"/>
              <a:gd name="connsiteY49" fmla="*/ 2641 h 10000"/>
              <a:gd name="connsiteX50" fmla="*/ 9019 w 10071"/>
              <a:gd name="connsiteY50" fmla="*/ 2689 h 10000"/>
              <a:gd name="connsiteX51" fmla="*/ 9136 w 10071"/>
              <a:gd name="connsiteY51" fmla="*/ 2748 h 10000"/>
              <a:gd name="connsiteX52" fmla="*/ 9253 w 10071"/>
              <a:gd name="connsiteY52" fmla="*/ 2816 h 10000"/>
              <a:gd name="connsiteX53" fmla="*/ 9370 w 10071"/>
              <a:gd name="connsiteY53" fmla="*/ 2885 h 10000"/>
              <a:gd name="connsiteX54" fmla="*/ 9483 w 10071"/>
              <a:gd name="connsiteY54" fmla="*/ 2954 h 10000"/>
              <a:gd name="connsiteX55" fmla="*/ 9593 w 10071"/>
              <a:gd name="connsiteY55" fmla="*/ 3043 h 10000"/>
              <a:gd name="connsiteX56" fmla="*/ 9650 w 10071"/>
              <a:gd name="connsiteY56" fmla="*/ 3346 h 10000"/>
              <a:gd name="connsiteX57" fmla="*/ 9703 w 10071"/>
              <a:gd name="connsiteY57" fmla="*/ 3763 h 10000"/>
              <a:gd name="connsiteX58" fmla="*/ 9770 w 10071"/>
              <a:gd name="connsiteY58" fmla="*/ 4206 h 10000"/>
              <a:gd name="connsiteX59" fmla="*/ 9844 w 10071"/>
              <a:gd name="connsiteY59" fmla="*/ 4665 h 10000"/>
              <a:gd name="connsiteX60" fmla="*/ 10071 w 10071"/>
              <a:gd name="connsiteY60" fmla="*/ 377 h 10000"/>
              <a:gd name="connsiteX61" fmla="*/ 9522 w 10071"/>
              <a:gd name="connsiteY61" fmla="*/ 441 h 10000"/>
              <a:gd name="connsiteX62" fmla="*/ 9001 w 10071"/>
              <a:gd name="connsiteY62" fmla="*/ 463 h 10000"/>
              <a:gd name="connsiteX63" fmla="*/ 8504 w 10071"/>
              <a:gd name="connsiteY63" fmla="*/ 314 h 10000"/>
              <a:gd name="connsiteX64" fmla="*/ 8044 w 10071"/>
              <a:gd name="connsiteY64" fmla="*/ 0 h 10000"/>
              <a:gd name="connsiteX65" fmla="*/ 8486 w 10071"/>
              <a:gd name="connsiteY65" fmla="*/ 786 h 10000"/>
              <a:gd name="connsiteX66" fmla="*/ 8453 w 10071"/>
              <a:gd name="connsiteY66" fmla="*/ 746 h 10000"/>
              <a:gd name="connsiteX67" fmla="*/ 8417 w 10071"/>
              <a:gd name="connsiteY67" fmla="*/ 717 h 10000"/>
              <a:gd name="connsiteX68" fmla="*/ 8365 w 10071"/>
              <a:gd name="connsiteY68" fmla="*/ 678 h 10000"/>
              <a:gd name="connsiteX69" fmla="*/ 8311 w 10071"/>
              <a:gd name="connsiteY69" fmla="*/ 648 h 10000"/>
              <a:gd name="connsiteX70" fmla="*/ 8252 w 10071"/>
              <a:gd name="connsiteY70" fmla="*/ 619 h 10000"/>
              <a:gd name="connsiteX71" fmla="*/ 8186 w 10071"/>
              <a:gd name="connsiteY71" fmla="*/ 590 h 10000"/>
              <a:gd name="connsiteX72" fmla="*/ 8117 w 10071"/>
              <a:gd name="connsiteY72" fmla="*/ 570 h 10000"/>
              <a:gd name="connsiteX73" fmla="*/ 8044 w 10071"/>
              <a:gd name="connsiteY73" fmla="*/ 540 h 10000"/>
              <a:gd name="connsiteX74" fmla="*/ 7971 w 10071"/>
              <a:gd name="connsiteY74" fmla="*/ 530 h 10000"/>
              <a:gd name="connsiteX75" fmla="*/ 7898 w 10071"/>
              <a:gd name="connsiteY75" fmla="*/ 511 h 10000"/>
              <a:gd name="connsiteX76" fmla="*/ 7821 w 10071"/>
              <a:gd name="connsiteY76" fmla="*/ 500 h 10000"/>
              <a:gd name="connsiteX77" fmla="*/ 7752 w 10071"/>
              <a:gd name="connsiteY77" fmla="*/ 500 h 10000"/>
              <a:gd name="connsiteX78" fmla="*/ 7566 w 10071"/>
              <a:gd name="connsiteY78" fmla="*/ 500 h 10000"/>
              <a:gd name="connsiteX79" fmla="*/ 7391 w 10071"/>
              <a:gd name="connsiteY79" fmla="*/ 521 h 10000"/>
              <a:gd name="connsiteX80" fmla="*/ 7220 w 10071"/>
              <a:gd name="connsiteY80" fmla="*/ 559 h 10000"/>
              <a:gd name="connsiteX81" fmla="*/ 7055 w 10071"/>
              <a:gd name="connsiteY81" fmla="*/ 599 h 10000"/>
              <a:gd name="connsiteX82" fmla="*/ 6898 w 10071"/>
              <a:gd name="connsiteY82" fmla="*/ 657 h 10000"/>
              <a:gd name="connsiteX83" fmla="*/ 6752 w 10071"/>
              <a:gd name="connsiteY83" fmla="*/ 736 h 10000"/>
              <a:gd name="connsiteX84" fmla="*/ 6610 w 10071"/>
              <a:gd name="connsiteY84" fmla="*/ 815 h 10000"/>
              <a:gd name="connsiteX85" fmla="*/ 6478 w 10071"/>
              <a:gd name="connsiteY85" fmla="*/ 923 h 10000"/>
              <a:gd name="connsiteX86" fmla="*/ 6350 w 10071"/>
              <a:gd name="connsiteY86" fmla="*/ 1021 h 10000"/>
              <a:gd name="connsiteX87" fmla="*/ 6279 w 10071"/>
              <a:gd name="connsiteY87" fmla="*/ 1293 h 10000"/>
              <a:gd name="connsiteX88" fmla="*/ 6066 w 10071"/>
              <a:gd name="connsiteY88" fmla="*/ 1529 h 10000"/>
              <a:gd name="connsiteX89" fmla="*/ 5839 w 10071"/>
              <a:gd name="connsiteY89" fmla="*/ 2130 h 10000"/>
              <a:gd name="connsiteX90" fmla="*/ 5554 w 10071"/>
              <a:gd name="connsiteY90" fmla="*/ 2954 h 10000"/>
              <a:gd name="connsiteX91" fmla="*/ 5266 w 10071"/>
              <a:gd name="connsiteY91" fmla="*/ 3739 h 10000"/>
              <a:gd name="connsiteX92" fmla="*/ 4973 w 10071"/>
              <a:gd name="connsiteY92" fmla="*/ 4504 h 10000"/>
              <a:gd name="connsiteX93" fmla="*/ 4681 w 10071"/>
              <a:gd name="connsiteY93" fmla="*/ 5231 h 10000"/>
              <a:gd name="connsiteX94" fmla="*/ 4385 w 10071"/>
              <a:gd name="connsiteY94" fmla="*/ 5947 h 10000"/>
              <a:gd name="connsiteX95" fmla="*/ 4086 w 10071"/>
              <a:gd name="connsiteY95" fmla="*/ 6615 h 10000"/>
              <a:gd name="connsiteX96" fmla="*/ 3786 w 10071"/>
              <a:gd name="connsiteY96" fmla="*/ 7272 h 10000"/>
              <a:gd name="connsiteX97" fmla="*/ 3483 w 10071"/>
              <a:gd name="connsiteY97" fmla="*/ 7891 h 10000"/>
              <a:gd name="connsiteX98" fmla="*/ 3180 w 10071"/>
              <a:gd name="connsiteY98" fmla="*/ 8488 h 10000"/>
              <a:gd name="connsiteX99" fmla="*/ 2873 w 10071"/>
              <a:gd name="connsiteY99" fmla="*/ 9058 h 10000"/>
              <a:gd name="connsiteX100" fmla="*/ 2567 w 10071"/>
              <a:gd name="connsiteY100" fmla="*/ 9587 h 10000"/>
              <a:gd name="connsiteX101" fmla="*/ 2162 w 10071"/>
              <a:gd name="connsiteY101" fmla="*/ 9632 h 10000"/>
              <a:gd name="connsiteX102" fmla="*/ 1505 w 10071"/>
              <a:gd name="connsiteY102" fmla="*/ 9480 h 10000"/>
              <a:gd name="connsiteX103" fmla="*/ 752 w 10071"/>
              <a:gd name="connsiteY103" fmla="*/ 8881 h 10000"/>
              <a:gd name="connsiteX104" fmla="*/ 0 w 10071"/>
              <a:gd name="connsiteY104" fmla="*/ 8292 h 10000"/>
              <a:gd name="connsiteX0" fmla="*/ 0 w 10071"/>
              <a:gd name="connsiteY0" fmla="*/ 8292 h 10000"/>
              <a:gd name="connsiteX1" fmla="*/ 329 w 10071"/>
              <a:gd name="connsiteY1" fmla="*/ 8488 h 10000"/>
              <a:gd name="connsiteX2" fmla="*/ 650 w 10071"/>
              <a:gd name="connsiteY2" fmla="*/ 8715 h 10000"/>
              <a:gd name="connsiteX3" fmla="*/ 975 w 10071"/>
              <a:gd name="connsiteY3" fmla="*/ 8950 h 10000"/>
              <a:gd name="connsiteX4" fmla="*/ 1300 w 10071"/>
              <a:gd name="connsiteY4" fmla="*/ 9205 h 10000"/>
              <a:gd name="connsiteX5" fmla="*/ 1622 w 10071"/>
              <a:gd name="connsiteY5" fmla="*/ 9480 h 10000"/>
              <a:gd name="connsiteX6" fmla="*/ 1943 w 10071"/>
              <a:gd name="connsiteY6" fmla="*/ 9785 h 10000"/>
              <a:gd name="connsiteX7" fmla="*/ 2321 w 10071"/>
              <a:gd name="connsiteY7" fmla="*/ 9977 h 10000"/>
              <a:gd name="connsiteX8" fmla="*/ 2523 w 10071"/>
              <a:gd name="connsiteY8" fmla="*/ 10000 h 10000"/>
              <a:gd name="connsiteX9" fmla="*/ 2789 w 10071"/>
              <a:gd name="connsiteY9" fmla="*/ 9892 h 10000"/>
              <a:gd name="connsiteX10" fmla="*/ 3049 w 10071"/>
              <a:gd name="connsiteY10" fmla="*/ 9755 h 10000"/>
              <a:gd name="connsiteX11" fmla="*/ 3308 w 10071"/>
              <a:gd name="connsiteY11" fmla="*/ 9587 h 10000"/>
              <a:gd name="connsiteX12" fmla="*/ 3560 w 10071"/>
              <a:gd name="connsiteY12" fmla="*/ 9411 h 10000"/>
              <a:gd name="connsiteX13" fmla="*/ 3808 w 10071"/>
              <a:gd name="connsiteY13" fmla="*/ 9215 h 10000"/>
              <a:gd name="connsiteX14" fmla="*/ 4049 w 10071"/>
              <a:gd name="connsiteY14" fmla="*/ 8999 h 10000"/>
              <a:gd name="connsiteX15" fmla="*/ 4287 w 10071"/>
              <a:gd name="connsiteY15" fmla="*/ 8764 h 10000"/>
              <a:gd name="connsiteX16" fmla="*/ 4517 w 10071"/>
              <a:gd name="connsiteY16" fmla="*/ 8508 h 10000"/>
              <a:gd name="connsiteX17" fmla="*/ 4740 w 10071"/>
              <a:gd name="connsiteY17" fmla="*/ 8234 h 10000"/>
              <a:gd name="connsiteX18" fmla="*/ 4959 w 10071"/>
              <a:gd name="connsiteY18" fmla="*/ 7949 h 10000"/>
              <a:gd name="connsiteX19" fmla="*/ 5167 w 10071"/>
              <a:gd name="connsiteY19" fmla="*/ 7645 h 10000"/>
              <a:gd name="connsiteX20" fmla="*/ 5372 w 10071"/>
              <a:gd name="connsiteY20" fmla="*/ 7311 h 10000"/>
              <a:gd name="connsiteX21" fmla="*/ 5565 w 10071"/>
              <a:gd name="connsiteY21" fmla="*/ 6968 h 10000"/>
              <a:gd name="connsiteX22" fmla="*/ 5751 w 10071"/>
              <a:gd name="connsiteY22" fmla="*/ 6615 h 10000"/>
              <a:gd name="connsiteX23" fmla="*/ 5927 w 10071"/>
              <a:gd name="connsiteY23" fmla="*/ 6242 h 10000"/>
              <a:gd name="connsiteX24" fmla="*/ 6098 w 10071"/>
              <a:gd name="connsiteY24" fmla="*/ 5859 h 10000"/>
              <a:gd name="connsiteX25" fmla="*/ 6259 w 10071"/>
              <a:gd name="connsiteY25" fmla="*/ 5446 h 10000"/>
              <a:gd name="connsiteX26" fmla="*/ 6365 w 10071"/>
              <a:gd name="connsiteY26" fmla="*/ 5191 h 10000"/>
              <a:gd name="connsiteX27" fmla="*/ 6478 w 10071"/>
              <a:gd name="connsiteY27" fmla="*/ 4927 h 10000"/>
              <a:gd name="connsiteX28" fmla="*/ 6591 w 10071"/>
              <a:gd name="connsiteY28" fmla="*/ 4681 h 10000"/>
              <a:gd name="connsiteX29" fmla="*/ 6712 w 10071"/>
              <a:gd name="connsiteY29" fmla="*/ 4435 h 10000"/>
              <a:gd name="connsiteX30" fmla="*/ 6829 w 10071"/>
              <a:gd name="connsiteY30" fmla="*/ 4200 h 10000"/>
              <a:gd name="connsiteX31" fmla="*/ 6953 w 10071"/>
              <a:gd name="connsiteY31" fmla="*/ 3985 h 10000"/>
              <a:gd name="connsiteX32" fmla="*/ 7077 w 10071"/>
              <a:gd name="connsiteY32" fmla="*/ 3769 h 10000"/>
              <a:gd name="connsiteX33" fmla="*/ 7201 w 10071"/>
              <a:gd name="connsiteY33" fmla="*/ 3583 h 10000"/>
              <a:gd name="connsiteX34" fmla="*/ 7322 w 10071"/>
              <a:gd name="connsiteY34" fmla="*/ 3395 h 10000"/>
              <a:gd name="connsiteX35" fmla="*/ 7446 w 10071"/>
              <a:gd name="connsiteY35" fmla="*/ 3228 h 10000"/>
              <a:gd name="connsiteX36" fmla="*/ 7562 w 10071"/>
              <a:gd name="connsiteY36" fmla="*/ 3082 h 10000"/>
              <a:gd name="connsiteX37" fmla="*/ 7682 w 10071"/>
              <a:gd name="connsiteY37" fmla="*/ 2945 h 10000"/>
              <a:gd name="connsiteX38" fmla="*/ 7796 w 10071"/>
              <a:gd name="connsiteY38" fmla="*/ 2826 h 10000"/>
              <a:gd name="connsiteX39" fmla="*/ 7909 w 10071"/>
              <a:gd name="connsiteY39" fmla="*/ 2739 h 10000"/>
              <a:gd name="connsiteX40" fmla="*/ 8015 w 10071"/>
              <a:gd name="connsiteY40" fmla="*/ 2660 h 10000"/>
              <a:gd name="connsiteX41" fmla="*/ 8117 w 10071"/>
              <a:gd name="connsiteY41" fmla="*/ 2601 h 10000"/>
              <a:gd name="connsiteX42" fmla="*/ 8212 w 10071"/>
              <a:gd name="connsiteY42" fmla="*/ 2572 h 10000"/>
              <a:gd name="connsiteX43" fmla="*/ 8303 w 10071"/>
              <a:gd name="connsiteY43" fmla="*/ 2552 h 10000"/>
              <a:gd name="connsiteX44" fmla="*/ 8387 w 10071"/>
              <a:gd name="connsiteY44" fmla="*/ 2543 h 10000"/>
              <a:gd name="connsiteX45" fmla="*/ 8482 w 10071"/>
              <a:gd name="connsiteY45" fmla="*/ 2543 h 10000"/>
              <a:gd name="connsiteX46" fmla="*/ 8581 w 10071"/>
              <a:gd name="connsiteY46" fmla="*/ 2552 h 10000"/>
              <a:gd name="connsiteX47" fmla="*/ 8687 w 10071"/>
              <a:gd name="connsiteY47" fmla="*/ 2572 h 10000"/>
              <a:gd name="connsiteX48" fmla="*/ 8796 w 10071"/>
              <a:gd name="connsiteY48" fmla="*/ 2601 h 10000"/>
              <a:gd name="connsiteX49" fmla="*/ 8906 w 10071"/>
              <a:gd name="connsiteY49" fmla="*/ 2641 h 10000"/>
              <a:gd name="connsiteX50" fmla="*/ 9019 w 10071"/>
              <a:gd name="connsiteY50" fmla="*/ 2689 h 10000"/>
              <a:gd name="connsiteX51" fmla="*/ 9136 w 10071"/>
              <a:gd name="connsiteY51" fmla="*/ 2748 h 10000"/>
              <a:gd name="connsiteX52" fmla="*/ 9253 w 10071"/>
              <a:gd name="connsiteY52" fmla="*/ 2816 h 10000"/>
              <a:gd name="connsiteX53" fmla="*/ 9370 w 10071"/>
              <a:gd name="connsiteY53" fmla="*/ 2885 h 10000"/>
              <a:gd name="connsiteX54" fmla="*/ 9483 w 10071"/>
              <a:gd name="connsiteY54" fmla="*/ 2954 h 10000"/>
              <a:gd name="connsiteX55" fmla="*/ 9593 w 10071"/>
              <a:gd name="connsiteY55" fmla="*/ 3043 h 10000"/>
              <a:gd name="connsiteX56" fmla="*/ 9650 w 10071"/>
              <a:gd name="connsiteY56" fmla="*/ 3346 h 10000"/>
              <a:gd name="connsiteX57" fmla="*/ 9703 w 10071"/>
              <a:gd name="connsiteY57" fmla="*/ 3763 h 10000"/>
              <a:gd name="connsiteX58" fmla="*/ 9770 w 10071"/>
              <a:gd name="connsiteY58" fmla="*/ 4206 h 10000"/>
              <a:gd name="connsiteX59" fmla="*/ 9844 w 10071"/>
              <a:gd name="connsiteY59" fmla="*/ 4665 h 10000"/>
              <a:gd name="connsiteX60" fmla="*/ 10071 w 10071"/>
              <a:gd name="connsiteY60" fmla="*/ 377 h 10000"/>
              <a:gd name="connsiteX61" fmla="*/ 9522 w 10071"/>
              <a:gd name="connsiteY61" fmla="*/ 441 h 10000"/>
              <a:gd name="connsiteX62" fmla="*/ 9001 w 10071"/>
              <a:gd name="connsiteY62" fmla="*/ 463 h 10000"/>
              <a:gd name="connsiteX63" fmla="*/ 8504 w 10071"/>
              <a:gd name="connsiteY63" fmla="*/ 314 h 10000"/>
              <a:gd name="connsiteX64" fmla="*/ 8044 w 10071"/>
              <a:gd name="connsiteY64" fmla="*/ 0 h 10000"/>
              <a:gd name="connsiteX65" fmla="*/ 8486 w 10071"/>
              <a:gd name="connsiteY65" fmla="*/ 786 h 10000"/>
              <a:gd name="connsiteX66" fmla="*/ 8453 w 10071"/>
              <a:gd name="connsiteY66" fmla="*/ 746 h 10000"/>
              <a:gd name="connsiteX67" fmla="*/ 8417 w 10071"/>
              <a:gd name="connsiteY67" fmla="*/ 717 h 10000"/>
              <a:gd name="connsiteX68" fmla="*/ 8365 w 10071"/>
              <a:gd name="connsiteY68" fmla="*/ 678 h 10000"/>
              <a:gd name="connsiteX69" fmla="*/ 8311 w 10071"/>
              <a:gd name="connsiteY69" fmla="*/ 648 h 10000"/>
              <a:gd name="connsiteX70" fmla="*/ 8252 w 10071"/>
              <a:gd name="connsiteY70" fmla="*/ 619 h 10000"/>
              <a:gd name="connsiteX71" fmla="*/ 8186 w 10071"/>
              <a:gd name="connsiteY71" fmla="*/ 590 h 10000"/>
              <a:gd name="connsiteX72" fmla="*/ 8117 w 10071"/>
              <a:gd name="connsiteY72" fmla="*/ 570 h 10000"/>
              <a:gd name="connsiteX73" fmla="*/ 8044 w 10071"/>
              <a:gd name="connsiteY73" fmla="*/ 540 h 10000"/>
              <a:gd name="connsiteX74" fmla="*/ 7971 w 10071"/>
              <a:gd name="connsiteY74" fmla="*/ 530 h 10000"/>
              <a:gd name="connsiteX75" fmla="*/ 7898 w 10071"/>
              <a:gd name="connsiteY75" fmla="*/ 511 h 10000"/>
              <a:gd name="connsiteX76" fmla="*/ 7821 w 10071"/>
              <a:gd name="connsiteY76" fmla="*/ 500 h 10000"/>
              <a:gd name="connsiteX77" fmla="*/ 7752 w 10071"/>
              <a:gd name="connsiteY77" fmla="*/ 500 h 10000"/>
              <a:gd name="connsiteX78" fmla="*/ 7566 w 10071"/>
              <a:gd name="connsiteY78" fmla="*/ 500 h 10000"/>
              <a:gd name="connsiteX79" fmla="*/ 7391 w 10071"/>
              <a:gd name="connsiteY79" fmla="*/ 521 h 10000"/>
              <a:gd name="connsiteX80" fmla="*/ 7220 w 10071"/>
              <a:gd name="connsiteY80" fmla="*/ 559 h 10000"/>
              <a:gd name="connsiteX81" fmla="*/ 7055 w 10071"/>
              <a:gd name="connsiteY81" fmla="*/ 599 h 10000"/>
              <a:gd name="connsiteX82" fmla="*/ 6898 w 10071"/>
              <a:gd name="connsiteY82" fmla="*/ 657 h 10000"/>
              <a:gd name="connsiteX83" fmla="*/ 6752 w 10071"/>
              <a:gd name="connsiteY83" fmla="*/ 736 h 10000"/>
              <a:gd name="connsiteX84" fmla="*/ 6610 w 10071"/>
              <a:gd name="connsiteY84" fmla="*/ 815 h 10000"/>
              <a:gd name="connsiteX85" fmla="*/ 6478 w 10071"/>
              <a:gd name="connsiteY85" fmla="*/ 923 h 10000"/>
              <a:gd name="connsiteX86" fmla="*/ 6350 w 10071"/>
              <a:gd name="connsiteY86" fmla="*/ 1021 h 10000"/>
              <a:gd name="connsiteX87" fmla="*/ 6279 w 10071"/>
              <a:gd name="connsiteY87" fmla="*/ 1293 h 10000"/>
              <a:gd name="connsiteX88" fmla="*/ 6066 w 10071"/>
              <a:gd name="connsiteY88" fmla="*/ 1529 h 10000"/>
              <a:gd name="connsiteX89" fmla="*/ 5839 w 10071"/>
              <a:gd name="connsiteY89" fmla="*/ 2130 h 10000"/>
              <a:gd name="connsiteX90" fmla="*/ 5554 w 10071"/>
              <a:gd name="connsiteY90" fmla="*/ 2954 h 10000"/>
              <a:gd name="connsiteX91" fmla="*/ 5266 w 10071"/>
              <a:gd name="connsiteY91" fmla="*/ 3739 h 10000"/>
              <a:gd name="connsiteX92" fmla="*/ 4973 w 10071"/>
              <a:gd name="connsiteY92" fmla="*/ 4504 h 10000"/>
              <a:gd name="connsiteX93" fmla="*/ 4681 w 10071"/>
              <a:gd name="connsiteY93" fmla="*/ 5231 h 10000"/>
              <a:gd name="connsiteX94" fmla="*/ 4385 w 10071"/>
              <a:gd name="connsiteY94" fmla="*/ 5947 h 10000"/>
              <a:gd name="connsiteX95" fmla="*/ 4086 w 10071"/>
              <a:gd name="connsiteY95" fmla="*/ 6615 h 10000"/>
              <a:gd name="connsiteX96" fmla="*/ 3786 w 10071"/>
              <a:gd name="connsiteY96" fmla="*/ 7272 h 10000"/>
              <a:gd name="connsiteX97" fmla="*/ 3483 w 10071"/>
              <a:gd name="connsiteY97" fmla="*/ 7891 h 10000"/>
              <a:gd name="connsiteX98" fmla="*/ 3180 w 10071"/>
              <a:gd name="connsiteY98" fmla="*/ 8488 h 10000"/>
              <a:gd name="connsiteX99" fmla="*/ 2873 w 10071"/>
              <a:gd name="connsiteY99" fmla="*/ 9058 h 10000"/>
              <a:gd name="connsiteX100" fmla="*/ 2567 w 10071"/>
              <a:gd name="connsiteY100" fmla="*/ 9587 h 10000"/>
              <a:gd name="connsiteX101" fmla="*/ 2162 w 10071"/>
              <a:gd name="connsiteY101" fmla="*/ 9632 h 10000"/>
              <a:gd name="connsiteX102" fmla="*/ 1505 w 10071"/>
              <a:gd name="connsiteY102" fmla="*/ 9480 h 10000"/>
              <a:gd name="connsiteX103" fmla="*/ 752 w 10071"/>
              <a:gd name="connsiteY103" fmla="*/ 8881 h 10000"/>
              <a:gd name="connsiteX104" fmla="*/ 0 w 10071"/>
              <a:gd name="connsiteY104" fmla="*/ 8292 h 10000"/>
              <a:gd name="connsiteX0" fmla="*/ 0 w 10071"/>
              <a:gd name="connsiteY0" fmla="*/ 8292 h 10000"/>
              <a:gd name="connsiteX1" fmla="*/ 329 w 10071"/>
              <a:gd name="connsiteY1" fmla="*/ 8488 h 10000"/>
              <a:gd name="connsiteX2" fmla="*/ 650 w 10071"/>
              <a:gd name="connsiteY2" fmla="*/ 8715 h 10000"/>
              <a:gd name="connsiteX3" fmla="*/ 975 w 10071"/>
              <a:gd name="connsiteY3" fmla="*/ 8950 h 10000"/>
              <a:gd name="connsiteX4" fmla="*/ 1300 w 10071"/>
              <a:gd name="connsiteY4" fmla="*/ 9205 h 10000"/>
              <a:gd name="connsiteX5" fmla="*/ 1622 w 10071"/>
              <a:gd name="connsiteY5" fmla="*/ 9480 h 10000"/>
              <a:gd name="connsiteX6" fmla="*/ 1943 w 10071"/>
              <a:gd name="connsiteY6" fmla="*/ 9785 h 10000"/>
              <a:gd name="connsiteX7" fmla="*/ 2321 w 10071"/>
              <a:gd name="connsiteY7" fmla="*/ 9977 h 10000"/>
              <a:gd name="connsiteX8" fmla="*/ 2523 w 10071"/>
              <a:gd name="connsiteY8" fmla="*/ 10000 h 10000"/>
              <a:gd name="connsiteX9" fmla="*/ 2789 w 10071"/>
              <a:gd name="connsiteY9" fmla="*/ 9892 h 10000"/>
              <a:gd name="connsiteX10" fmla="*/ 3049 w 10071"/>
              <a:gd name="connsiteY10" fmla="*/ 9755 h 10000"/>
              <a:gd name="connsiteX11" fmla="*/ 3308 w 10071"/>
              <a:gd name="connsiteY11" fmla="*/ 9587 h 10000"/>
              <a:gd name="connsiteX12" fmla="*/ 3560 w 10071"/>
              <a:gd name="connsiteY12" fmla="*/ 9411 h 10000"/>
              <a:gd name="connsiteX13" fmla="*/ 3808 w 10071"/>
              <a:gd name="connsiteY13" fmla="*/ 9215 h 10000"/>
              <a:gd name="connsiteX14" fmla="*/ 4049 w 10071"/>
              <a:gd name="connsiteY14" fmla="*/ 8999 h 10000"/>
              <a:gd name="connsiteX15" fmla="*/ 4287 w 10071"/>
              <a:gd name="connsiteY15" fmla="*/ 8764 h 10000"/>
              <a:gd name="connsiteX16" fmla="*/ 4517 w 10071"/>
              <a:gd name="connsiteY16" fmla="*/ 8508 h 10000"/>
              <a:gd name="connsiteX17" fmla="*/ 4740 w 10071"/>
              <a:gd name="connsiteY17" fmla="*/ 8234 h 10000"/>
              <a:gd name="connsiteX18" fmla="*/ 4959 w 10071"/>
              <a:gd name="connsiteY18" fmla="*/ 7949 h 10000"/>
              <a:gd name="connsiteX19" fmla="*/ 5167 w 10071"/>
              <a:gd name="connsiteY19" fmla="*/ 7645 h 10000"/>
              <a:gd name="connsiteX20" fmla="*/ 5372 w 10071"/>
              <a:gd name="connsiteY20" fmla="*/ 7311 h 10000"/>
              <a:gd name="connsiteX21" fmla="*/ 5565 w 10071"/>
              <a:gd name="connsiteY21" fmla="*/ 6968 h 10000"/>
              <a:gd name="connsiteX22" fmla="*/ 5751 w 10071"/>
              <a:gd name="connsiteY22" fmla="*/ 6615 h 10000"/>
              <a:gd name="connsiteX23" fmla="*/ 5927 w 10071"/>
              <a:gd name="connsiteY23" fmla="*/ 6242 h 10000"/>
              <a:gd name="connsiteX24" fmla="*/ 6098 w 10071"/>
              <a:gd name="connsiteY24" fmla="*/ 5859 h 10000"/>
              <a:gd name="connsiteX25" fmla="*/ 6259 w 10071"/>
              <a:gd name="connsiteY25" fmla="*/ 5446 h 10000"/>
              <a:gd name="connsiteX26" fmla="*/ 6365 w 10071"/>
              <a:gd name="connsiteY26" fmla="*/ 5191 h 10000"/>
              <a:gd name="connsiteX27" fmla="*/ 6478 w 10071"/>
              <a:gd name="connsiteY27" fmla="*/ 4927 h 10000"/>
              <a:gd name="connsiteX28" fmla="*/ 6591 w 10071"/>
              <a:gd name="connsiteY28" fmla="*/ 4681 h 10000"/>
              <a:gd name="connsiteX29" fmla="*/ 6712 w 10071"/>
              <a:gd name="connsiteY29" fmla="*/ 4435 h 10000"/>
              <a:gd name="connsiteX30" fmla="*/ 6829 w 10071"/>
              <a:gd name="connsiteY30" fmla="*/ 4200 h 10000"/>
              <a:gd name="connsiteX31" fmla="*/ 6953 w 10071"/>
              <a:gd name="connsiteY31" fmla="*/ 3985 h 10000"/>
              <a:gd name="connsiteX32" fmla="*/ 7077 w 10071"/>
              <a:gd name="connsiteY32" fmla="*/ 3769 h 10000"/>
              <a:gd name="connsiteX33" fmla="*/ 7201 w 10071"/>
              <a:gd name="connsiteY33" fmla="*/ 3583 h 10000"/>
              <a:gd name="connsiteX34" fmla="*/ 7322 w 10071"/>
              <a:gd name="connsiteY34" fmla="*/ 3395 h 10000"/>
              <a:gd name="connsiteX35" fmla="*/ 7446 w 10071"/>
              <a:gd name="connsiteY35" fmla="*/ 3228 h 10000"/>
              <a:gd name="connsiteX36" fmla="*/ 7562 w 10071"/>
              <a:gd name="connsiteY36" fmla="*/ 3082 h 10000"/>
              <a:gd name="connsiteX37" fmla="*/ 7682 w 10071"/>
              <a:gd name="connsiteY37" fmla="*/ 2945 h 10000"/>
              <a:gd name="connsiteX38" fmla="*/ 7796 w 10071"/>
              <a:gd name="connsiteY38" fmla="*/ 2826 h 10000"/>
              <a:gd name="connsiteX39" fmla="*/ 7909 w 10071"/>
              <a:gd name="connsiteY39" fmla="*/ 2739 h 10000"/>
              <a:gd name="connsiteX40" fmla="*/ 8015 w 10071"/>
              <a:gd name="connsiteY40" fmla="*/ 2660 h 10000"/>
              <a:gd name="connsiteX41" fmla="*/ 8117 w 10071"/>
              <a:gd name="connsiteY41" fmla="*/ 2601 h 10000"/>
              <a:gd name="connsiteX42" fmla="*/ 8212 w 10071"/>
              <a:gd name="connsiteY42" fmla="*/ 2572 h 10000"/>
              <a:gd name="connsiteX43" fmla="*/ 8303 w 10071"/>
              <a:gd name="connsiteY43" fmla="*/ 2552 h 10000"/>
              <a:gd name="connsiteX44" fmla="*/ 8387 w 10071"/>
              <a:gd name="connsiteY44" fmla="*/ 2543 h 10000"/>
              <a:gd name="connsiteX45" fmla="*/ 8482 w 10071"/>
              <a:gd name="connsiteY45" fmla="*/ 2543 h 10000"/>
              <a:gd name="connsiteX46" fmla="*/ 8581 w 10071"/>
              <a:gd name="connsiteY46" fmla="*/ 2552 h 10000"/>
              <a:gd name="connsiteX47" fmla="*/ 8687 w 10071"/>
              <a:gd name="connsiteY47" fmla="*/ 2572 h 10000"/>
              <a:gd name="connsiteX48" fmla="*/ 8796 w 10071"/>
              <a:gd name="connsiteY48" fmla="*/ 2601 h 10000"/>
              <a:gd name="connsiteX49" fmla="*/ 8906 w 10071"/>
              <a:gd name="connsiteY49" fmla="*/ 2641 h 10000"/>
              <a:gd name="connsiteX50" fmla="*/ 9019 w 10071"/>
              <a:gd name="connsiteY50" fmla="*/ 2689 h 10000"/>
              <a:gd name="connsiteX51" fmla="*/ 9136 w 10071"/>
              <a:gd name="connsiteY51" fmla="*/ 2748 h 10000"/>
              <a:gd name="connsiteX52" fmla="*/ 9253 w 10071"/>
              <a:gd name="connsiteY52" fmla="*/ 2816 h 10000"/>
              <a:gd name="connsiteX53" fmla="*/ 9370 w 10071"/>
              <a:gd name="connsiteY53" fmla="*/ 2885 h 10000"/>
              <a:gd name="connsiteX54" fmla="*/ 9483 w 10071"/>
              <a:gd name="connsiteY54" fmla="*/ 2954 h 10000"/>
              <a:gd name="connsiteX55" fmla="*/ 9593 w 10071"/>
              <a:gd name="connsiteY55" fmla="*/ 3043 h 10000"/>
              <a:gd name="connsiteX56" fmla="*/ 9650 w 10071"/>
              <a:gd name="connsiteY56" fmla="*/ 3346 h 10000"/>
              <a:gd name="connsiteX57" fmla="*/ 9703 w 10071"/>
              <a:gd name="connsiteY57" fmla="*/ 3763 h 10000"/>
              <a:gd name="connsiteX58" fmla="*/ 9770 w 10071"/>
              <a:gd name="connsiteY58" fmla="*/ 4206 h 10000"/>
              <a:gd name="connsiteX59" fmla="*/ 9844 w 10071"/>
              <a:gd name="connsiteY59" fmla="*/ 4665 h 10000"/>
              <a:gd name="connsiteX60" fmla="*/ 10071 w 10071"/>
              <a:gd name="connsiteY60" fmla="*/ 377 h 10000"/>
              <a:gd name="connsiteX61" fmla="*/ 9522 w 10071"/>
              <a:gd name="connsiteY61" fmla="*/ 441 h 10000"/>
              <a:gd name="connsiteX62" fmla="*/ 9001 w 10071"/>
              <a:gd name="connsiteY62" fmla="*/ 463 h 10000"/>
              <a:gd name="connsiteX63" fmla="*/ 8504 w 10071"/>
              <a:gd name="connsiteY63" fmla="*/ 314 h 10000"/>
              <a:gd name="connsiteX64" fmla="*/ 8044 w 10071"/>
              <a:gd name="connsiteY64" fmla="*/ 0 h 10000"/>
              <a:gd name="connsiteX65" fmla="*/ 8486 w 10071"/>
              <a:gd name="connsiteY65" fmla="*/ 786 h 10000"/>
              <a:gd name="connsiteX66" fmla="*/ 8453 w 10071"/>
              <a:gd name="connsiteY66" fmla="*/ 746 h 10000"/>
              <a:gd name="connsiteX67" fmla="*/ 8417 w 10071"/>
              <a:gd name="connsiteY67" fmla="*/ 717 h 10000"/>
              <a:gd name="connsiteX68" fmla="*/ 8365 w 10071"/>
              <a:gd name="connsiteY68" fmla="*/ 678 h 10000"/>
              <a:gd name="connsiteX69" fmla="*/ 8311 w 10071"/>
              <a:gd name="connsiteY69" fmla="*/ 648 h 10000"/>
              <a:gd name="connsiteX70" fmla="*/ 8252 w 10071"/>
              <a:gd name="connsiteY70" fmla="*/ 619 h 10000"/>
              <a:gd name="connsiteX71" fmla="*/ 8186 w 10071"/>
              <a:gd name="connsiteY71" fmla="*/ 590 h 10000"/>
              <a:gd name="connsiteX72" fmla="*/ 8117 w 10071"/>
              <a:gd name="connsiteY72" fmla="*/ 570 h 10000"/>
              <a:gd name="connsiteX73" fmla="*/ 8044 w 10071"/>
              <a:gd name="connsiteY73" fmla="*/ 540 h 10000"/>
              <a:gd name="connsiteX74" fmla="*/ 7971 w 10071"/>
              <a:gd name="connsiteY74" fmla="*/ 530 h 10000"/>
              <a:gd name="connsiteX75" fmla="*/ 7898 w 10071"/>
              <a:gd name="connsiteY75" fmla="*/ 511 h 10000"/>
              <a:gd name="connsiteX76" fmla="*/ 7821 w 10071"/>
              <a:gd name="connsiteY76" fmla="*/ 500 h 10000"/>
              <a:gd name="connsiteX77" fmla="*/ 7752 w 10071"/>
              <a:gd name="connsiteY77" fmla="*/ 500 h 10000"/>
              <a:gd name="connsiteX78" fmla="*/ 7566 w 10071"/>
              <a:gd name="connsiteY78" fmla="*/ 500 h 10000"/>
              <a:gd name="connsiteX79" fmla="*/ 7391 w 10071"/>
              <a:gd name="connsiteY79" fmla="*/ 521 h 10000"/>
              <a:gd name="connsiteX80" fmla="*/ 7220 w 10071"/>
              <a:gd name="connsiteY80" fmla="*/ 559 h 10000"/>
              <a:gd name="connsiteX81" fmla="*/ 7055 w 10071"/>
              <a:gd name="connsiteY81" fmla="*/ 599 h 10000"/>
              <a:gd name="connsiteX82" fmla="*/ 6898 w 10071"/>
              <a:gd name="connsiteY82" fmla="*/ 657 h 10000"/>
              <a:gd name="connsiteX83" fmla="*/ 6752 w 10071"/>
              <a:gd name="connsiteY83" fmla="*/ 736 h 10000"/>
              <a:gd name="connsiteX84" fmla="*/ 6610 w 10071"/>
              <a:gd name="connsiteY84" fmla="*/ 815 h 10000"/>
              <a:gd name="connsiteX85" fmla="*/ 6478 w 10071"/>
              <a:gd name="connsiteY85" fmla="*/ 923 h 10000"/>
              <a:gd name="connsiteX86" fmla="*/ 6350 w 10071"/>
              <a:gd name="connsiteY86" fmla="*/ 1021 h 10000"/>
              <a:gd name="connsiteX87" fmla="*/ 6242 w 10071"/>
              <a:gd name="connsiteY87" fmla="*/ 1270 h 10000"/>
              <a:gd name="connsiteX88" fmla="*/ 6066 w 10071"/>
              <a:gd name="connsiteY88" fmla="*/ 1529 h 10000"/>
              <a:gd name="connsiteX89" fmla="*/ 5839 w 10071"/>
              <a:gd name="connsiteY89" fmla="*/ 2130 h 10000"/>
              <a:gd name="connsiteX90" fmla="*/ 5554 w 10071"/>
              <a:gd name="connsiteY90" fmla="*/ 2954 h 10000"/>
              <a:gd name="connsiteX91" fmla="*/ 5266 w 10071"/>
              <a:gd name="connsiteY91" fmla="*/ 3739 h 10000"/>
              <a:gd name="connsiteX92" fmla="*/ 4973 w 10071"/>
              <a:gd name="connsiteY92" fmla="*/ 4504 h 10000"/>
              <a:gd name="connsiteX93" fmla="*/ 4681 w 10071"/>
              <a:gd name="connsiteY93" fmla="*/ 5231 h 10000"/>
              <a:gd name="connsiteX94" fmla="*/ 4385 w 10071"/>
              <a:gd name="connsiteY94" fmla="*/ 5947 h 10000"/>
              <a:gd name="connsiteX95" fmla="*/ 4086 w 10071"/>
              <a:gd name="connsiteY95" fmla="*/ 6615 h 10000"/>
              <a:gd name="connsiteX96" fmla="*/ 3786 w 10071"/>
              <a:gd name="connsiteY96" fmla="*/ 7272 h 10000"/>
              <a:gd name="connsiteX97" fmla="*/ 3483 w 10071"/>
              <a:gd name="connsiteY97" fmla="*/ 7891 h 10000"/>
              <a:gd name="connsiteX98" fmla="*/ 3180 w 10071"/>
              <a:gd name="connsiteY98" fmla="*/ 8488 h 10000"/>
              <a:gd name="connsiteX99" fmla="*/ 2873 w 10071"/>
              <a:gd name="connsiteY99" fmla="*/ 9058 h 10000"/>
              <a:gd name="connsiteX100" fmla="*/ 2567 w 10071"/>
              <a:gd name="connsiteY100" fmla="*/ 9587 h 10000"/>
              <a:gd name="connsiteX101" fmla="*/ 2162 w 10071"/>
              <a:gd name="connsiteY101" fmla="*/ 9632 h 10000"/>
              <a:gd name="connsiteX102" fmla="*/ 1505 w 10071"/>
              <a:gd name="connsiteY102" fmla="*/ 9480 h 10000"/>
              <a:gd name="connsiteX103" fmla="*/ 752 w 10071"/>
              <a:gd name="connsiteY103" fmla="*/ 8881 h 10000"/>
              <a:gd name="connsiteX104" fmla="*/ 0 w 10071"/>
              <a:gd name="connsiteY104" fmla="*/ 8292 h 10000"/>
              <a:gd name="connsiteX0" fmla="*/ 0 w 10071"/>
              <a:gd name="connsiteY0" fmla="*/ 8292 h 10000"/>
              <a:gd name="connsiteX1" fmla="*/ 329 w 10071"/>
              <a:gd name="connsiteY1" fmla="*/ 8488 h 10000"/>
              <a:gd name="connsiteX2" fmla="*/ 650 w 10071"/>
              <a:gd name="connsiteY2" fmla="*/ 8715 h 10000"/>
              <a:gd name="connsiteX3" fmla="*/ 975 w 10071"/>
              <a:gd name="connsiteY3" fmla="*/ 8950 h 10000"/>
              <a:gd name="connsiteX4" fmla="*/ 1300 w 10071"/>
              <a:gd name="connsiteY4" fmla="*/ 9205 h 10000"/>
              <a:gd name="connsiteX5" fmla="*/ 1622 w 10071"/>
              <a:gd name="connsiteY5" fmla="*/ 9480 h 10000"/>
              <a:gd name="connsiteX6" fmla="*/ 1943 w 10071"/>
              <a:gd name="connsiteY6" fmla="*/ 9785 h 10000"/>
              <a:gd name="connsiteX7" fmla="*/ 2321 w 10071"/>
              <a:gd name="connsiteY7" fmla="*/ 9977 h 10000"/>
              <a:gd name="connsiteX8" fmla="*/ 2523 w 10071"/>
              <a:gd name="connsiteY8" fmla="*/ 10000 h 10000"/>
              <a:gd name="connsiteX9" fmla="*/ 2789 w 10071"/>
              <a:gd name="connsiteY9" fmla="*/ 9892 h 10000"/>
              <a:gd name="connsiteX10" fmla="*/ 3049 w 10071"/>
              <a:gd name="connsiteY10" fmla="*/ 9755 h 10000"/>
              <a:gd name="connsiteX11" fmla="*/ 3308 w 10071"/>
              <a:gd name="connsiteY11" fmla="*/ 9587 h 10000"/>
              <a:gd name="connsiteX12" fmla="*/ 3560 w 10071"/>
              <a:gd name="connsiteY12" fmla="*/ 9411 h 10000"/>
              <a:gd name="connsiteX13" fmla="*/ 3808 w 10071"/>
              <a:gd name="connsiteY13" fmla="*/ 9215 h 10000"/>
              <a:gd name="connsiteX14" fmla="*/ 4049 w 10071"/>
              <a:gd name="connsiteY14" fmla="*/ 8999 h 10000"/>
              <a:gd name="connsiteX15" fmla="*/ 4287 w 10071"/>
              <a:gd name="connsiteY15" fmla="*/ 8764 h 10000"/>
              <a:gd name="connsiteX16" fmla="*/ 4517 w 10071"/>
              <a:gd name="connsiteY16" fmla="*/ 8508 h 10000"/>
              <a:gd name="connsiteX17" fmla="*/ 4740 w 10071"/>
              <a:gd name="connsiteY17" fmla="*/ 8234 h 10000"/>
              <a:gd name="connsiteX18" fmla="*/ 4959 w 10071"/>
              <a:gd name="connsiteY18" fmla="*/ 7949 h 10000"/>
              <a:gd name="connsiteX19" fmla="*/ 5167 w 10071"/>
              <a:gd name="connsiteY19" fmla="*/ 7645 h 10000"/>
              <a:gd name="connsiteX20" fmla="*/ 5372 w 10071"/>
              <a:gd name="connsiteY20" fmla="*/ 7311 h 10000"/>
              <a:gd name="connsiteX21" fmla="*/ 5565 w 10071"/>
              <a:gd name="connsiteY21" fmla="*/ 6968 h 10000"/>
              <a:gd name="connsiteX22" fmla="*/ 5751 w 10071"/>
              <a:gd name="connsiteY22" fmla="*/ 6615 h 10000"/>
              <a:gd name="connsiteX23" fmla="*/ 5927 w 10071"/>
              <a:gd name="connsiteY23" fmla="*/ 6242 h 10000"/>
              <a:gd name="connsiteX24" fmla="*/ 6098 w 10071"/>
              <a:gd name="connsiteY24" fmla="*/ 5859 h 10000"/>
              <a:gd name="connsiteX25" fmla="*/ 6259 w 10071"/>
              <a:gd name="connsiteY25" fmla="*/ 5446 h 10000"/>
              <a:gd name="connsiteX26" fmla="*/ 6365 w 10071"/>
              <a:gd name="connsiteY26" fmla="*/ 5191 h 10000"/>
              <a:gd name="connsiteX27" fmla="*/ 6478 w 10071"/>
              <a:gd name="connsiteY27" fmla="*/ 4927 h 10000"/>
              <a:gd name="connsiteX28" fmla="*/ 6591 w 10071"/>
              <a:gd name="connsiteY28" fmla="*/ 4681 h 10000"/>
              <a:gd name="connsiteX29" fmla="*/ 6712 w 10071"/>
              <a:gd name="connsiteY29" fmla="*/ 4435 h 10000"/>
              <a:gd name="connsiteX30" fmla="*/ 6829 w 10071"/>
              <a:gd name="connsiteY30" fmla="*/ 4200 h 10000"/>
              <a:gd name="connsiteX31" fmla="*/ 6953 w 10071"/>
              <a:gd name="connsiteY31" fmla="*/ 3985 h 10000"/>
              <a:gd name="connsiteX32" fmla="*/ 7077 w 10071"/>
              <a:gd name="connsiteY32" fmla="*/ 3769 h 10000"/>
              <a:gd name="connsiteX33" fmla="*/ 7201 w 10071"/>
              <a:gd name="connsiteY33" fmla="*/ 3583 h 10000"/>
              <a:gd name="connsiteX34" fmla="*/ 7322 w 10071"/>
              <a:gd name="connsiteY34" fmla="*/ 3395 h 10000"/>
              <a:gd name="connsiteX35" fmla="*/ 7446 w 10071"/>
              <a:gd name="connsiteY35" fmla="*/ 3228 h 10000"/>
              <a:gd name="connsiteX36" fmla="*/ 7562 w 10071"/>
              <a:gd name="connsiteY36" fmla="*/ 3082 h 10000"/>
              <a:gd name="connsiteX37" fmla="*/ 7682 w 10071"/>
              <a:gd name="connsiteY37" fmla="*/ 2945 h 10000"/>
              <a:gd name="connsiteX38" fmla="*/ 7796 w 10071"/>
              <a:gd name="connsiteY38" fmla="*/ 2826 h 10000"/>
              <a:gd name="connsiteX39" fmla="*/ 7909 w 10071"/>
              <a:gd name="connsiteY39" fmla="*/ 2739 h 10000"/>
              <a:gd name="connsiteX40" fmla="*/ 8015 w 10071"/>
              <a:gd name="connsiteY40" fmla="*/ 2660 h 10000"/>
              <a:gd name="connsiteX41" fmla="*/ 8117 w 10071"/>
              <a:gd name="connsiteY41" fmla="*/ 2601 h 10000"/>
              <a:gd name="connsiteX42" fmla="*/ 8212 w 10071"/>
              <a:gd name="connsiteY42" fmla="*/ 2572 h 10000"/>
              <a:gd name="connsiteX43" fmla="*/ 8303 w 10071"/>
              <a:gd name="connsiteY43" fmla="*/ 2552 h 10000"/>
              <a:gd name="connsiteX44" fmla="*/ 8387 w 10071"/>
              <a:gd name="connsiteY44" fmla="*/ 2543 h 10000"/>
              <a:gd name="connsiteX45" fmla="*/ 8482 w 10071"/>
              <a:gd name="connsiteY45" fmla="*/ 2543 h 10000"/>
              <a:gd name="connsiteX46" fmla="*/ 8581 w 10071"/>
              <a:gd name="connsiteY46" fmla="*/ 2552 h 10000"/>
              <a:gd name="connsiteX47" fmla="*/ 8687 w 10071"/>
              <a:gd name="connsiteY47" fmla="*/ 2572 h 10000"/>
              <a:gd name="connsiteX48" fmla="*/ 8796 w 10071"/>
              <a:gd name="connsiteY48" fmla="*/ 2601 h 10000"/>
              <a:gd name="connsiteX49" fmla="*/ 8906 w 10071"/>
              <a:gd name="connsiteY49" fmla="*/ 2641 h 10000"/>
              <a:gd name="connsiteX50" fmla="*/ 9019 w 10071"/>
              <a:gd name="connsiteY50" fmla="*/ 2689 h 10000"/>
              <a:gd name="connsiteX51" fmla="*/ 9136 w 10071"/>
              <a:gd name="connsiteY51" fmla="*/ 2748 h 10000"/>
              <a:gd name="connsiteX52" fmla="*/ 9253 w 10071"/>
              <a:gd name="connsiteY52" fmla="*/ 2816 h 10000"/>
              <a:gd name="connsiteX53" fmla="*/ 9370 w 10071"/>
              <a:gd name="connsiteY53" fmla="*/ 2885 h 10000"/>
              <a:gd name="connsiteX54" fmla="*/ 9483 w 10071"/>
              <a:gd name="connsiteY54" fmla="*/ 2954 h 10000"/>
              <a:gd name="connsiteX55" fmla="*/ 9593 w 10071"/>
              <a:gd name="connsiteY55" fmla="*/ 3043 h 10000"/>
              <a:gd name="connsiteX56" fmla="*/ 9650 w 10071"/>
              <a:gd name="connsiteY56" fmla="*/ 3346 h 10000"/>
              <a:gd name="connsiteX57" fmla="*/ 9703 w 10071"/>
              <a:gd name="connsiteY57" fmla="*/ 3763 h 10000"/>
              <a:gd name="connsiteX58" fmla="*/ 9770 w 10071"/>
              <a:gd name="connsiteY58" fmla="*/ 4206 h 10000"/>
              <a:gd name="connsiteX59" fmla="*/ 9844 w 10071"/>
              <a:gd name="connsiteY59" fmla="*/ 4665 h 10000"/>
              <a:gd name="connsiteX60" fmla="*/ 10071 w 10071"/>
              <a:gd name="connsiteY60" fmla="*/ 377 h 10000"/>
              <a:gd name="connsiteX61" fmla="*/ 9522 w 10071"/>
              <a:gd name="connsiteY61" fmla="*/ 441 h 10000"/>
              <a:gd name="connsiteX62" fmla="*/ 9001 w 10071"/>
              <a:gd name="connsiteY62" fmla="*/ 463 h 10000"/>
              <a:gd name="connsiteX63" fmla="*/ 8504 w 10071"/>
              <a:gd name="connsiteY63" fmla="*/ 314 h 10000"/>
              <a:gd name="connsiteX64" fmla="*/ 8044 w 10071"/>
              <a:gd name="connsiteY64" fmla="*/ 0 h 10000"/>
              <a:gd name="connsiteX65" fmla="*/ 8486 w 10071"/>
              <a:gd name="connsiteY65" fmla="*/ 786 h 10000"/>
              <a:gd name="connsiteX66" fmla="*/ 8453 w 10071"/>
              <a:gd name="connsiteY66" fmla="*/ 746 h 10000"/>
              <a:gd name="connsiteX67" fmla="*/ 8417 w 10071"/>
              <a:gd name="connsiteY67" fmla="*/ 717 h 10000"/>
              <a:gd name="connsiteX68" fmla="*/ 8365 w 10071"/>
              <a:gd name="connsiteY68" fmla="*/ 678 h 10000"/>
              <a:gd name="connsiteX69" fmla="*/ 8311 w 10071"/>
              <a:gd name="connsiteY69" fmla="*/ 648 h 10000"/>
              <a:gd name="connsiteX70" fmla="*/ 8252 w 10071"/>
              <a:gd name="connsiteY70" fmla="*/ 619 h 10000"/>
              <a:gd name="connsiteX71" fmla="*/ 8186 w 10071"/>
              <a:gd name="connsiteY71" fmla="*/ 590 h 10000"/>
              <a:gd name="connsiteX72" fmla="*/ 8117 w 10071"/>
              <a:gd name="connsiteY72" fmla="*/ 570 h 10000"/>
              <a:gd name="connsiteX73" fmla="*/ 8044 w 10071"/>
              <a:gd name="connsiteY73" fmla="*/ 540 h 10000"/>
              <a:gd name="connsiteX74" fmla="*/ 7971 w 10071"/>
              <a:gd name="connsiteY74" fmla="*/ 530 h 10000"/>
              <a:gd name="connsiteX75" fmla="*/ 7898 w 10071"/>
              <a:gd name="connsiteY75" fmla="*/ 511 h 10000"/>
              <a:gd name="connsiteX76" fmla="*/ 7821 w 10071"/>
              <a:gd name="connsiteY76" fmla="*/ 500 h 10000"/>
              <a:gd name="connsiteX77" fmla="*/ 7752 w 10071"/>
              <a:gd name="connsiteY77" fmla="*/ 500 h 10000"/>
              <a:gd name="connsiteX78" fmla="*/ 7566 w 10071"/>
              <a:gd name="connsiteY78" fmla="*/ 500 h 10000"/>
              <a:gd name="connsiteX79" fmla="*/ 7391 w 10071"/>
              <a:gd name="connsiteY79" fmla="*/ 521 h 10000"/>
              <a:gd name="connsiteX80" fmla="*/ 7220 w 10071"/>
              <a:gd name="connsiteY80" fmla="*/ 559 h 10000"/>
              <a:gd name="connsiteX81" fmla="*/ 7055 w 10071"/>
              <a:gd name="connsiteY81" fmla="*/ 599 h 10000"/>
              <a:gd name="connsiteX82" fmla="*/ 6898 w 10071"/>
              <a:gd name="connsiteY82" fmla="*/ 657 h 10000"/>
              <a:gd name="connsiteX83" fmla="*/ 6752 w 10071"/>
              <a:gd name="connsiteY83" fmla="*/ 736 h 10000"/>
              <a:gd name="connsiteX84" fmla="*/ 6610 w 10071"/>
              <a:gd name="connsiteY84" fmla="*/ 815 h 10000"/>
              <a:gd name="connsiteX85" fmla="*/ 6478 w 10071"/>
              <a:gd name="connsiteY85" fmla="*/ 923 h 10000"/>
              <a:gd name="connsiteX86" fmla="*/ 6350 w 10071"/>
              <a:gd name="connsiteY86" fmla="*/ 1021 h 10000"/>
              <a:gd name="connsiteX87" fmla="*/ 6207 w 10071"/>
              <a:gd name="connsiteY87" fmla="*/ 1275 h 10000"/>
              <a:gd name="connsiteX88" fmla="*/ 6066 w 10071"/>
              <a:gd name="connsiteY88" fmla="*/ 1529 h 10000"/>
              <a:gd name="connsiteX89" fmla="*/ 5839 w 10071"/>
              <a:gd name="connsiteY89" fmla="*/ 2130 h 10000"/>
              <a:gd name="connsiteX90" fmla="*/ 5554 w 10071"/>
              <a:gd name="connsiteY90" fmla="*/ 2954 h 10000"/>
              <a:gd name="connsiteX91" fmla="*/ 5266 w 10071"/>
              <a:gd name="connsiteY91" fmla="*/ 3739 h 10000"/>
              <a:gd name="connsiteX92" fmla="*/ 4973 w 10071"/>
              <a:gd name="connsiteY92" fmla="*/ 4504 h 10000"/>
              <a:gd name="connsiteX93" fmla="*/ 4681 w 10071"/>
              <a:gd name="connsiteY93" fmla="*/ 5231 h 10000"/>
              <a:gd name="connsiteX94" fmla="*/ 4385 w 10071"/>
              <a:gd name="connsiteY94" fmla="*/ 5947 h 10000"/>
              <a:gd name="connsiteX95" fmla="*/ 4086 w 10071"/>
              <a:gd name="connsiteY95" fmla="*/ 6615 h 10000"/>
              <a:gd name="connsiteX96" fmla="*/ 3786 w 10071"/>
              <a:gd name="connsiteY96" fmla="*/ 7272 h 10000"/>
              <a:gd name="connsiteX97" fmla="*/ 3483 w 10071"/>
              <a:gd name="connsiteY97" fmla="*/ 7891 h 10000"/>
              <a:gd name="connsiteX98" fmla="*/ 3180 w 10071"/>
              <a:gd name="connsiteY98" fmla="*/ 8488 h 10000"/>
              <a:gd name="connsiteX99" fmla="*/ 2873 w 10071"/>
              <a:gd name="connsiteY99" fmla="*/ 9058 h 10000"/>
              <a:gd name="connsiteX100" fmla="*/ 2567 w 10071"/>
              <a:gd name="connsiteY100" fmla="*/ 9587 h 10000"/>
              <a:gd name="connsiteX101" fmla="*/ 2162 w 10071"/>
              <a:gd name="connsiteY101" fmla="*/ 9632 h 10000"/>
              <a:gd name="connsiteX102" fmla="*/ 1505 w 10071"/>
              <a:gd name="connsiteY102" fmla="*/ 9480 h 10000"/>
              <a:gd name="connsiteX103" fmla="*/ 752 w 10071"/>
              <a:gd name="connsiteY103" fmla="*/ 8881 h 10000"/>
              <a:gd name="connsiteX104" fmla="*/ 0 w 10071"/>
              <a:gd name="connsiteY104" fmla="*/ 8292 h 10000"/>
              <a:gd name="connsiteX0" fmla="*/ 0 w 10071"/>
              <a:gd name="connsiteY0" fmla="*/ 8292 h 10000"/>
              <a:gd name="connsiteX1" fmla="*/ 329 w 10071"/>
              <a:gd name="connsiteY1" fmla="*/ 8488 h 10000"/>
              <a:gd name="connsiteX2" fmla="*/ 650 w 10071"/>
              <a:gd name="connsiteY2" fmla="*/ 8715 h 10000"/>
              <a:gd name="connsiteX3" fmla="*/ 975 w 10071"/>
              <a:gd name="connsiteY3" fmla="*/ 8950 h 10000"/>
              <a:gd name="connsiteX4" fmla="*/ 1300 w 10071"/>
              <a:gd name="connsiteY4" fmla="*/ 9205 h 10000"/>
              <a:gd name="connsiteX5" fmla="*/ 1622 w 10071"/>
              <a:gd name="connsiteY5" fmla="*/ 9480 h 10000"/>
              <a:gd name="connsiteX6" fmla="*/ 1943 w 10071"/>
              <a:gd name="connsiteY6" fmla="*/ 9785 h 10000"/>
              <a:gd name="connsiteX7" fmla="*/ 2321 w 10071"/>
              <a:gd name="connsiteY7" fmla="*/ 9977 h 10000"/>
              <a:gd name="connsiteX8" fmla="*/ 2523 w 10071"/>
              <a:gd name="connsiteY8" fmla="*/ 10000 h 10000"/>
              <a:gd name="connsiteX9" fmla="*/ 2789 w 10071"/>
              <a:gd name="connsiteY9" fmla="*/ 9892 h 10000"/>
              <a:gd name="connsiteX10" fmla="*/ 3049 w 10071"/>
              <a:gd name="connsiteY10" fmla="*/ 9755 h 10000"/>
              <a:gd name="connsiteX11" fmla="*/ 3308 w 10071"/>
              <a:gd name="connsiteY11" fmla="*/ 9587 h 10000"/>
              <a:gd name="connsiteX12" fmla="*/ 3560 w 10071"/>
              <a:gd name="connsiteY12" fmla="*/ 9411 h 10000"/>
              <a:gd name="connsiteX13" fmla="*/ 3808 w 10071"/>
              <a:gd name="connsiteY13" fmla="*/ 9215 h 10000"/>
              <a:gd name="connsiteX14" fmla="*/ 4049 w 10071"/>
              <a:gd name="connsiteY14" fmla="*/ 8999 h 10000"/>
              <a:gd name="connsiteX15" fmla="*/ 4287 w 10071"/>
              <a:gd name="connsiteY15" fmla="*/ 8764 h 10000"/>
              <a:gd name="connsiteX16" fmla="*/ 4517 w 10071"/>
              <a:gd name="connsiteY16" fmla="*/ 8508 h 10000"/>
              <a:gd name="connsiteX17" fmla="*/ 4740 w 10071"/>
              <a:gd name="connsiteY17" fmla="*/ 8234 h 10000"/>
              <a:gd name="connsiteX18" fmla="*/ 4959 w 10071"/>
              <a:gd name="connsiteY18" fmla="*/ 7949 h 10000"/>
              <a:gd name="connsiteX19" fmla="*/ 5167 w 10071"/>
              <a:gd name="connsiteY19" fmla="*/ 7645 h 10000"/>
              <a:gd name="connsiteX20" fmla="*/ 5372 w 10071"/>
              <a:gd name="connsiteY20" fmla="*/ 7311 h 10000"/>
              <a:gd name="connsiteX21" fmla="*/ 5565 w 10071"/>
              <a:gd name="connsiteY21" fmla="*/ 6968 h 10000"/>
              <a:gd name="connsiteX22" fmla="*/ 5751 w 10071"/>
              <a:gd name="connsiteY22" fmla="*/ 6615 h 10000"/>
              <a:gd name="connsiteX23" fmla="*/ 5927 w 10071"/>
              <a:gd name="connsiteY23" fmla="*/ 6242 h 10000"/>
              <a:gd name="connsiteX24" fmla="*/ 6098 w 10071"/>
              <a:gd name="connsiteY24" fmla="*/ 5859 h 10000"/>
              <a:gd name="connsiteX25" fmla="*/ 6259 w 10071"/>
              <a:gd name="connsiteY25" fmla="*/ 5446 h 10000"/>
              <a:gd name="connsiteX26" fmla="*/ 6365 w 10071"/>
              <a:gd name="connsiteY26" fmla="*/ 5191 h 10000"/>
              <a:gd name="connsiteX27" fmla="*/ 6478 w 10071"/>
              <a:gd name="connsiteY27" fmla="*/ 4927 h 10000"/>
              <a:gd name="connsiteX28" fmla="*/ 6591 w 10071"/>
              <a:gd name="connsiteY28" fmla="*/ 4681 h 10000"/>
              <a:gd name="connsiteX29" fmla="*/ 6712 w 10071"/>
              <a:gd name="connsiteY29" fmla="*/ 4435 h 10000"/>
              <a:gd name="connsiteX30" fmla="*/ 6829 w 10071"/>
              <a:gd name="connsiteY30" fmla="*/ 4200 h 10000"/>
              <a:gd name="connsiteX31" fmla="*/ 6953 w 10071"/>
              <a:gd name="connsiteY31" fmla="*/ 3985 h 10000"/>
              <a:gd name="connsiteX32" fmla="*/ 7077 w 10071"/>
              <a:gd name="connsiteY32" fmla="*/ 3769 h 10000"/>
              <a:gd name="connsiteX33" fmla="*/ 7201 w 10071"/>
              <a:gd name="connsiteY33" fmla="*/ 3583 h 10000"/>
              <a:gd name="connsiteX34" fmla="*/ 7322 w 10071"/>
              <a:gd name="connsiteY34" fmla="*/ 3395 h 10000"/>
              <a:gd name="connsiteX35" fmla="*/ 7446 w 10071"/>
              <a:gd name="connsiteY35" fmla="*/ 3228 h 10000"/>
              <a:gd name="connsiteX36" fmla="*/ 7562 w 10071"/>
              <a:gd name="connsiteY36" fmla="*/ 3082 h 10000"/>
              <a:gd name="connsiteX37" fmla="*/ 7682 w 10071"/>
              <a:gd name="connsiteY37" fmla="*/ 2945 h 10000"/>
              <a:gd name="connsiteX38" fmla="*/ 7796 w 10071"/>
              <a:gd name="connsiteY38" fmla="*/ 2826 h 10000"/>
              <a:gd name="connsiteX39" fmla="*/ 7909 w 10071"/>
              <a:gd name="connsiteY39" fmla="*/ 2739 h 10000"/>
              <a:gd name="connsiteX40" fmla="*/ 8015 w 10071"/>
              <a:gd name="connsiteY40" fmla="*/ 2660 h 10000"/>
              <a:gd name="connsiteX41" fmla="*/ 8117 w 10071"/>
              <a:gd name="connsiteY41" fmla="*/ 2601 h 10000"/>
              <a:gd name="connsiteX42" fmla="*/ 8212 w 10071"/>
              <a:gd name="connsiteY42" fmla="*/ 2572 h 10000"/>
              <a:gd name="connsiteX43" fmla="*/ 8303 w 10071"/>
              <a:gd name="connsiteY43" fmla="*/ 2552 h 10000"/>
              <a:gd name="connsiteX44" fmla="*/ 8387 w 10071"/>
              <a:gd name="connsiteY44" fmla="*/ 2543 h 10000"/>
              <a:gd name="connsiteX45" fmla="*/ 8482 w 10071"/>
              <a:gd name="connsiteY45" fmla="*/ 2543 h 10000"/>
              <a:gd name="connsiteX46" fmla="*/ 8581 w 10071"/>
              <a:gd name="connsiteY46" fmla="*/ 2552 h 10000"/>
              <a:gd name="connsiteX47" fmla="*/ 8687 w 10071"/>
              <a:gd name="connsiteY47" fmla="*/ 2572 h 10000"/>
              <a:gd name="connsiteX48" fmla="*/ 8796 w 10071"/>
              <a:gd name="connsiteY48" fmla="*/ 2601 h 10000"/>
              <a:gd name="connsiteX49" fmla="*/ 8906 w 10071"/>
              <a:gd name="connsiteY49" fmla="*/ 2641 h 10000"/>
              <a:gd name="connsiteX50" fmla="*/ 9019 w 10071"/>
              <a:gd name="connsiteY50" fmla="*/ 2689 h 10000"/>
              <a:gd name="connsiteX51" fmla="*/ 9136 w 10071"/>
              <a:gd name="connsiteY51" fmla="*/ 2748 h 10000"/>
              <a:gd name="connsiteX52" fmla="*/ 9253 w 10071"/>
              <a:gd name="connsiteY52" fmla="*/ 2816 h 10000"/>
              <a:gd name="connsiteX53" fmla="*/ 9370 w 10071"/>
              <a:gd name="connsiteY53" fmla="*/ 2885 h 10000"/>
              <a:gd name="connsiteX54" fmla="*/ 9483 w 10071"/>
              <a:gd name="connsiteY54" fmla="*/ 2954 h 10000"/>
              <a:gd name="connsiteX55" fmla="*/ 9593 w 10071"/>
              <a:gd name="connsiteY55" fmla="*/ 3043 h 10000"/>
              <a:gd name="connsiteX56" fmla="*/ 9613 w 10071"/>
              <a:gd name="connsiteY56" fmla="*/ 3323 h 10000"/>
              <a:gd name="connsiteX57" fmla="*/ 9703 w 10071"/>
              <a:gd name="connsiteY57" fmla="*/ 3763 h 10000"/>
              <a:gd name="connsiteX58" fmla="*/ 9770 w 10071"/>
              <a:gd name="connsiteY58" fmla="*/ 4206 h 10000"/>
              <a:gd name="connsiteX59" fmla="*/ 9844 w 10071"/>
              <a:gd name="connsiteY59" fmla="*/ 4665 h 10000"/>
              <a:gd name="connsiteX60" fmla="*/ 10071 w 10071"/>
              <a:gd name="connsiteY60" fmla="*/ 377 h 10000"/>
              <a:gd name="connsiteX61" fmla="*/ 9522 w 10071"/>
              <a:gd name="connsiteY61" fmla="*/ 441 h 10000"/>
              <a:gd name="connsiteX62" fmla="*/ 9001 w 10071"/>
              <a:gd name="connsiteY62" fmla="*/ 463 h 10000"/>
              <a:gd name="connsiteX63" fmla="*/ 8504 w 10071"/>
              <a:gd name="connsiteY63" fmla="*/ 314 h 10000"/>
              <a:gd name="connsiteX64" fmla="*/ 8044 w 10071"/>
              <a:gd name="connsiteY64" fmla="*/ 0 h 10000"/>
              <a:gd name="connsiteX65" fmla="*/ 8486 w 10071"/>
              <a:gd name="connsiteY65" fmla="*/ 786 h 10000"/>
              <a:gd name="connsiteX66" fmla="*/ 8453 w 10071"/>
              <a:gd name="connsiteY66" fmla="*/ 746 h 10000"/>
              <a:gd name="connsiteX67" fmla="*/ 8417 w 10071"/>
              <a:gd name="connsiteY67" fmla="*/ 717 h 10000"/>
              <a:gd name="connsiteX68" fmla="*/ 8365 w 10071"/>
              <a:gd name="connsiteY68" fmla="*/ 678 h 10000"/>
              <a:gd name="connsiteX69" fmla="*/ 8311 w 10071"/>
              <a:gd name="connsiteY69" fmla="*/ 648 h 10000"/>
              <a:gd name="connsiteX70" fmla="*/ 8252 w 10071"/>
              <a:gd name="connsiteY70" fmla="*/ 619 h 10000"/>
              <a:gd name="connsiteX71" fmla="*/ 8186 w 10071"/>
              <a:gd name="connsiteY71" fmla="*/ 590 h 10000"/>
              <a:gd name="connsiteX72" fmla="*/ 8117 w 10071"/>
              <a:gd name="connsiteY72" fmla="*/ 570 h 10000"/>
              <a:gd name="connsiteX73" fmla="*/ 8044 w 10071"/>
              <a:gd name="connsiteY73" fmla="*/ 540 h 10000"/>
              <a:gd name="connsiteX74" fmla="*/ 7971 w 10071"/>
              <a:gd name="connsiteY74" fmla="*/ 530 h 10000"/>
              <a:gd name="connsiteX75" fmla="*/ 7898 w 10071"/>
              <a:gd name="connsiteY75" fmla="*/ 511 h 10000"/>
              <a:gd name="connsiteX76" fmla="*/ 7821 w 10071"/>
              <a:gd name="connsiteY76" fmla="*/ 500 h 10000"/>
              <a:gd name="connsiteX77" fmla="*/ 7752 w 10071"/>
              <a:gd name="connsiteY77" fmla="*/ 500 h 10000"/>
              <a:gd name="connsiteX78" fmla="*/ 7566 w 10071"/>
              <a:gd name="connsiteY78" fmla="*/ 500 h 10000"/>
              <a:gd name="connsiteX79" fmla="*/ 7391 w 10071"/>
              <a:gd name="connsiteY79" fmla="*/ 521 h 10000"/>
              <a:gd name="connsiteX80" fmla="*/ 7220 w 10071"/>
              <a:gd name="connsiteY80" fmla="*/ 559 h 10000"/>
              <a:gd name="connsiteX81" fmla="*/ 7055 w 10071"/>
              <a:gd name="connsiteY81" fmla="*/ 599 h 10000"/>
              <a:gd name="connsiteX82" fmla="*/ 6898 w 10071"/>
              <a:gd name="connsiteY82" fmla="*/ 657 h 10000"/>
              <a:gd name="connsiteX83" fmla="*/ 6752 w 10071"/>
              <a:gd name="connsiteY83" fmla="*/ 736 h 10000"/>
              <a:gd name="connsiteX84" fmla="*/ 6610 w 10071"/>
              <a:gd name="connsiteY84" fmla="*/ 815 h 10000"/>
              <a:gd name="connsiteX85" fmla="*/ 6478 w 10071"/>
              <a:gd name="connsiteY85" fmla="*/ 923 h 10000"/>
              <a:gd name="connsiteX86" fmla="*/ 6350 w 10071"/>
              <a:gd name="connsiteY86" fmla="*/ 1021 h 10000"/>
              <a:gd name="connsiteX87" fmla="*/ 6207 w 10071"/>
              <a:gd name="connsiteY87" fmla="*/ 1275 h 10000"/>
              <a:gd name="connsiteX88" fmla="*/ 6066 w 10071"/>
              <a:gd name="connsiteY88" fmla="*/ 1529 h 10000"/>
              <a:gd name="connsiteX89" fmla="*/ 5839 w 10071"/>
              <a:gd name="connsiteY89" fmla="*/ 2130 h 10000"/>
              <a:gd name="connsiteX90" fmla="*/ 5554 w 10071"/>
              <a:gd name="connsiteY90" fmla="*/ 2954 h 10000"/>
              <a:gd name="connsiteX91" fmla="*/ 5266 w 10071"/>
              <a:gd name="connsiteY91" fmla="*/ 3739 h 10000"/>
              <a:gd name="connsiteX92" fmla="*/ 4973 w 10071"/>
              <a:gd name="connsiteY92" fmla="*/ 4504 h 10000"/>
              <a:gd name="connsiteX93" fmla="*/ 4681 w 10071"/>
              <a:gd name="connsiteY93" fmla="*/ 5231 h 10000"/>
              <a:gd name="connsiteX94" fmla="*/ 4385 w 10071"/>
              <a:gd name="connsiteY94" fmla="*/ 5947 h 10000"/>
              <a:gd name="connsiteX95" fmla="*/ 4086 w 10071"/>
              <a:gd name="connsiteY95" fmla="*/ 6615 h 10000"/>
              <a:gd name="connsiteX96" fmla="*/ 3786 w 10071"/>
              <a:gd name="connsiteY96" fmla="*/ 7272 h 10000"/>
              <a:gd name="connsiteX97" fmla="*/ 3483 w 10071"/>
              <a:gd name="connsiteY97" fmla="*/ 7891 h 10000"/>
              <a:gd name="connsiteX98" fmla="*/ 3180 w 10071"/>
              <a:gd name="connsiteY98" fmla="*/ 8488 h 10000"/>
              <a:gd name="connsiteX99" fmla="*/ 2873 w 10071"/>
              <a:gd name="connsiteY99" fmla="*/ 9058 h 10000"/>
              <a:gd name="connsiteX100" fmla="*/ 2567 w 10071"/>
              <a:gd name="connsiteY100" fmla="*/ 9587 h 10000"/>
              <a:gd name="connsiteX101" fmla="*/ 2162 w 10071"/>
              <a:gd name="connsiteY101" fmla="*/ 9632 h 10000"/>
              <a:gd name="connsiteX102" fmla="*/ 1505 w 10071"/>
              <a:gd name="connsiteY102" fmla="*/ 9480 h 10000"/>
              <a:gd name="connsiteX103" fmla="*/ 752 w 10071"/>
              <a:gd name="connsiteY103" fmla="*/ 8881 h 10000"/>
              <a:gd name="connsiteX104" fmla="*/ 0 w 10071"/>
              <a:gd name="connsiteY104" fmla="*/ 8292 h 10000"/>
              <a:gd name="connsiteX0" fmla="*/ 0 w 10071"/>
              <a:gd name="connsiteY0" fmla="*/ 8292 h 10000"/>
              <a:gd name="connsiteX1" fmla="*/ 329 w 10071"/>
              <a:gd name="connsiteY1" fmla="*/ 8488 h 10000"/>
              <a:gd name="connsiteX2" fmla="*/ 650 w 10071"/>
              <a:gd name="connsiteY2" fmla="*/ 8715 h 10000"/>
              <a:gd name="connsiteX3" fmla="*/ 975 w 10071"/>
              <a:gd name="connsiteY3" fmla="*/ 8950 h 10000"/>
              <a:gd name="connsiteX4" fmla="*/ 1300 w 10071"/>
              <a:gd name="connsiteY4" fmla="*/ 9205 h 10000"/>
              <a:gd name="connsiteX5" fmla="*/ 1622 w 10071"/>
              <a:gd name="connsiteY5" fmla="*/ 9480 h 10000"/>
              <a:gd name="connsiteX6" fmla="*/ 1943 w 10071"/>
              <a:gd name="connsiteY6" fmla="*/ 9785 h 10000"/>
              <a:gd name="connsiteX7" fmla="*/ 2321 w 10071"/>
              <a:gd name="connsiteY7" fmla="*/ 9977 h 10000"/>
              <a:gd name="connsiteX8" fmla="*/ 2523 w 10071"/>
              <a:gd name="connsiteY8" fmla="*/ 10000 h 10000"/>
              <a:gd name="connsiteX9" fmla="*/ 2789 w 10071"/>
              <a:gd name="connsiteY9" fmla="*/ 9892 h 10000"/>
              <a:gd name="connsiteX10" fmla="*/ 3049 w 10071"/>
              <a:gd name="connsiteY10" fmla="*/ 9755 h 10000"/>
              <a:gd name="connsiteX11" fmla="*/ 3308 w 10071"/>
              <a:gd name="connsiteY11" fmla="*/ 9587 h 10000"/>
              <a:gd name="connsiteX12" fmla="*/ 3560 w 10071"/>
              <a:gd name="connsiteY12" fmla="*/ 9411 h 10000"/>
              <a:gd name="connsiteX13" fmla="*/ 3808 w 10071"/>
              <a:gd name="connsiteY13" fmla="*/ 9215 h 10000"/>
              <a:gd name="connsiteX14" fmla="*/ 4049 w 10071"/>
              <a:gd name="connsiteY14" fmla="*/ 8999 h 10000"/>
              <a:gd name="connsiteX15" fmla="*/ 4287 w 10071"/>
              <a:gd name="connsiteY15" fmla="*/ 8764 h 10000"/>
              <a:gd name="connsiteX16" fmla="*/ 4517 w 10071"/>
              <a:gd name="connsiteY16" fmla="*/ 8508 h 10000"/>
              <a:gd name="connsiteX17" fmla="*/ 4740 w 10071"/>
              <a:gd name="connsiteY17" fmla="*/ 8234 h 10000"/>
              <a:gd name="connsiteX18" fmla="*/ 4959 w 10071"/>
              <a:gd name="connsiteY18" fmla="*/ 7949 h 10000"/>
              <a:gd name="connsiteX19" fmla="*/ 5167 w 10071"/>
              <a:gd name="connsiteY19" fmla="*/ 7645 h 10000"/>
              <a:gd name="connsiteX20" fmla="*/ 5372 w 10071"/>
              <a:gd name="connsiteY20" fmla="*/ 7311 h 10000"/>
              <a:gd name="connsiteX21" fmla="*/ 5565 w 10071"/>
              <a:gd name="connsiteY21" fmla="*/ 6968 h 10000"/>
              <a:gd name="connsiteX22" fmla="*/ 5751 w 10071"/>
              <a:gd name="connsiteY22" fmla="*/ 6615 h 10000"/>
              <a:gd name="connsiteX23" fmla="*/ 5927 w 10071"/>
              <a:gd name="connsiteY23" fmla="*/ 6242 h 10000"/>
              <a:gd name="connsiteX24" fmla="*/ 6098 w 10071"/>
              <a:gd name="connsiteY24" fmla="*/ 5859 h 10000"/>
              <a:gd name="connsiteX25" fmla="*/ 6259 w 10071"/>
              <a:gd name="connsiteY25" fmla="*/ 5446 h 10000"/>
              <a:gd name="connsiteX26" fmla="*/ 6365 w 10071"/>
              <a:gd name="connsiteY26" fmla="*/ 5191 h 10000"/>
              <a:gd name="connsiteX27" fmla="*/ 6478 w 10071"/>
              <a:gd name="connsiteY27" fmla="*/ 4927 h 10000"/>
              <a:gd name="connsiteX28" fmla="*/ 6591 w 10071"/>
              <a:gd name="connsiteY28" fmla="*/ 4681 h 10000"/>
              <a:gd name="connsiteX29" fmla="*/ 6712 w 10071"/>
              <a:gd name="connsiteY29" fmla="*/ 4435 h 10000"/>
              <a:gd name="connsiteX30" fmla="*/ 6829 w 10071"/>
              <a:gd name="connsiteY30" fmla="*/ 4200 h 10000"/>
              <a:gd name="connsiteX31" fmla="*/ 6953 w 10071"/>
              <a:gd name="connsiteY31" fmla="*/ 3985 h 10000"/>
              <a:gd name="connsiteX32" fmla="*/ 7077 w 10071"/>
              <a:gd name="connsiteY32" fmla="*/ 3769 h 10000"/>
              <a:gd name="connsiteX33" fmla="*/ 7201 w 10071"/>
              <a:gd name="connsiteY33" fmla="*/ 3583 h 10000"/>
              <a:gd name="connsiteX34" fmla="*/ 7322 w 10071"/>
              <a:gd name="connsiteY34" fmla="*/ 3395 h 10000"/>
              <a:gd name="connsiteX35" fmla="*/ 7446 w 10071"/>
              <a:gd name="connsiteY35" fmla="*/ 3228 h 10000"/>
              <a:gd name="connsiteX36" fmla="*/ 7562 w 10071"/>
              <a:gd name="connsiteY36" fmla="*/ 3082 h 10000"/>
              <a:gd name="connsiteX37" fmla="*/ 7682 w 10071"/>
              <a:gd name="connsiteY37" fmla="*/ 2945 h 10000"/>
              <a:gd name="connsiteX38" fmla="*/ 7796 w 10071"/>
              <a:gd name="connsiteY38" fmla="*/ 2826 h 10000"/>
              <a:gd name="connsiteX39" fmla="*/ 7909 w 10071"/>
              <a:gd name="connsiteY39" fmla="*/ 2739 h 10000"/>
              <a:gd name="connsiteX40" fmla="*/ 8015 w 10071"/>
              <a:gd name="connsiteY40" fmla="*/ 2660 h 10000"/>
              <a:gd name="connsiteX41" fmla="*/ 8117 w 10071"/>
              <a:gd name="connsiteY41" fmla="*/ 2601 h 10000"/>
              <a:gd name="connsiteX42" fmla="*/ 8212 w 10071"/>
              <a:gd name="connsiteY42" fmla="*/ 2572 h 10000"/>
              <a:gd name="connsiteX43" fmla="*/ 8303 w 10071"/>
              <a:gd name="connsiteY43" fmla="*/ 2552 h 10000"/>
              <a:gd name="connsiteX44" fmla="*/ 8387 w 10071"/>
              <a:gd name="connsiteY44" fmla="*/ 2543 h 10000"/>
              <a:gd name="connsiteX45" fmla="*/ 8482 w 10071"/>
              <a:gd name="connsiteY45" fmla="*/ 2543 h 10000"/>
              <a:gd name="connsiteX46" fmla="*/ 8581 w 10071"/>
              <a:gd name="connsiteY46" fmla="*/ 2552 h 10000"/>
              <a:gd name="connsiteX47" fmla="*/ 8687 w 10071"/>
              <a:gd name="connsiteY47" fmla="*/ 2572 h 10000"/>
              <a:gd name="connsiteX48" fmla="*/ 8796 w 10071"/>
              <a:gd name="connsiteY48" fmla="*/ 2601 h 10000"/>
              <a:gd name="connsiteX49" fmla="*/ 8906 w 10071"/>
              <a:gd name="connsiteY49" fmla="*/ 2641 h 10000"/>
              <a:gd name="connsiteX50" fmla="*/ 9019 w 10071"/>
              <a:gd name="connsiteY50" fmla="*/ 2689 h 10000"/>
              <a:gd name="connsiteX51" fmla="*/ 9136 w 10071"/>
              <a:gd name="connsiteY51" fmla="*/ 2748 h 10000"/>
              <a:gd name="connsiteX52" fmla="*/ 9253 w 10071"/>
              <a:gd name="connsiteY52" fmla="*/ 2816 h 10000"/>
              <a:gd name="connsiteX53" fmla="*/ 9370 w 10071"/>
              <a:gd name="connsiteY53" fmla="*/ 2885 h 10000"/>
              <a:gd name="connsiteX54" fmla="*/ 9483 w 10071"/>
              <a:gd name="connsiteY54" fmla="*/ 2954 h 10000"/>
              <a:gd name="connsiteX55" fmla="*/ 9593 w 10071"/>
              <a:gd name="connsiteY55" fmla="*/ 3043 h 10000"/>
              <a:gd name="connsiteX56" fmla="*/ 9613 w 10071"/>
              <a:gd name="connsiteY56" fmla="*/ 3323 h 10000"/>
              <a:gd name="connsiteX57" fmla="*/ 9599 w 10071"/>
              <a:gd name="connsiteY57" fmla="*/ 3805 h 10000"/>
              <a:gd name="connsiteX58" fmla="*/ 9770 w 10071"/>
              <a:gd name="connsiteY58" fmla="*/ 4206 h 10000"/>
              <a:gd name="connsiteX59" fmla="*/ 9844 w 10071"/>
              <a:gd name="connsiteY59" fmla="*/ 4665 h 10000"/>
              <a:gd name="connsiteX60" fmla="*/ 10071 w 10071"/>
              <a:gd name="connsiteY60" fmla="*/ 377 h 10000"/>
              <a:gd name="connsiteX61" fmla="*/ 9522 w 10071"/>
              <a:gd name="connsiteY61" fmla="*/ 441 h 10000"/>
              <a:gd name="connsiteX62" fmla="*/ 9001 w 10071"/>
              <a:gd name="connsiteY62" fmla="*/ 463 h 10000"/>
              <a:gd name="connsiteX63" fmla="*/ 8504 w 10071"/>
              <a:gd name="connsiteY63" fmla="*/ 314 h 10000"/>
              <a:gd name="connsiteX64" fmla="*/ 8044 w 10071"/>
              <a:gd name="connsiteY64" fmla="*/ 0 h 10000"/>
              <a:gd name="connsiteX65" fmla="*/ 8486 w 10071"/>
              <a:gd name="connsiteY65" fmla="*/ 786 h 10000"/>
              <a:gd name="connsiteX66" fmla="*/ 8453 w 10071"/>
              <a:gd name="connsiteY66" fmla="*/ 746 h 10000"/>
              <a:gd name="connsiteX67" fmla="*/ 8417 w 10071"/>
              <a:gd name="connsiteY67" fmla="*/ 717 h 10000"/>
              <a:gd name="connsiteX68" fmla="*/ 8365 w 10071"/>
              <a:gd name="connsiteY68" fmla="*/ 678 h 10000"/>
              <a:gd name="connsiteX69" fmla="*/ 8311 w 10071"/>
              <a:gd name="connsiteY69" fmla="*/ 648 h 10000"/>
              <a:gd name="connsiteX70" fmla="*/ 8252 w 10071"/>
              <a:gd name="connsiteY70" fmla="*/ 619 h 10000"/>
              <a:gd name="connsiteX71" fmla="*/ 8186 w 10071"/>
              <a:gd name="connsiteY71" fmla="*/ 590 h 10000"/>
              <a:gd name="connsiteX72" fmla="*/ 8117 w 10071"/>
              <a:gd name="connsiteY72" fmla="*/ 570 h 10000"/>
              <a:gd name="connsiteX73" fmla="*/ 8044 w 10071"/>
              <a:gd name="connsiteY73" fmla="*/ 540 h 10000"/>
              <a:gd name="connsiteX74" fmla="*/ 7971 w 10071"/>
              <a:gd name="connsiteY74" fmla="*/ 530 h 10000"/>
              <a:gd name="connsiteX75" fmla="*/ 7898 w 10071"/>
              <a:gd name="connsiteY75" fmla="*/ 511 h 10000"/>
              <a:gd name="connsiteX76" fmla="*/ 7821 w 10071"/>
              <a:gd name="connsiteY76" fmla="*/ 500 h 10000"/>
              <a:gd name="connsiteX77" fmla="*/ 7752 w 10071"/>
              <a:gd name="connsiteY77" fmla="*/ 500 h 10000"/>
              <a:gd name="connsiteX78" fmla="*/ 7566 w 10071"/>
              <a:gd name="connsiteY78" fmla="*/ 500 h 10000"/>
              <a:gd name="connsiteX79" fmla="*/ 7391 w 10071"/>
              <a:gd name="connsiteY79" fmla="*/ 521 h 10000"/>
              <a:gd name="connsiteX80" fmla="*/ 7220 w 10071"/>
              <a:gd name="connsiteY80" fmla="*/ 559 h 10000"/>
              <a:gd name="connsiteX81" fmla="*/ 7055 w 10071"/>
              <a:gd name="connsiteY81" fmla="*/ 599 h 10000"/>
              <a:gd name="connsiteX82" fmla="*/ 6898 w 10071"/>
              <a:gd name="connsiteY82" fmla="*/ 657 h 10000"/>
              <a:gd name="connsiteX83" fmla="*/ 6752 w 10071"/>
              <a:gd name="connsiteY83" fmla="*/ 736 h 10000"/>
              <a:gd name="connsiteX84" fmla="*/ 6610 w 10071"/>
              <a:gd name="connsiteY84" fmla="*/ 815 h 10000"/>
              <a:gd name="connsiteX85" fmla="*/ 6478 w 10071"/>
              <a:gd name="connsiteY85" fmla="*/ 923 h 10000"/>
              <a:gd name="connsiteX86" fmla="*/ 6350 w 10071"/>
              <a:gd name="connsiteY86" fmla="*/ 1021 h 10000"/>
              <a:gd name="connsiteX87" fmla="*/ 6207 w 10071"/>
              <a:gd name="connsiteY87" fmla="*/ 1275 h 10000"/>
              <a:gd name="connsiteX88" fmla="*/ 6066 w 10071"/>
              <a:gd name="connsiteY88" fmla="*/ 1529 h 10000"/>
              <a:gd name="connsiteX89" fmla="*/ 5839 w 10071"/>
              <a:gd name="connsiteY89" fmla="*/ 2130 h 10000"/>
              <a:gd name="connsiteX90" fmla="*/ 5554 w 10071"/>
              <a:gd name="connsiteY90" fmla="*/ 2954 h 10000"/>
              <a:gd name="connsiteX91" fmla="*/ 5266 w 10071"/>
              <a:gd name="connsiteY91" fmla="*/ 3739 h 10000"/>
              <a:gd name="connsiteX92" fmla="*/ 4973 w 10071"/>
              <a:gd name="connsiteY92" fmla="*/ 4504 h 10000"/>
              <a:gd name="connsiteX93" fmla="*/ 4681 w 10071"/>
              <a:gd name="connsiteY93" fmla="*/ 5231 h 10000"/>
              <a:gd name="connsiteX94" fmla="*/ 4385 w 10071"/>
              <a:gd name="connsiteY94" fmla="*/ 5947 h 10000"/>
              <a:gd name="connsiteX95" fmla="*/ 4086 w 10071"/>
              <a:gd name="connsiteY95" fmla="*/ 6615 h 10000"/>
              <a:gd name="connsiteX96" fmla="*/ 3786 w 10071"/>
              <a:gd name="connsiteY96" fmla="*/ 7272 h 10000"/>
              <a:gd name="connsiteX97" fmla="*/ 3483 w 10071"/>
              <a:gd name="connsiteY97" fmla="*/ 7891 h 10000"/>
              <a:gd name="connsiteX98" fmla="*/ 3180 w 10071"/>
              <a:gd name="connsiteY98" fmla="*/ 8488 h 10000"/>
              <a:gd name="connsiteX99" fmla="*/ 2873 w 10071"/>
              <a:gd name="connsiteY99" fmla="*/ 9058 h 10000"/>
              <a:gd name="connsiteX100" fmla="*/ 2567 w 10071"/>
              <a:gd name="connsiteY100" fmla="*/ 9587 h 10000"/>
              <a:gd name="connsiteX101" fmla="*/ 2162 w 10071"/>
              <a:gd name="connsiteY101" fmla="*/ 9632 h 10000"/>
              <a:gd name="connsiteX102" fmla="*/ 1505 w 10071"/>
              <a:gd name="connsiteY102" fmla="*/ 9480 h 10000"/>
              <a:gd name="connsiteX103" fmla="*/ 752 w 10071"/>
              <a:gd name="connsiteY103" fmla="*/ 8881 h 10000"/>
              <a:gd name="connsiteX104" fmla="*/ 0 w 10071"/>
              <a:gd name="connsiteY104" fmla="*/ 8292 h 10000"/>
              <a:gd name="connsiteX0" fmla="*/ 0 w 10071"/>
              <a:gd name="connsiteY0" fmla="*/ 8292 h 10000"/>
              <a:gd name="connsiteX1" fmla="*/ 329 w 10071"/>
              <a:gd name="connsiteY1" fmla="*/ 8488 h 10000"/>
              <a:gd name="connsiteX2" fmla="*/ 650 w 10071"/>
              <a:gd name="connsiteY2" fmla="*/ 8715 h 10000"/>
              <a:gd name="connsiteX3" fmla="*/ 975 w 10071"/>
              <a:gd name="connsiteY3" fmla="*/ 8950 h 10000"/>
              <a:gd name="connsiteX4" fmla="*/ 1300 w 10071"/>
              <a:gd name="connsiteY4" fmla="*/ 9205 h 10000"/>
              <a:gd name="connsiteX5" fmla="*/ 1622 w 10071"/>
              <a:gd name="connsiteY5" fmla="*/ 9480 h 10000"/>
              <a:gd name="connsiteX6" fmla="*/ 1943 w 10071"/>
              <a:gd name="connsiteY6" fmla="*/ 9785 h 10000"/>
              <a:gd name="connsiteX7" fmla="*/ 2321 w 10071"/>
              <a:gd name="connsiteY7" fmla="*/ 9977 h 10000"/>
              <a:gd name="connsiteX8" fmla="*/ 2523 w 10071"/>
              <a:gd name="connsiteY8" fmla="*/ 10000 h 10000"/>
              <a:gd name="connsiteX9" fmla="*/ 2789 w 10071"/>
              <a:gd name="connsiteY9" fmla="*/ 9892 h 10000"/>
              <a:gd name="connsiteX10" fmla="*/ 3049 w 10071"/>
              <a:gd name="connsiteY10" fmla="*/ 9755 h 10000"/>
              <a:gd name="connsiteX11" fmla="*/ 3308 w 10071"/>
              <a:gd name="connsiteY11" fmla="*/ 9587 h 10000"/>
              <a:gd name="connsiteX12" fmla="*/ 3560 w 10071"/>
              <a:gd name="connsiteY12" fmla="*/ 9411 h 10000"/>
              <a:gd name="connsiteX13" fmla="*/ 3808 w 10071"/>
              <a:gd name="connsiteY13" fmla="*/ 9215 h 10000"/>
              <a:gd name="connsiteX14" fmla="*/ 4049 w 10071"/>
              <a:gd name="connsiteY14" fmla="*/ 8999 h 10000"/>
              <a:gd name="connsiteX15" fmla="*/ 4287 w 10071"/>
              <a:gd name="connsiteY15" fmla="*/ 8764 h 10000"/>
              <a:gd name="connsiteX16" fmla="*/ 4517 w 10071"/>
              <a:gd name="connsiteY16" fmla="*/ 8508 h 10000"/>
              <a:gd name="connsiteX17" fmla="*/ 4740 w 10071"/>
              <a:gd name="connsiteY17" fmla="*/ 8234 h 10000"/>
              <a:gd name="connsiteX18" fmla="*/ 4959 w 10071"/>
              <a:gd name="connsiteY18" fmla="*/ 7949 h 10000"/>
              <a:gd name="connsiteX19" fmla="*/ 5167 w 10071"/>
              <a:gd name="connsiteY19" fmla="*/ 7645 h 10000"/>
              <a:gd name="connsiteX20" fmla="*/ 5372 w 10071"/>
              <a:gd name="connsiteY20" fmla="*/ 7311 h 10000"/>
              <a:gd name="connsiteX21" fmla="*/ 5565 w 10071"/>
              <a:gd name="connsiteY21" fmla="*/ 6968 h 10000"/>
              <a:gd name="connsiteX22" fmla="*/ 5751 w 10071"/>
              <a:gd name="connsiteY22" fmla="*/ 6615 h 10000"/>
              <a:gd name="connsiteX23" fmla="*/ 5927 w 10071"/>
              <a:gd name="connsiteY23" fmla="*/ 6242 h 10000"/>
              <a:gd name="connsiteX24" fmla="*/ 6098 w 10071"/>
              <a:gd name="connsiteY24" fmla="*/ 5859 h 10000"/>
              <a:gd name="connsiteX25" fmla="*/ 6259 w 10071"/>
              <a:gd name="connsiteY25" fmla="*/ 5446 h 10000"/>
              <a:gd name="connsiteX26" fmla="*/ 6365 w 10071"/>
              <a:gd name="connsiteY26" fmla="*/ 5191 h 10000"/>
              <a:gd name="connsiteX27" fmla="*/ 6478 w 10071"/>
              <a:gd name="connsiteY27" fmla="*/ 4927 h 10000"/>
              <a:gd name="connsiteX28" fmla="*/ 6591 w 10071"/>
              <a:gd name="connsiteY28" fmla="*/ 4681 h 10000"/>
              <a:gd name="connsiteX29" fmla="*/ 6712 w 10071"/>
              <a:gd name="connsiteY29" fmla="*/ 4435 h 10000"/>
              <a:gd name="connsiteX30" fmla="*/ 6829 w 10071"/>
              <a:gd name="connsiteY30" fmla="*/ 4200 h 10000"/>
              <a:gd name="connsiteX31" fmla="*/ 6953 w 10071"/>
              <a:gd name="connsiteY31" fmla="*/ 3985 h 10000"/>
              <a:gd name="connsiteX32" fmla="*/ 7077 w 10071"/>
              <a:gd name="connsiteY32" fmla="*/ 3769 h 10000"/>
              <a:gd name="connsiteX33" fmla="*/ 7201 w 10071"/>
              <a:gd name="connsiteY33" fmla="*/ 3583 h 10000"/>
              <a:gd name="connsiteX34" fmla="*/ 7322 w 10071"/>
              <a:gd name="connsiteY34" fmla="*/ 3395 h 10000"/>
              <a:gd name="connsiteX35" fmla="*/ 7446 w 10071"/>
              <a:gd name="connsiteY35" fmla="*/ 3228 h 10000"/>
              <a:gd name="connsiteX36" fmla="*/ 7562 w 10071"/>
              <a:gd name="connsiteY36" fmla="*/ 3082 h 10000"/>
              <a:gd name="connsiteX37" fmla="*/ 7682 w 10071"/>
              <a:gd name="connsiteY37" fmla="*/ 2945 h 10000"/>
              <a:gd name="connsiteX38" fmla="*/ 7796 w 10071"/>
              <a:gd name="connsiteY38" fmla="*/ 2826 h 10000"/>
              <a:gd name="connsiteX39" fmla="*/ 7909 w 10071"/>
              <a:gd name="connsiteY39" fmla="*/ 2739 h 10000"/>
              <a:gd name="connsiteX40" fmla="*/ 8015 w 10071"/>
              <a:gd name="connsiteY40" fmla="*/ 2660 h 10000"/>
              <a:gd name="connsiteX41" fmla="*/ 8117 w 10071"/>
              <a:gd name="connsiteY41" fmla="*/ 2601 h 10000"/>
              <a:gd name="connsiteX42" fmla="*/ 8212 w 10071"/>
              <a:gd name="connsiteY42" fmla="*/ 2572 h 10000"/>
              <a:gd name="connsiteX43" fmla="*/ 8303 w 10071"/>
              <a:gd name="connsiteY43" fmla="*/ 2552 h 10000"/>
              <a:gd name="connsiteX44" fmla="*/ 8387 w 10071"/>
              <a:gd name="connsiteY44" fmla="*/ 2543 h 10000"/>
              <a:gd name="connsiteX45" fmla="*/ 8482 w 10071"/>
              <a:gd name="connsiteY45" fmla="*/ 2543 h 10000"/>
              <a:gd name="connsiteX46" fmla="*/ 8581 w 10071"/>
              <a:gd name="connsiteY46" fmla="*/ 2552 h 10000"/>
              <a:gd name="connsiteX47" fmla="*/ 8687 w 10071"/>
              <a:gd name="connsiteY47" fmla="*/ 2572 h 10000"/>
              <a:gd name="connsiteX48" fmla="*/ 8796 w 10071"/>
              <a:gd name="connsiteY48" fmla="*/ 2601 h 10000"/>
              <a:gd name="connsiteX49" fmla="*/ 8906 w 10071"/>
              <a:gd name="connsiteY49" fmla="*/ 2641 h 10000"/>
              <a:gd name="connsiteX50" fmla="*/ 9019 w 10071"/>
              <a:gd name="connsiteY50" fmla="*/ 2689 h 10000"/>
              <a:gd name="connsiteX51" fmla="*/ 9136 w 10071"/>
              <a:gd name="connsiteY51" fmla="*/ 2748 h 10000"/>
              <a:gd name="connsiteX52" fmla="*/ 9253 w 10071"/>
              <a:gd name="connsiteY52" fmla="*/ 2816 h 10000"/>
              <a:gd name="connsiteX53" fmla="*/ 9370 w 10071"/>
              <a:gd name="connsiteY53" fmla="*/ 2885 h 10000"/>
              <a:gd name="connsiteX54" fmla="*/ 9483 w 10071"/>
              <a:gd name="connsiteY54" fmla="*/ 2954 h 10000"/>
              <a:gd name="connsiteX55" fmla="*/ 9593 w 10071"/>
              <a:gd name="connsiteY55" fmla="*/ 3043 h 10000"/>
              <a:gd name="connsiteX56" fmla="*/ 9613 w 10071"/>
              <a:gd name="connsiteY56" fmla="*/ 3323 h 10000"/>
              <a:gd name="connsiteX57" fmla="*/ 9599 w 10071"/>
              <a:gd name="connsiteY57" fmla="*/ 3805 h 10000"/>
              <a:gd name="connsiteX58" fmla="*/ 9614 w 10071"/>
              <a:gd name="connsiteY58" fmla="*/ 4255 h 10000"/>
              <a:gd name="connsiteX59" fmla="*/ 9844 w 10071"/>
              <a:gd name="connsiteY59" fmla="*/ 4665 h 10000"/>
              <a:gd name="connsiteX60" fmla="*/ 10071 w 10071"/>
              <a:gd name="connsiteY60" fmla="*/ 377 h 10000"/>
              <a:gd name="connsiteX61" fmla="*/ 9522 w 10071"/>
              <a:gd name="connsiteY61" fmla="*/ 441 h 10000"/>
              <a:gd name="connsiteX62" fmla="*/ 9001 w 10071"/>
              <a:gd name="connsiteY62" fmla="*/ 463 h 10000"/>
              <a:gd name="connsiteX63" fmla="*/ 8504 w 10071"/>
              <a:gd name="connsiteY63" fmla="*/ 314 h 10000"/>
              <a:gd name="connsiteX64" fmla="*/ 8044 w 10071"/>
              <a:gd name="connsiteY64" fmla="*/ 0 h 10000"/>
              <a:gd name="connsiteX65" fmla="*/ 8486 w 10071"/>
              <a:gd name="connsiteY65" fmla="*/ 786 h 10000"/>
              <a:gd name="connsiteX66" fmla="*/ 8453 w 10071"/>
              <a:gd name="connsiteY66" fmla="*/ 746 h 10000"/>
              <a:gd name="connsiteX67" fmla="*/ 8417 w 10071"/>
              <a:gd name="connsiteY67" fmla="*/ 717 h 10000"/>
              <a:gd name="connsiteX68" fmla="*/ 8365 w 10071"/>
              <a:gd name="connsiteY68" fmla="*/ 678 h 10000"/>
              <a:gd name="connsiteX69" fmla="*/ 8311 w 10071"/>
              <a:gd name="connsiteY69" fmla="*/ 648 h 10000"/>
              <a:gd name="connsiteX70" fmla="*/ 8252 w 10071"/>
              <a:gd name="connsiteY70" fmla="*/ 619 h 10000"/>
              <a:gd name="connsiteX71" fmla="*/ 8186 w 10071"/>
              <a:gd name="connsiteY71" fmla="*/ 590 h 10000"/>
              <a:gd name="connsiteX72" fmla="*/ 8117 w 10071"/>
              <a:gd name="connsiteY72" fmla="*/ 570 h 10000"/>
              <a:gd name="connsiteX73" fmla="*/ 8044 w 10071"/>
              <a:gd name="connsiteY73" fmla="*/ 540 h 10000"/>
              <a:gd name="connsiteX74" fmla="*/ 7971 w 10071"/>
              <a:gd name="connsiteY74" fmla="*/ 530 h 10000"/>
              <a:gd name="connsiteX75" fmla="*/ 7898 w 10071"/>
              <a:gd name="connsiteY75" fmla="*/ 511 h 10000"/>
              <a:gd name="connsiteX76" fmla="*/ 7821 w 10071"/>
              <a:gd name="connsiteY76" fmla="*/ 500 h 10000"/>
              <a:gd name="connsiteX77" fmla="*/ 7752 w 10071"/>
              <a:gd name="connsiteY77" fmla="*/ 500 h 10000"/>
              <a:gd name="connsiteX78" fmla="*/ 7566 w 10071"/>
              <a:gd name="connsiteY78" fmla="*/ 500 h 10000"/>
              <a:gd name="connsiteX79" fmla="*/ 7391 w 10071"/>
              <a:gd name="connsiteY79" fmla="*/ 521 h 10000"/>
              <a:gd name="connsiteX80" fmla="*/ 7220 w 10071"/>
              <a:gd name="connsiteY80" fmla="*/ 559 h 10000"/>
              <a:gd name="connsiteX81" fmla="*/ 7055 w 10071"/>
              <a:gd name="connsiteY81" fmla="*/ 599 h 10000"/>
              <a:gd name="connsiteX82" fmla="*/ 6898 w 10071"/>
              <a:gd name="connsiteY82" fmla="*/ 657 h 10000"/>
              <a:gd name="connsiteX83" fmla="*/ 6752 w 10071"/>
              <a:gd name="connsiteY83" fmla="*/ 736 h 10000"/>
              <a:gd name="connsiteX84" fmla="*/ 6610 w 10071"/>
              <a:gd name="connsiteY84" fmla="*/ 815 h 10000"/>
              <a:gd name="connsiteX85" fmla="*/ 6478 w 10071"/>
              <a:gd name="connsiteY85" fmla="*/ 923 h 10000"/>
              <a:gd name="connsiteX86" fmla="*/ 6350 w 10071"/>
              <a:gd name="connsiteY86" fmla="*/ 1021 h 10000"/>
              <a:gd name="connsiteX87" fmla="*/ 6207 w 10071"/>
              <a:gd name="connsiteY87" fmla="*/ 1275 h 10000"/>
              <a:gd name="connsiteX88" fmla="*/ 6066 w 10071"/>
              <a:gd name="connsiteY88" fmla="*/ 1529 h 10000"/>
              <a:gd name="connsiteX89" fmla="*/ 5839 w 10071"/>
              <a:gd name="connsiteY89" fmla="*/ 2130 h 10000"/>
              <a:gd name="connsiteX90" fmla="*/ 5554 w 10071"/>
              <a:gd name="connsiteY90" fmla="*/ 2954 h 10000"/>
              <a:gd name="connsiteX91" fmla="*/ 5266 w 10071"/>
              <a:gd name="connsiteY91" fmla="*/ 3739 h 10000"/>
              <a:gd name="connsiteX92" fmla="*/ 4973 w 10071"/>
              <a:gd name="connsiteY92" fmla="*/ 4504 h 10000"/>
              <a:gd name="connsiteX93" fmla="*/ 4681 w 10071"/>
              <a:gd name="connsiteY93" fmla="*/ 5231 h 10000"/>
              <a:gd name="connsiteX94" fmla="*/ 4385 w 10071"/>
              <a:gd name="connsiteY94" fmla="*/ 5947 h 10000"/>
              <a:gd name="connsiteX95" fmla="*/ 4086 w 10071"/>
              <a:gd name="connsiteY95" fmla="*/ 6615 h 10000"/>
              <a:gd name="connsiteX96" fmla="*/ 3786 w 10071"/>
              <a:gd name="connsiteY96" fmla="*/ 7272 h 10000"/>
              <a:gd name="connsiteX97" fmla="*/ 3483 w 10071"/>
              <a:gd name="connsiteY97" fmla="*/ 7891 h 10000"/>
              <a:gd name="connsiteX98" fmla="*/ 3180 w 10071"/>
              <a:gd name="connsiteY98" fmla="*/ 8488 h 10000"/>
              <a:gd name="connsiteX99" fmla="*/ 2873 w 10071"/>
              <a:gd name="connsiteY99" fmla="*/ 9058 h 10000"/>
              <a:gd name="connsiteX100" fmla="*/ 2567 w 10071"/>
              <a:gd name="connsiteY100" fmla="*/ 9587 h 10000"/>
              <a:gd name="connsiteX101" fmla="*/ 2162 w 10071"/>
              <a:gd name="connsiteY101" fmla="*/ 9632 h 10000"/>
              <a:gd name="connsiteX102" fmla="*/ 1505 w 10071"/>
              <a:gd name="connsiteY102" fmla="*/ 9480 h 10000"/>
              <a:gd name="connsiteX103" fmla="*/ 752 w 10071"/>
              <a:gd name="connsiteY103" fmla="*/ 8881 h 10000"/>
              <a:gd name="connsiteX104" fmla="*/ 0 w 10071"/>
              <a:gd name="connsiteY104" fmla="*/ 8292 h 10000"/>
              <a:gd name="connsiteX0" fmla="*/ 0 w 10071"/>
              <a:gd name="connsiteY0" fmla="*/ 8292 h 10000"/>
              <a:gd name="connsiteX1" fmla="*/ 329 w 10071"/>
              <a:gd name="connsiteY1" fmla="*/ 8488 h 10000"/>
              <a:gd name="connsiteX2" fmla="*/ 650 w 10071"/>
              <a:gd name="connsiteY2" fmla="*/ 8715 h 10000"/>
              <a:gd name="connsiteX3" fmla="*/ 975 w 10071"/>
              <a:gd name="connsiteY3" fmla="*/ 8950 h 10000"/>
              <a:gd name="connsiteX4" fmla="*/ 1300 w 10071"/>
              <a:gd name="connsiteY4" fmla="*/ 9205 h 10000"/>
              <a:gd name="connsiteX5" fmla="*/ 1622 w 10071"/>
              <a:gd name="connsiteY5" fmla="*/ 9480 h 10000"/>
              <a:gd name="connsiteX6" fmla="*/ 1943 w 10071"/>
              <a:gd name="connsiteY6" fmla="*/ 9785 h 10000"/>
              <a:gd name="connsiteX7" fmla="*/ 2321 w 10071"/>
              <a:gd name="connsiteY7" fmla="*/ 9977 h 10000"/>
              <a:gd name="connsiteX8" fmla="*/ 2523 w 10071"/>
              <a:gd name="connsiteY8" fmla="*/ 10000 h 10000"/>
              <a:gd name="connsiteX9" fmla="*/ 2789 w 10071"/>
              <a:gd name="connsiteY9" fmla="*/ 9892 h 10000"/>
              <a:gd name="connsiteX10" fmla="*/ 3049 w 10071"/>
              <a:gd name="connsiteY10" fmla="*/ 9755 h 10000"/>
              <a:gd name="connsiteX11" fmla="*/ 3308 w 10071"/>
              <a:gd name="connsiteY11" fmla="*/ 9587 h 10000"/>
              <a:gd name="connsiteX12" fmla="*/ 3560 w 10071"/>
              <a:gd name="connsiteY12" fmla="*/ 9411 h 10000"/>
              <a:gd name="connsiteX13" fmla="*/ 3808 w 10071"/>
              <a:gd name="connsiteY13" fmla="*/ 9215 h 10000"/>
              <a:gd name="connsiteX14" fmla="*/ 4049 w 10071"/>
              <a:gd name="connsiteY14" fmla="*/ 8999 h 10000"/>
              <a:gd name="connsiteX15" fmla="*/ 4287 w 10071"/>
              <a:gd name="connsiteY15" fmla="*/ 8764 h 10000"/>
              <a:gd name="connsiteX16" fmla="*/ 4517 w 10071"/>
              <a:gd name="connsiteY16" fmla="*/ 8508 h 10000"/>
              <a:gd name="connsiteX17" fmla="*/ 4740 w 10071"/>
              <a:gd name="connsiteY17" fmla="*/ 8234 h 10000"/>
              <a:gd name="connsiteX18" fmla="*/ 4959 w 10071"/>
              <a:gd name="connsiteY18" fmla="*/ 7949 h 10000"/>
              <a:gd name="connsiteX19" fmla="*/ 5167 w 10071"/>
              <a:gd name="connsiteY19" fmla="*/ 7645 h 10000"/>
              <a:gd name="connsiteX20" fmla="*/ 5372 w 10071"/>
              <a:gd name="connsiteY20" fmla="*/ 7311 h 10000"/>
              <a:gd name="connsiteX21" fmla="*/ 5565 w 10071"/>
              <a:gd name="connsiteY21" fmla="*/ 6968 h 10000"/>
              <a:gd name="connsiteX22" fmla="*/ 5751 w 10071"/>
              <a:gd name="connsiteY22" fmla="*/ 6615 h 10000"/>
              <a:gd name="connsiteX23" fmla="*/ 5927 w 10071"/>
              <a:gd name="connsiteY23" fmla="*/ 6242 h 10000"/>
              <a:gd name="connsiteX24" fmla="*/ 6098 w 10071"/>
              <a:gd name="connsiteY24" fmla="*/ 5859 h 10000"/>
              <a:gd name="connsiteX25" fmla="*/ 6259 w 10071"/>
              <a:gd name="connsiteY25" fmla="*/ 5446 h 10000"/>
              <a:gd name="connsiteX26" fmla="*/ 6365 w 10071"/>
              <a:gd name="connsiteY26" fmla="*/ 5191 h 10000"/>
              <a:gd name="connsiteX27" fmla="*/ 6478 w 10071"/>
              <a:gd name="connsiteY27" fmla="*/ 4927 h 10000"/>
              <a:gd name="connsiteX28" fmla="*/ 6591 w 10071"/>
              <a:gd name="connsiteY28" fmla="*/ 4681 h 10000"/>
              <a:gd name="connsiteX29" fmla="*/ 6712 w 10071"/>
              <a:gd name="connsiteY29" fmla="*/ 4435 h 10000"/>
              <a:gd name="connsiteX30" fmla="*/ 6829 w 10071"/>
              <a:gd name="connsiteY30" fmla="*/ 4200 h 10000"/>
              <a:gd name="connsiteX31" fmla="*/ 6953 w 10071"/>
              <a:gd name="connsiteY31" fmla="*/ 3985 h 10000"/>
              <a:gd name="connsiteX32" fmla="*/ 7077 w 10071"/>
              <a:gd name="connsiteY32" fmla="*/ 3769 h 10000"/>
              <a:gd name="connsiteX33" fmla="*/ 7201 w 10071"/>
              <a:gd name="connsiteY33" fmla="*/ 3583 h 10000"/>
              <a:gd name="connsiteX34" fmla="*/ 7322 w 10071"/>
              <a:gd name="connsiteY34" fmla="*/ 3395 h 10000"/>
              <a:gd name="connsiteX35" fmla="*/ 7446 w 10071"/>
              <a:gd name="connsiteY35" fmla="*/ 3228 h 10000"/>
              <a:gd name="connsiteX36" fmla="*/ 7562 w 10071"/>
              <a:gd name="connsiteY36" fmla="*/ 3082 h 10000"/>
              <a:gd name="connsiteX37" fmla="*/ 7682 w 10071"/>
              <a:gd name="connsiteY37" fmla="*/ 2945 h 10000"/>
              <a:gd name="connsiteX38" fmla="*/ 7796 w 10071"/>
              <a:gd name="connsiteY38" fmla="*/ 2826 h 10000"/>
              <a:gd name="connsiteX39" fmla="*/ 7909 w 10071"/>
              <a:gd name="connsiteY39" fmla="*/ 2739 h 10000"/>
              <a:gd name="connsiteX40" fmla="*/ 8015 w 10071"/>
              <a:gd name="connsiteY40" fmla="*/ 2660 h 10000"/>
              <a:gd name="connsiteX41" fmla="*/ 8117 w 10071"/>
              <a:gd name="connsiteY41" fmla="*/ 2601 h 10000"/>
              <a:gd name="connsiteX42" fmla="*/ 8212 w 10071"/>
              <a:gd name="connsiteY42" fmla="*/ 2572 h 10000"/>
              <a:gd name="connsiteX43" fmla="*/ 8303 w 10071"/>
              <a:gd name="connsiteY43" fmla="*/ 2552 h 10000"/>
              <a:gd name="connsiteX44" fmla="*/ 8387 w 10071"/>
              <a:gd name="connsiteY44" fmla="*/ 2543 h 10000"/>
              <a:gd name="connsiteX45" fmla="*/ 8482 w 10071"/>
              <a:gd name="connsiteY45" fmla="*/ 2543 h 10000"/>
              <a:gd name="connsiteX46" fmla="*/ 8581 w 10071"/>
              <a:gd name="connsiteY46" fmla="*/ 2552 h 10000"/>
              <a:gd name="connsiteX47" fmla="*/ 8687 w 10071"/>
              <a:gd name="connsiteY47" fmla="*/ 2572 h 10000"/>
              <a:gd name="connsiteX48" fmla="*/ 8796 w 10071"/>
              <a:gd name="connsiteY48" fmla="*/ 2601 h 10000"/>
              <a:gd name="connsiteX49" fmla="*/ 8906 w 10071"/>
              <a:gd name="connsiteY49" fmla="*/ 2641 h 10000"/>
              <a:gd name="connsiteX50" fmla="*/ 9019 w 10071"/>
              <a:gd name="connsiteY50" fmla="*/ 2689 h 10000"/>
              <a:gd name="connsiteX51" fmla="*/ 9136 w 10071"/>
              <a:gd name="connsiteY51" fmla="*/ 2748 h 10000"/>
              <a:gd name="connsiteX52" fmla="*/ 9253 w 10071"/>
              <a:gd name="connsiteY52" fmla="*/ 2816 h 10000"/>
              <a:gd name="connsiteX53" fmla="*/ 9370 w 10071"/>
              <a:gd name="connsiteY53" fmla="*/ 2885 h 10000"/>
              <a:gd name="connsiteX54" fmla="*/ 9483 w 10071"/>
              <a:gd name="connsiteY54" fmla="*/ 2954 h 10000"/>
              <a:gd name="connsiteX55" fmla="*/ 9593 w 10071"/>
              <a:gd name="connsiteY55" fmla="*/ 3043 h 10000"/>
              <a:gd name="connsiteX56" fmla="*/ 9613 w 10071"/>
              <a:gd name="connsiteY56" fmla="*/ 3323 h 10000"/>
              <a:gd name="connsiteX57" fmla="*/ 9599 w 10071"/>
              <a:gd name="connsiteY57" fmla="*/ 3805 h 10000"/>
              <a:gd name="connsiteX58" fmla="*/ 9614 w 10071"/>
              <a:gd name="connsiteY58" fmla="*/ 4255 h 10000"/>
              <a:gd name="connsiteX59" fmla="*/ 9658 w 10071"/>
              <a:gd name="connsiteY59" fmla="*/ 4493 h 10000"/>
              <a:gd name="connsiteX60" fmla="*/ 10071 w 10071"/>
              <a:gd name="connsiteY60" fmla="*/ 377 h 10000"/>
              <a:gd name="connsiteX61" fmla="*/ 9522 w 10071"/>
              <a:gd name="connsiteY61" fmla="*/ 441 h 10000"/>
              <a:gd name="connsiteX62" fmla="*/ 9001 w 10071"/>
              <a:gd name="connsiteY62" fmla="*/ 463 h 10000"/>
              <a:gd name="connsiteX63" fmla="*/ 8504 w 10071"/>
              <a:gd name="connsiteY63" fmla="*/ 314 h 10000"/>
              <a:gd name="connsiteX64" fmla="*/ 8044 w 10071"/>
              <a:gd name="connsiteY64" fmla="*/ 0 h 10000"/>
              <a:gd name="connsiteX65" fmla="*/ 8486 w 10071"/>
              <a:gd name="connsiteY65" fmla="*/ 786 h 10000"/>
              <a:gd name="connsiteX66" fmla="*/ 8453 w 10071"/>
              <a:gd name="connsiteY66" fmla="*/ 746 h 10000"/>
              <a:gd name="connsiteX67" fmla="*/ 8417 w 10071"/>
              <a:gd name="connsiteY67" fmla="*/ 717 h 10000"/>
              <a:gd name="connsiteX68" fmla="*/ 8365 w 10071"/>
              <a:gd name="connsiteY68" fmla="*/ 678 h 10000"/>
              <a:gd name="connsiteX69" fmla="*/ 8311 w 10071"/>
              <a:gd name="connsiteY69" fmla="*/ 648 h 10000"/>
              <a:gd name="connsiteX70" fmla="*/ 8252 w 10071"/>
              <a:gd name="connsiteY70" fmla="*/ 619 h 10000"/>
              <a:gd name="connsiteX71" fmla="*/ 8186 w 10071"/>
              <a:gd name="connsiteY71" fmla="*/ 590 h 10000"/>
              <a:gd name="connsiteX72" fmla="*/ 8117 w 10071"/>
              <a:gd name="connsiteY72" fmla="*/ 570 h 10000"/>
              <a:gd name="connsiteX73" fmla="*/ 8044 w 10071"/>
              <a:gd name="connsiteY73" fmla="*/ 540 h 10000"/>
              <a:gd name="connsiteX74" fmla="*/ 7971 w 10071"/>
              <a:gd name="connsiteY74" fmla="*/ 530 h 10000"/>
              <a:gd name="connsiteX75" fmla="*/ 7898 w 10071"/>
              <a:gd name="connsiteY75" fmla="*/ 511 h 10000"/>
              <a:gd name="connsiteX76" fmla="*/ 7821 w 10071"/>
              <a:gd name="connsiteY76" fmla="*/ 500 h 10000"/>
              <a:gd name="connsiteX77" fmla="*/ 7752 w 10071"/>
              <a:gd name="connsiteY77" fmla="*/ 500 h 10000"/>
              <a:gd name="connsiteX78" fmla="*/ 7566 w 10071"/>
              <a:gd name="connsiteY78" fmla="*/ 500 h 10000"/>
              <a:gd name="connsiteX79" fmla="*/ 7391 w 10071"/>
              <a:gd name="connsiteY79" fmla="*/ 521 h 10000"/>
              <a:gd name="connsiteX80" fmla="*/ 7220 w 10071"/>
              <a:gd name="connsiteY80" fmla="*/ 559 h 10000"/>
              <a:gd name="connsiteX81" fmla="*/ 7055 w 10071"/>
              <a:gd name="connsiteY81" fmla="*/ 599 h 10000"/>
              <a:gd name="connsiteX82" fmla="*/ 6898 w 10071"/>
              <a:gd name="connsiteY82" fmla="*/ 657 h 10000"/>
              <a:gd name="connsiteX83" fmla="*/ 6752 w 10071"/>
              <a:gd name="connsiteY83" fmla="*/ 736 h 10000"/>
              <a:gd name="connsiteX84" fmla="*/ 6610 w 10071"/>
              <a:gd name="connsiteY84" fmla="*/ 815 h 10000"/>
              <a:gd name="connsiteX85" fmla="*/ 6478 w 10071"/>
              <a:gd name="connsiteY85" fmla="*/ 923 h 10000"/>
              <a:gd name="connsiteX86" fmla="*/ 6350 w 10071"/>
              <a:gd name="connsiteY86" fmla="*/ 1021 h 10000"/>
              <a:gd name="connsiteX87" fmla="*/ 6207 w 10071"/>
              <a:gd name="connsiteY87" fmla="*/ 1275 h 10000"/>
              <a:gd name="connsiteX88" fmla="*/ 6066 w 10071"/>
              <a:gd name="connsiteY88" fmla="*/ 1529 h 10000"/>
              <a:gd name="connsiteX89" fmla="*/ 5839 w 10071"/>
              <a:gd name="connsiteY89" fmla="*/ 2130 h 10000"/>
              <a:gd name="connsiteX90" fmla="*/ 5554 w 10071"/>
              <a:gd name="connsiteY90" fmla="*/ 2954 h 10000"/>
              <a:gd name="connsiteX91" fmla="*/ 5266 w 10071"/>
              <a:gd name="connsiteY91" fmla="*/ 3739 h 10000"/>
              <a:gd name="connsiteX92" fmla="*/ 4973 w 10071"/>
              <a:gd name="connsiteY92" fmla="*/ 4504 h 10000"/>
              <a:gd name="connsiteX93" fmla="*/ 4681 w 10071"/>
              <a:gd name="connsiteY93" fmla="*/ 5231 h 10000"/>
              <a:gd name="connsiteX94" fmla="*/ 4385 w 10071"/>
              <a:gd name="connsiteY94" fmla="*/ 5947 h 10000"/>
              <a:gd name="connsiteX95" fmla="*/ 4086 w 10071"/>
              <a:gd name="connsiteY95" fmla="*/ 6615 h 10000"/>
              <a:gd name="connsiteX96" fmla="*/ 3786 w 10071"/>
              <a:gd name="connsiteY96" fmla="*/ 7272 h 10000"/>
              <a:gd name="connsiteX97" fmla="*/ 3483 w 10071"/>
              <a:gd name="connsiteY97" fmla="*/ 7891 h 10000"/>
              <a:gd name="connsiteX98" fmla="*/ 3180 w 10071"/>
              <a:gd name="connsiteY98" fmla="*/ 8488 h 10000"/>
              <a:gd name="connsiteX99" fmla="*/ 2873 w 10071"/>
              <a:gd name="connsiteY99" fmla="*/ 9058 h 10000"/>
              <a:gd name="connsiteX100" fmla="*/ 2567 w 10071"/>
              <a:gd name="connsiteY100" fmla="*/ 9587 h 10000"/>
              <a:gd name="connsiteX101" fmla="*/ 2162 w 10071"/>
              <a:gd name="connsiteY101" fmla="*/ 9632 h 10000"/>
              <a:gd name="connsiteX102" fmla="*/ 1505 w 10071"/>
              <a:gd name="connsiteY102" fmla="*/ 9480 h 10000"/>
              <a:gd name="connsiteX103" fmla="*/ 752 w 10071"/>
              <a:gd name="connsiteY103" fmla="*/ 8881 h 10000"/>
              <a:gd name="connsiteX104" fmla="*/ 0 w 10071"/>
              <a:gd name="connsiteY104" fmla="*/ 8292 h 10000"/>
              <a:gd name="connsiteX0" fmla="*/ 0 w 10071"/>
              <a:gd name="connsiteY0" fmla="*/ 8292 h 10000"/>
              <a:gd name="connsiteX1" fmla="*/ 329 w 10071"/>
              <a:gd name="connsiteY1" fmla="*/ 8488 h 10000"/>
              <a:gd name="connsiteX2" fmla="*/ 650 w 10071"/>
              <a:gd name="connsiteY2" fmla="*/ 8715 h 10000"/>
              <a:gd name="connsiteX3" fmla="*/ 975 w 10071"/>
              <a:gd name="connsiteY3" fmla="*/ 8950 h 10000"/>
              <a:gd name="connsiteX4" fmla="*/ 1300 w 10071"/>
              <a:gd name="connsiteY4" fmla="*/ 9205 h 10000"/>
              <a:gd name="connsiteX5" fmla="*/ 1622 w 10071"/>
              <a:gd name="connsiteY5" fmla="*/ 9480 h 10000"/>
              <a:gd name="connsiteX6" fmla="*/ 1943 w 10071"/>
              <a:gd name="connsiteY6" fmla="*/ 9785 h 10000"/>
              <a:gd name="connsiteX7" fmla="*/ 2321 w 10071"/>
              <a:gd name="connsiteY7" fmla="*/ 9977 h 10000"/>
              <a:gd name="connsiteX8" fmla="*/ 2523 w 10071"/>
              <a:gd name="connsiteY8" fmla="*/ 10000 h 10000"/>
              <a:gd name="connsiteX9" fmla="*/ 2789 w 10071"/>
              <a:gd name="connsiteY9" fmla="*/ 9892 h 10000"/>
              <a:gd name="connsiteX10" fmla="*/ 3049 w 10071"/>
              <a:gd name="connsiteY10" fmla="*/ 9755 h 10000"/>
              <a:gd name="connsiteX11" fmla="*/ 3308 w 10071"/>
              <a:gd name="connsiteY11" fmla="*/ 9587 h 10000"/>
              <a:gd name="connsiteX12" fmla="*/ 3560 w 10071"/>
              <a:gd name="connsiteY12" fmla="*/ 9411 h 10000"/>
              <a:gd name="connsiteX13" fmla="*/ 3808 w 10071"/>
              <a:gd name="connsiteY13" fmla="*/ 9215 h 10000"/>
              <a:gd name="connsiteX14" fmla="*/ 4049 w 10071"/>
              <a:gd name="connsiteY14" fmla="*/ 8999 h 10000"/>
              <a:gd name="connsiteX15" fmla="*/ 4287 w 10071"/>
              <a:gd name="connsiteY15" fmla="*/ 8764 h 10000"/>
              <a:gd name="connsiteX16" fmla="*/ 4517 w 10071"/>
              <a:gd name="connsiteY16" fmla="*/ 8508 h 10000"/>
              <a:gd name="connsiteX17" fmla="*/ 4740 w 10071"/>
              <a:gd name="connsiteY17" fmla="*/ 8234 h 10000"/>
              <a:gd name="connsiteX18" fmla="*/ 4959 w 10071"/>
              <a:gd name="connsiteY18" fmla="*/ 7949 h 10000"/>
              <a:gd name="connsiteX19" fmla="*/ 5167 w 10071"/>
              <a:gd name="connsiteY19" fmla="*/ 7645 h 10000"/>
              <a:gd name="connsiteX20" fmla="*/ 5372 w 10071"/>
              <a:gd name="connsiteY20" fmla="*/ 7311 h 10000"/>
              <a:gd name="connsiteX21" fmla="*/ 5565 w 10071"/>
              <a:gd name="connsiteY21" fmla="*/ 6968 h 10000"/>
              <a:gd name="connsiteX22" fmla="*/ 5751 w 10071"/>
              <a:gd name="connsiteY22" fmla="*/ 6615 h 10000"/>
              <a:gd name="connsiteX23" fmla="*/ 5927 w 10071"/>
              <a:gd name="connsiteY23" fmla="*/ 6242 h 10000"/>
              <a:gd name="connsiteX24" fmla="*/ 6098 w 10071"/>
              <a:gd name="connsiteY24" fmla="*/ 5859 h 10000"/>
              <a:gd name="connsiteX25" fmla="*/ 6259 w 10071"/>
              <a:gd name="connsiteY25" fmla="*/ 5446 h 10000"/>
              <a:gd name="connsiteX26" fmla="*/ 6365 w 10071"/>
              <a:gd name="connsiteY26" fmla="*/ 5191 h 10000"/>
              <a:gd name="connsiteX27" fmla="*/ 6478 w 10071"/>
              <a:gd name="connsiteY27" fmla="*/ 4927 h 10000"/>
              <a:gd name="connsiteX28" fmla="*/ 6591 w 10071"/>
              <a:gd name="connsiteY28" fmla="*/ 4681 h 10000"/>
              <a:gd name="connsiteX29" fmla="*/ 6712 w 10071"/>
              <a:gd name="connsiteY29" fmla="*/ 4435 h 10000"/>
              <a:gd name="connsiteX30" fmla="*/ 6829 w 10071"/>
              <a:gd name="connsiteY30" fmla="*/ 4200 h 10000"/>
              <a:gd name="connsiteX31" fmla="*/ 6953 w 10071"/>
              <a:gd name="connsiteY31" fmla="*/ 3985 h 10000"/>
              <a:gd name="connsiteX32" fmla="*/ 7077 w 10071"/>
              <a:gd name="connsiteY32" fmla="*/ 3769 h 10000"/>
              <a:gd name="connsiteX33" fmla="*/ 7201 w 10071"/>
              <a:gd name="connsiteY33" fmla="*/ 3583 h 10000"/>
              <a:gd name="connsiteX34" fmla="*/ 7322 w 10071"/>
              <a:gd name="connsiteY34" fmla="*/ 3395 h 10000"/>
              <a:gd name="connsiteX35" fmla="*/ 7446 w 10071"/>
              <a:gd name="connsiteY35" fmla="*/ 3228 h 10000"/>
              <a:gd name="connsiteX36" fmla="*/ 7562 w 10071"/>
              <a:gd name="connsiteY36" fmla="*/ 3082 h 10000"/>
              <a:gd name="connsiteX37" fmla="*/ 7682 w 10071"/>
              <a:gd name="connsiteY37" fmla="*/ 2945 h 10000"/>
              <a:gd name="connsiteX38" fmla="*/ 7796 w 10071"/>
              <a:gd name="connsiteY38" fmla="*/ 2826 h 10000"/>
              <a:gd name="connsiteX39" fmla="*/ 7909 w 10071"/>
              <a:gd name="connsiteY39" fmla="*/ 2739 h 10000"/>
              <a:gd name="connsiteX40" fmla="*/ 8015 w 10071"/>
              <a:gd name="connsiteY40" fmla="*/ 2660 h 10000"/>
              <a:gd name="connsiteX41" fmla="*/ 8117 w 10071"/>
              <a:gd name="connsiteY41" fmla="*/ 2601 h 10000"/>
              <a:gd name="connsiteX42" fmla="*/ 8212 w 10071"/>
              <a:gd name="connsiteY42" fmla="*/ 2572 h 10000"/>
              <a:gd name="connsiteX43" fmla="*/ 8303 w 10071"/>
              <a:gd name="connsiteY43" fmla="*/ 2552 h 10000"/>
              <a:gd name="connsiteX44" fmla="*/ 8387 w 10071"/>
              <a:gd name="connsiteY44" fmla="*/ 2543 h 10000"/>
              <a:gd name="connsiteX45" fmla="*/ 8482 w 10071"/>
              <a:gd name="connsiteY45" fmla="*/ 2543 h 10000"/>
              <a:gd name="connsiteX46" fmla="*/ 8581 w 10071"/>
              <a:gd name="connsiteY46" fmla="*/ 2552 h 10000"/>
              <a:gd name="connsiteX47" fmla="*/ 8687 w 10071"/>
              <a:gd name="connsiteY47" fmla="*/ 2572 h 10000"/>
              <a:gd name="connsiteX48" fmla="*/ 8796 w 10071"/>
              <a:gd name="connsiteY48" fmla="*/ 2601 h 10000"/>
              <a:gd name="connsiteX49" fmla="*/ 8906 w 10071"/>
              <a:gd name="connsiteY49" fmla="*/ 2641 h 10000"/>
              <a:gd name="connsiteX50" fmla="*/ 9019 w 10071"/>
              <a:gd name="connsiteY50" fmla="*/ 2689 h 10000"/>
              <a:gd name="connsiteX51" fmla="*/ 9136 w 10071"/>
              <a:gd name="connsiteY51" fmla="*/ 2748 h 10000"/>
              <a:gd name="connsiteX52" fmla="*/ 9253 w 10071"/>
              <a:gd name="connsiteY52" fmla="*/ 2816 h 10000"/>
              <a:gd name="connsiteX53" fmla="*/ 9370 w 10071"/>
              <a:gd name="connsiteY53" fmla="*/ 2885 h 10000"/>
              <a:gd name="connsiteX54" fmla="*/ 9483 w 10071"/>
              <a:gd name="connsiteY54" fmla="*/ 2954 h 10000"/>
              <a:gd name="connsiteX55" fmla="*/ 9524 w 10071"/>
              <a:gd name="connsiteY55" fmla="*/ 3081 h 10000"/>
              <a:gd name="connsiteX56" fmla="*/ 9613 w 10071"/>
              <a:gd name="connsiteY56" fmla="*/ 3323 h 10000"/>
              <a:gd name="connsiteX57" fmla="*/ 9599 w 10071"/>
              <a:gd name="connsiteY57" fmla="*/ 3805 h 10000"/>
              <a:gd name="connsiteX58" fmla="*/ 9614 w 10071"/>
              <a:gd name="connsiteY58" fmla="*/ 4255 h 10000"/>
              <a:gd name="connsiteX59" fmla="*/ 9658 w 10071"/>
              <a:gd name="connsiteY59" fmla="*/ 4493 h 10000"/>
              <a:gd name="connsiteX60" fmla="*/ 10071 w 10071"/>
              <a:gd name="connsiteY60" fmla="*/ 377 h 10000"/>
              <a:gd name="connsiteX61" fmla="*/ 9522 w 10071"/>
              <a:gd name="connsiteY61" fmla="*/ 441 h 10000"/>
              <a:gd name="connsiteX62" fmla="*/ 9001 w 10071"/>
              <a:gd name="connsiteY62" fmla="*/ 463 h 10000"/>
              <a:gd name="connsiteX63" fmla="*/ 8504 w 10071"/>
              <a:gd name="connsiteY63" fmla="*/ 314 h 10000"/>
              <a:gd name="connsiteX64" fmla="*/ 8044 w 10071"/>
              <a:gd name="connsiteY64" fmla="*/ 0 h 10000"/>
              <a:gd name="connsiteX65" fmla="*/ 8486 w 10071"/>
              <a:gd name="connsiteY65" fmla="*/ 786 h 10000"/>
              <a:gd name="connsiteX66" fmla="*/ 8453 w 10071"/>
              <a:gd name="connsiteY66" fmla="*/ 746 h 10000"/>
              <a:gd name="connsiteX67" fmla="*/ 8417 w 10071"/>
              <a:gd name="connsiteY67" fmla="*/ 717 h 10000"/>
              <a:gd name="connsiteX68" fmla="*/ 8365 w 10071"/>
              <a:gd name="connsiteY68" fmla="*/ 678 h 10000"/>
              <a:gd name="connsiteX69" fmla="*/ 8311 w 10071"/>
              <a:gd name="connsiteY69" fmla="*/ 648 h 10000"/>
              <a:gd name="connsiteX70" fmla="*/ 8252 w 10071"/>
              <a:gd name="connsiteY70" fmla="*/ 619 h 10000"/>
              <a:gd name="connsiteX71" fmla="*/ 8186 w 10071"/>
              <a:gd name="connsiteY71" fmla="*/ 590 h 10000"/>
              <a:gd name="connsiteX72" fmla="*/ 8117 w 10071"/>
              <a:gd name="connsiteY72" fmla="*/ 570 h 10000"/>
              <a:gd name="connsiteX73" fmla="*/ 8044 w 10071"/>
              <a:gd name="connsiteY73" fmla="*/ 540 h 10000"/>
              <a:gd name="connsiteX74" fmla="*/ 7971 w 10071"/>
              <a:gd name="connsiteY74" fmla="*/ 530 h 10000"/>
              <a:gd name="connsiteX75" fmla="*/ 7898 w 10071"/>
              <a:gd name="connsiteY75" fmla="*/ 511 h 10000"/>
              <a:gd name="connsiteX76" fmla="*/ 7821 w 10071"/>
              <a:gd name="connsiteY76" fmla="*/ 500 h 10000"/>
              <a:gd name="connsiteX77" fmla="*/ 7752 w 10071"/>
              <a:gd name="connsiteY77" fmla="*/ 500 h 10000"/>
              <a:gd name="connsiteX78" fmla="*/ 7566 w 10071"/>
              <a:gd name="connsiteY78" fmla="*/ 500 h 10000"/>
              <a:gd name="connsiteX79" fmla="*/ 7391 w 10071"/>
              <a:gd name="connsiteY79" fmla="*/ 521 h 10000"/>
              <a:gd name="connsiteX80" fmla="*/ 7220 w 10071"/>
              <a:gd name="connsiteY80" fmla="*/ 559 h 10000"/>
              <a:gd name="connsiteX81" fmla="*/ 7055 w 10071"/>
              <a:gd name="connsiteY81" fmla="*/ 599 h 10000"/>
              <a:gd name="connsiteX82" fmla="*/ 6898 w 10071"/>
              <a:gd name="connsiteY82" fmla="*/ 657 h 10000"/>
              <a:gd name="connsiteX83" fmla="*/ 6752 w 10071"/>
              <a:gd name="connsiteY83" fmla="*/ 736 h 10000"/>
              <a:gd name="connsiteX84" fmla="*/ 6610 w 10071"/>
              <a:gd name="connsiteY84" fmla="*/ 815 h 10000"/>
              <a:gd name="connsiteX85" fmla="*/ 6478 w 10071"/>
              <a:gd name="connsiteY85" fmla="*/ 923 h 10000"/>
              <a:gd name="connsiteX86" fmla="*/ 6350 w 10071"/>
              <a:gd name="connsiteY86" fmla="*/ 1021 h 10000"/>
              <a:gd name="connsiteX87" fmla="*/ 6207 w 10071"/>
              <a:gd name="connsiteY87" fmla="*/ 1275 h 10000"/>
              <a:gd name="connsiteX88" fmla="*/ 6066 w 10071"/>
              <a:gd name="connsiteY88" fmla="*/ 1529 h 10000"/>
              <a:gd name="connsiteX89" fmla="*/ 5839 w 10071"/>
              <a:gd name="connsiteY89" fmla="*/ 2130 h 10000"/>
              <a:gd name="connsiteX90" fmla="*/ 5554 w 10071"/>
              <a:gd name="connsiteY90" fmla="*/ 2954 h 10000"/>
              <a:gd name="connsiteX91" fmla="*/ 5266 w 10071"/>
              <a:gd name="connsiteY91" fmla="*/ 3739 h 10000"/>
              <a:gd name="connsiteX92" fmla="*/ 4973 w 10071"/>
              <a:gd name="connsiteY92" fmla="*/ 4504 h 10000"/>
              <a:gd name="connsiteX93" fmla="*/ 4681 w 10071"/>
              <a:gd name="connsiteY93" fmla="*/ 5231 h 10000"/>
              <a:gd name="connsiteX94" fmla="*/ 4385 w 10071"/>
              <a:gd name="connsiteY94" fmla="*/ 5947 h 10000"/>
              <a:gd name="connsiteX95" fmla="*/ 4086 w 10071"/>
              <a:gd name="connsiteY95" fmla="*/ 6615 h 10000"/>
              <a:gd name="connsiteX96" fmla="*/ 3786 w 10071"/>
              <a:gd name="connsiteY96" fmla="*/ 7272 h 10000"/>
              <a:gd name="connsiteX97" fmla="*/ 3483 w 10071"/>
              <a:gd name="connsiteY97" fmla="*/ 7891 h 10000"/>
              <a:gd name="connsiteX98" fmla="*/ 3180 w 10071"/>
              <a:gd name="connsiteY98" fmla="*/ 8488 h 10000"/>
              <a:gd name="connsiteX99" fmla="*/ 2873 w 10071"/>
              <a:gd name="connsiteY99" fmla="*/ 9058 h 10000"/>
              <a:gd name="connsiteX100" fmla="*/ 2567 w 10071"/>
              <a:gd name="connsiteY100" fmla="*/ 9587 h 10000"/>
              <a:gd name="connsiteX101" fmla="*/ 2162 w 10071"/>
              <a:gd name="connsiteY101" fmla="*/ 9632 h 10000"/>
              <a:gd name="connsiteX102" fmla="*/ 1505 w 10071"/>
              <a:gd name="connsiteY102" fmla="*/ 9480 h 10000"/>
              <a:gd name="connsiteX103" fmla="*/ 752 w 10071"/>
              <a:gd name="connsiteY103" fmla="*/ 8881 h 10000"/>
              <a:gd name="connsiteX104" fmla="*/ 0 w 10071"/>
              <a:gd name="connsiteY104" fmla="*/ 8292 h 10000"/>
              <a:gd name="connsiteX0" fmla="*/ 0 w 10071"/>
              <a:gd name="connsiteY0" fmla="*/ 8292 h 10000"/>
              <a:gd name="connsiteX1" fmla="*/ 329 w 10071"/>
              <a:gd name="connsiteY1" fmla="*/ 8488 h 10000"/>
              <a:gd name="connsiteX2" fmla="*/ 650 w 10071"/>
              <a:gd name="connsiteY2" fmla="*/ 8715 h 10000"/>
              <a:gd name="connsiteX3" fmla="*/ 975 w 10071"/>
              <a:gd name="connsiteY3" fmla="*/ 8950 h 10000"/>
              <a:gd name="connsiteX4" fmla="*/ 1300 w 10071"/>
              <a:gd name="connsiteY4" fmla="*/ 9205 h 10000"/>
              <a:gd name="connsiteX5" fmla="*/ 1622 w 10071"/>
              <a:gd name="connsiteY5" fmla="*/ 9480 h 10000"/>
              <a:gd name="connsiteX6" fmla="*/ 1943 w 10071"/>
              <a:gd name="connsiteY6" fmla="*/ 9785 h 10000"/>
              <a:gd name="connsiteX7" fmla="*/ 2321 w 10071"/>
              <a:gd name="connsiteY7" fmla="*/ 9977 h 10000"/>
              <a:gd name="connsiteX8" fmla="*/ 2523 w 10071"/>
              <a:gd name="connsiteY8" fmla="*/ 10000 h 10000"/>
              <a:gd name="connsiteX9" fmla="*/ 2789 w 10071"/>
              <a:gd name="connsiteY9" fmla="*/ 9892 h 10000"/>
              <a:gd name="connsiteX10" fmla="*/ 3049 w 10071"/>
              <a:gd name="connsiteY10" fmla="*/ 9755 h 10000"/>
              <a:gd name="connsiteX11" fmla="*/ 3308 w 10071"/>
              <a:gd name="connsiteY11" fmla="*/ 9587 h 10000"/>
              <a:gd name="connsiteX12" fmla="*/ 3560 w 10071"/>
              <a:gd name="connsiteY12" fmla="*/ 9411 h 10000"/>
              <a:gd name="connsiteX13" fmla="*/ 3808 w 10071"/>
              <a:gd name="connsiteY13" fmla="*/ 9215 h 10000"/>
              <a:gd name="connsiteX14" fmla="*/ 4049 w 10071"/>
              <a:gd name="connsiteY14" fmla="*/ 8999 h 10000"/>
              <a:gd name="connsiteX15" fmla="*/ 4287 w 10071"/>
              <a:gd name="connsiteY15" fmla="*/ 8764 h 10000"/>
              <a:gd name="connsiteX16" fmla="*/ 4517 w 10071"/>
              <a:gd name="connsiteY16" fmla="*/ 8508 h 10000"/>
              <a:gd name="connsiteX17" fmla="*/ 4740 w 10071"/>
              <a:gd name="connsiteY17" fmla="*/ 8234 h 10000"/>
              <a:gd name="connsiteX18" fmla="*/ 4959 w 10071"/>
              <a:gd name="connsiteY18" fmla="*/ 7949 h 10000"/>
              <a:gd name="connsiteX19" fmla="*/ 5167 w 10071"/>
              <a:gd name="connsiteY19" fmla="*/ 7645 h 10000"/>
              <a:gd name="connsiteX20" fmla="*/ 5372 w 10071"/>
              <a:gd name="connsiteY20" fmla="*/ 7311 h 10000"/>
              <a:gd name="connsiteX21" fmla="*/ 5565 w 10071"/>
              <a:gd name="connsiteY21" fmla="*/ 6968 h 10000"/>
              <a:gd name="connsiteX22" fmla="*/ 5751 w 10071"/>
              <a:gd name="connsiteY22" fmla="*/ 6615 h 10000"/>
              <a:gd name="connsiteX23" fmla="*/ 5927 w 10071"/>
              <a:gd name="connsiteY23" fmla="*/ 6242 h 10000"/>
              <a:gd name="connsiteX24" fmla="*/ 6098 w 10071"/>
              <a:gd name="connsiteY24" fmla="*/ 5859 h 10000"/>
              <a:gd name="connsiteX25" fmla="*/ 6259 w 10071"/>
              <a:gd name="connsiteY25" fmla="*/ 5446 h 10000"/>
              <a:gd name="connsiteX26" fmla="*/ 6365 w 10071"/>
              <a:gd name="connsiteY26" fmla="*/ 5191 h 10000"/>
              <a:gd name="connsiteX27" fmla="*/ 6478 w 10071"/>
              <a:gd name="connsiteY27" fmla="*/ 4927 h 10000"/>
              <a:gd name="connsiteX28" fmla="*/ 6591 w 10071"/>
              <a:gd name="connsiteY28" fmla="*/ 4681 h 10000"/>
              <a:gd name="connsiteX29" fmla="*/ 6712 w 10071"/>
              <a:gd name="connsiteY29" fmla="*/ 4435 h 10000"/>
              <a:gd name="connsiteX30" fmla="*/ 6829 w 10071"/>
              <a:gd name="connsiteY30" fmla="*/ 4200 h 10000"/>
              <a:gd name="connsiteX31" fmla="*/ 6953 w 10071"/>
              <a:gd name="connsiteY31" fmla="*/ 3985 h 10000"/>
              <a:gd name="connsiteX32" fmla="*/ 7077 w 10071"/>
              <a:gd name="connsiteY32" fmla="*/ 3769 h 10000"/>
              <a:gd name="connsiteX33" fmla="*/ 7201 w 10071"/>
              <a:gd name="connsiteY33" fmla="*/ 3583 h 10000"/>
              <a:gd name="connsiteX34" fmla="*/ 7322 w 10071"/>
              <a:gd name="connsiteY34" fmla="*/ 3395 h 10000"/>
              <a:gd name="connsiteX35" fmla="*/ 7446 w 10071"/>
              <a:gd name="connsiteY35" fmla="*/ 3228 h 10000"/>
              <a:gd name="connsiteX36" fmla="*/ 7562 w 10071"/>
              <a:gd name="connsiteY36" fmla="*/ 3082 h 10000"/>
              <a:gd name="connsiteX37" fmla="*/ 7682 w 10071"/>
              <a:gd name="connsiteY37" fmla="*/ 2945 h 10000"/>
              <a:gd name="connsiteX38" fmla="*/ 7796 w 10071"/>
              <a:gd name="connsiteY38" fmla="*/ 2826 h 10000"/>
              <a:gd name="connsiteX39" fmla="*/ 7909 w 10071"/>
              <a:gd name="connsiteY39" fmla="*/ 2739 h 10000"/>
              <a:gd name="connsiteX40" fmla="*/ 8015 w 10071"/>
              <a:gd name="connsiteY40" fmla="*/ 2660 h 10000"/>
              <a:gd name="connsiteX41" fmla="*/ 8117 w 10071"/>
              <a:gd name="connsiteY41" fmla="*/ 2601 h 10000"/>
              <a:gd name="connsiteX42" fmla="*/ 8212 w 10071"/>
              <a:gd name="connsiteY42" fmla="*/ 2572 h 10000"/>
              <a:gd name="connsiteX43" fmla="*/ 8303 w 10071"/>
              <a:gd name="connsiteY43" fmla="*/ 2552 h 10000"/>
              <a:gd name="connsiteX44" fmla="*/ 8387 w 10071"/>
              <a:gd name="connsiteY44" fmla="*/ 2543 h 10000"/>
              <a:gd name="connsiteX45" fmla="*/ 8482 w 10071"/>
              <a:gd name="connsiteY45" fmla="*/ 2543 h 10000"/>
              <a:gd name="connsiteX46" fmla="*/ 8581 w 10071"/>
              <a:gd name="connsiteY46" fmla="*/ 2552 h 10000"/>
              <a:gd name="connsiteX47" fmla="*/ 8687 w 10071"/>
              <a:gd name="connsiteY47" fmla="*/ 2572 h 10000"/>
              <a:gd name="connsiteX48" fmla="*/ 8796 w 10071"/>
              <a:gd name="connsiteY48" fmla="*/ 2601 h 10000"/>
              <a:gd name="connsiteX49" fmla="*/ 8906 w 10071"/>
              <a:gd name="connsiteY49" fmla="*/ 2641 h 10000"/>
              <a:gd name="connsiteX50" fmla="*/ 9019 w 10071"/>
              <a:gd name="connsiteY50" fmla="*/ 2689 h 10000"/>
              <a:gd name="connsiteX51" fmla="*/ 9136 w 10071"/>
              <a:gd name="connsiteY51" fmla="*/ 2748 h 10000"/>
              <a:gd name="connsiteX52" fmla="*/ 9253 w 10071"/>
              <a:gd name="connsiteY52" fmla="*/ 2816 h 10000"/>
              <a:gd name="connsiteX53" fmla="*/ 9370 w 10071"/>
              <a:gd name="connsiteY53" fmla="*/ 2885 h 10000"/>
              <a:gd name="connsiteX54" fmla="*/ 9483 w 10071"/>
              <a:gd name="connsiteY54" fmla="*/ 2954 h 10000"/>
              <a:gd name="connsiteX55" fmla="*/ 9524 w 10071"/>
              <a:gd name="connsiteY55" fmla="*/ 3081 h 10000"/>
              <a:gd name="connsiteX56" fmla="*/ 9560 w 10071"/>
              <a:gd name="connsiteY56" fmla="*/ 3330 h 10000"/>
              <a:gd name="connsiteX57" fmla="*/ 9599 w 10071"/>
              <a:gd name="connsiteY57" fmla="*/ 3805 h 10000"/>
              <a:gd name="connsiteX58" fmla="*/ 9614 w 10071"/>
              <a:gd name="connsiteY58" fmla="*/ 4255 h 10000"/>
              <a:gd name="connsiteX59" fmla="*/ 9658 w 10071"/>
              <a:gd name="connsiteY59" fmla="*/ 4493 h 10000"/>
              <a:gd name="connsiteX60" fmla="*/ 10071 w 10071"/>
              <a:gd name="connsiteY60" fmla="*/ 377 h 10000"/>
              <a:gd name="connsiteX61" fmla="*/ 9522 w 10071"/>
              <a:gd name="connsiteY61" fmla="*/ 441 h 10000"/>
              <a:gd name="connsiteX62" fmla="*/ 9001 w 10071"/>
              <a:gd name="connsiteY62" fmla="*/ 463 h 10000"/>
              <a:gd name="connsiteX63" fmla="*/ 8504 w 10071"/>
              <a:gd name="connsiteY63" fmla="*/ 314 h 10000"/>
              <a:gd name="connsiteX64" fmla="*/ 8044 w 10071"/>
              <a:gd name="connsiteY64" fmla="*/ 0 h 10000"/>
              <a:gd name="connsiteX65" fmla="*/ 8486 w 10071"/>
              <a:gd name="connsiteY65" fmla="*/ 786 h 10000"/>
              <a:gd name="connsiteX66" fmla="*/ 8453 w 10071"/>
              <a:gd name="connsiteY66" fmla="*/ 746 h 10000"/>
              <a:gd name="connsiteX67" fmla="*/ 8417 w 10071"/>
              <a:gd name="connsiteY67" fmla="*/ 717 h 10000"/>
              <a:gd name="connsiteX68" fmla="*/ 8365 w 10071"/>
              <a:gd name="connsiteY68" fmla="*/ 678 h 10000"/>
              <a:gd name="connsiteX69" fmla="*/ 8311 w 10071"/>
              <a:gd name="connsiteY69" fmla="*/ 648 h 10000"/>
              <a:gd name="connsiteX70" fmla="*/ 8252 w 10071"/>
              <a:gd name="connsiteY70" fmla="*/ 619 h 10000"/>
              <a:gd name="connsiteX71" fmla="*/ 8186 w 10071"/>
              <a:gd name="connsiteY71" fmla="*/ 590 h 10000"/>
              <a:gd name="connsiteX72" fmla="*/ 8117 w 10071"/>
              <a:gd name="connsiteY72" fmla="*/ 570 h 10000"/>
              <a:gd name="connsiteX73" fmla="*/ 8044 w 10071"/>
              <a:gd name="connsiteY73" fmla="*/ 540 h 10000"/>
              <a:gd name="connsiteX74" fmla="*/ 7971 w 10071"/>
              <a:gd name="connsiteY74" fmla="*/ 530 h 10000"/>
              <a:gd name="connsiteX75" fmla="*/ 7898 w 10071"/>
              <a:gd name="connsiteY75" fmla="*/ 511 h 10000"/>
              <a:gd name="connsiteX76" fmla="*/ 7821 w 10071"/>
              <a:gd name="connsiteY76" fmla="*/ 500 h 10000"/>
              <a:gd name="connsiteX77" fmla="*/ 7752 w 10071"/>
              <a:gd name="connsiteY77" fmla="*/ 500 h 10000"/>
              <a:gd name="connsiteX78" fmla="*/ 7566 w 10071"/>
              <a:gd name="connsiteY78" fmla="*/ 500 h 10000"/>
              <a:gd name="connsiteX79" fmla="*/ 7391 w 10071"/>
              <a:gd name="connsiteY79" fmla="*/ 521 h 10000"/>
              <a:gd name="connsiteX80" fmla="*/ 7220 w 10071"/>
              <a:gd name="connsiteY80" fmla="*/ 559 h 10000"/>
              <a:gd name="connsiteX81" fmla="*/ 7055 w 10071"/>
              <a:gd name="connsiteY81" fmla="*/ 599 h 10000"/>
              <a:gd name="connsiteX82" fmla="*/ 6898 w 10071"/>
              <a:gd name="connsiteY82" fmla="*/ 657 h 10000"/>
              <a:gd name="connsiteX83" fmla="*/ 6752 w 10071"/>
              <a:gd name="connsiteY83" fmla="*/ 736 h 10000"/>
              <a:gd name="connsiteX84" fmla="*/ 6610 w 10071"/>
              <a:gd name="connsiteY84" fmla="*/ 815 h 10000"/>
              <a:gd name="connsiteX85" fmla="*/ 6478 w 10071"/>
              <a:gd name="connsiteY85" fmla="*/ 923 h 10000"/>
              <a:gd name="connsiteX86" fmla="*/ 6350 w 10071"/>
              <a:gd name="connsiteY86" fmla="*/ 1021 h 10000"/>
              <a:gd name="connsiteX87" fmla="*/ 6207 w 10071"/>
              <a:gd name="connsiteY87" fmla="*/ 1275 h 10000"/>
              <a:gd name="connsiteX88" fmla="*/ 6066 w 10071"/>
              <a:gd name="connsiteY88" fmla="*/ 1529 h 10000"/>
              <a:gd name="connsiteX89" fmla="*/ 5839 w 10071"/>
              <a:gd name="connsiteY89" fmla="*/ 2130 h 10000"/>
              <a:gd name="connsiteX90" fmla="*/ 5554 w 10071"/>
              <a:gd name="connsiteY90" fmla="*/ 2954 h 10000"/>
              <a:gd name="connsiteX91" fmla="*/ 5266 w 10071"/>
              <a:gd name="connsiteY91" fmla="*/ 3739 h 10000"/>
              <a:gd name="connsiteX92" fmla="*/ 4973 w 10071"/>
              <a:gd name="connsiteY92" fmla="*/ 4504 h 10000"/>
              <a:gd name="connsiteX93" fmla="*/ 4681 w 10071"/>
              <a:gd name="connsiteY93" fmla="*/ 5231 h 10000"/>
              <a:gd name="connsiteX94" fmla="*/ 4385 w 10071"/>
              <a:gd name="connsiteY94" fmla="*/ 5947 h 10000"/>
              <a:gd name="connsiteX95" fmla="*/ 4086 w 10071"/>
              <a:gd name="connsiteY95" fmla="*/ 6615 h 10000"/>
              <a:gd name="connsiteX96" fmla="*/ 3786 w 10071"/>
              <a:gd name="connsiteY96" fmla="*/ 7272 h 10000"/>
              <a:gd name="connsiteX97" fmla="*/ 3483 w 10071"/>
              <a:gd name="connsiteY97" fmla="*/ 7891 h 10000"/>
              <a:gd name="connsiteX98" fmla="*/ 3180 w 10071"/>
              <a:gd name="connsiteY98" fmla="*/ 8488 h 10000"/>
              <a:gd name="connsiteX99" fmla="*/ 2873 w 10071"/>
              <a:gd name="connsiteY99" fmla="*/ 9058 h 10000"/>
              <a:gd name="connsiteX100" fmla="*/ 2567 w 10071"/>
              <a:gd name="connsiteY100" fmla="*/ 9587 h 10000"/>
              <a:gd name="connsiteX101" fmla="*/ 2162 w 10071"/>
              <a:gd name="connsiteY101" fmla="*/ 9632 h 10000"/>
              <a:gd name="connsiteX102" fmla="*/ 1505 w 10071"/>
              <a:gd name="connsiteY102" fmla="*/ 9480 h 10000"/>
              <a:gd name="connsiteX103" fmla="*/ 752 w 10071"/>
              <a:gd name="connsiteY103" fmla="*/ 8881 h 10000"/>
              <a:gd name="connsiteX104" fmla="*/ 0 w 10071"/>
              <a:gd name="connsiteY104" fmla="*/ 8292 h 10000"/>
              <a:gd name="connsiteX0" fmla="*/ 0 w 10071"/>
              <a:gd name="connsiteY0" fmla="*/ 8292 h 10000"/>
              <a:gd name="connsiteX1" fmla="*/ 329 w 10071"/>
              <a:gd name="connsiteY1" fmla="*/ 8488 h 10000"/>
              <a:gd name="connsiteX2" fmla="*/ 650 w 10071"/>
              <a:gd name="connsiteY2" fmla="*/ 8715 h 10000"/>
              <a:gd name="connsiteX3" fmla="*/ 975 w 10071"/>
              <a:gd name="connsiteY3" fmla="*/ 8950 h 10000"/>
              <a:gd name="connsiteX4" fmla="*/ 1300 w 10071"/>
              <a:gd name="connsiteY4" fmla="*/ 9205 h 10000"/>
              <a:gd name="connsiteX5" fmla="*/ 1622 w 10071"/>
              <a:gd name="connsiteY5" fmla="*/ 9480 h 10000"/>
              <a:gd name="connsiteX6" fmla="*/ 1943 w 10071"/>
              <a:gd name="connsiteY6" fmla="*/ 9785 h 10000"/>
              <a:gd name="connsiteX7" fmla="*/ 2321 w 10071"/>
              <a:gd name="connsiteY7" fmla="*/ 9977 h 10000"/>
              <a:gd name="connsiteX8" fmla="*/ 2523 w 10071"/>
              <a:gd name="connsiteY8" fmla="*/ 10000 h 10000"/>
              <a:gd name="connsiteX9" fmla="*/ 2789 w 10071"/>
              <a:gd name="connsiteY9" fmla="*/ 9892 h 10000"/>
              <a:gd name="connsiteX10" fmla="*/ 3049 w 10071"/>
              <a:gd name="connsiteY10" fmla="*/ 9755 h 10000"/>
              <a:gd name="connsiteX11" fmla="*/ 3308 w 10071"/>
              <a:gd name="connsiteY11" fmla="*/ 9587 h 10000"/>
              <a:gd name="connsiteX12" fmla="*/ 3560 w 10071"/>
              <a:gd name="connsiteY12" fmla="*/ 9411 h 10000"/>
              <a:gd name="connsiteX13" fmla="*/ 3808 w 10071"/>
              <a:gd name="connsiteY13" fmla="*/ 9215 h 10000"/>
              <a:gd name="connsiteX14" fmla="*/ 4049 w 10071"/>
              <a:gd name="connsiteY14" fmla="*/ 8999 h 10000"/>
              <a:gd name="connsiteX15" fmla="*/ 4287 w 10071"/>
              <a:gd name="connsiteY15" fmla="*/ 8764 h 10000"/>
              <a:gd name="connsiteX16" fmla="*/ 4517 w 10071"/>
              <a:gd name="connsiteY16" fmla="*/ 8508 h 10000"/>
              <a:gd name="connsiteX17" fmla="*/ 4740 w 10071"/>
              <a:gd name="connsiteY17" fmla="*/ 8234 h 10000"/>
              <a:gd name="connsiteX18" fmla="*/ 4959 w 10071"/>
              <a:gd name="connsiteY18" fmla="*/ 7949 h 10000"/>
              <a:gd name="connsiteX19" fmla="*/ 5167 w 10071"/>
              <a:gd name="connsiteY19" fmla="*/ 7645 h 10000"/>
              <a:gd name="connsiteX20" fmla="*/ 5372 w 10071"/>
              <a:gd name="connsiteY20" fmla="*/ 7311 h 10000"/>
              <a:gd name="connsiteX21" fmla="*/ 5565 w 10071"/>
              <a:gd name="connsiteY21" fmla="*/ 6968 h 10000"/>
              <a:gd name="connsiteX22" fmla="*/ 5751 w 10071"/>
              <a:gd name="connsiteY22" fmla="*/ 6615 h 10000"/>
              <a:gd name="connsiteX23" fmla="*/ 5927 w 10071"/>
              <a:gd name="connsiteY23" fmla="*/ 6242 h 10000"/>
              <a:gd name="connsiteX24" fmla="*/ 6098 w 10071"/>
              <a:gd name="connsiteY24" fmla="*/ 5859 h 10000"/>
              <a:gd name="connsiteX25" fmla="*/ 6259 w 10071"/>
              <a:gd name="connsiteY25" fmla="*/ 5446 h 10000"/>
              <a:gd name="connsiteX26" fmla="*/ 6365 w 10071"/>
              <a:gd name="connsiteY26" fmla="*/ 5191 h 10000"/>
              <a:gd name="connsiteX27" fmla="*/ 6478 w 10071"/>
              <a:gd name="connsiteY27" fmla="*/ 4927 h 10000"/>
              <a:gd name="connsiteX28" fmla="*/ 6591 w 10071"/>
              <a:gd name="connsiteY28" fmla="*/ 4681 h 10000"/>
              <a:gd name="connsiteX29" fmla="*/ 6712 w 10071"/>
              <a:gd name="connsiteY29" fmla="*/ 4435 h 10000"/>
              <a:gd name="connsiteX30" fmla="*/ 6829 w 10071"/>
              <a:gd name="connsiteY30" fmla="*/ 4200 h 10000"/>
              <a:gd name="connsiteX31" fmla="*/ 6953 w 10071"/>
              <a:gd name="connsiteY31" fmla="*/ 3985 h 10000"/>
              <a:gd name="connsiteX32" fmla="*/ 7077 w 10071"/>
              <a:gd name="connsiteY32" fmla="*/ 3769 h 10000"/>
              <a:gd name="connsiteX33" fmla="*/ 7201 w 10071"/>
              <a:gd name="connsiteY33" fmla="*/ 3583 h 10000"/>
              <a:gd name="connsiteX34" fmla="*/ 7322 w 10071"/>
              <a:gd name="connsiteY34" fmla="*/ 3395 h 10000"/>
              <a:gd name="connsiteX35" fmla="*/ 7446 w 10071"/>
              <a:gd name="connsiteY35" fmla="*/ 3228 h 10000"/>
              <a:gd name="connsiteX36" fmla="*/ 7562 w 10071"/>
              <a:gd name="connsiteY36" fmla="*/ 3082 h 10000"/>
              <a:gd name="connsiteX37" fmla="*/ 7682 w 10071"/>
              <a:gd name="connsiteY37" fmla="*/ 2945 h 10000"/>
              <a:gd name="connsiteX38" fmla="*/ 7796 w 10071"/>
              <a:gd name="connsiteY38" fmla="*/ 2826 h 10000"/>
              <a:gd name="connsiteX39" fmla="*/ 7909 w 10071"/>
              <a:gd name="connsiteY39" fmla="*/ 2739 h 10000"/>
              <a:gd name="connsiteX40" fmla="*/ 8015 w 10071"/>
              <a:gd name="connsiteY40" fmla="*/ 2660 h 10000"/>
              <a:gd name="connsiteX41" fmla="*/ 8117 w 10071"/>
              <a:gd name="connsiteY41" fmla="*/ 2601 h 10000"/>
              <a:gd name="connsiteX42" fmla="*/ 8212 w 10071"/>
              <a:gd name="connsiteY42" fmla="*/ 2572 h 10000"/>
              <a:gd name="connsiteX43" fmla="*/ 8303 w 10071"/>
              <a:gd name="connsiteY43" fmla="*/ 2552 h 10000"/>
              <a:gd name="connsiteX44" fmla="*/ 8387 w 10071"/>
              <a:gd name="connsiteY44" fmla="*/ 2543 h 10000"/>
              <a:gd name="connsiteX45" fmla="*/ 8482 w 10071"/>
              <a:gd name="connsiteY45" fmla="*/ 2543 h 10000"/>
              <a:gd name="connsiteX46" fmla="*/ 8581 w 10071"/>
              <a:gd name="connsiteY46" fmla="*/ 2552 h 10000"/>
              <a:gd name="connsiteX47" fmla="*/ 8687 w 10071"/>
              <a:gd name="connsiteY47" fmla="*/ 2572 h 10000"/>
              <a:gd name="connsiteX48" fmla="*/ 8796 w 10071"/>
              <a:gd name="connsiteY48" fmla="*/ 2601 h 10000"/>
              <a:gd name="connsiteX49" fmla="*/ 8906 w 10071"/>
              <a:gd name="connsiteY49" fmla="*/ 2641 h 10000"/>
              <a:gd name="connsiteX50" fmla="*/ 9019 w 10071"/>
              <a:gd name="connsiteY50" fmla="*/ 2689 h 10000"/>
              <a:gd name="connsiteX51" fmla="*/ 9136 w 10071"/>
              <a:gd name="connsiteY51" fmla="*/ 2748 h 10000"/>
              <a:gd name="connsiteX52" fmla="*/ 9253 w 10071"/>
              <a:gd name="connsiteY52" fmla="*/ 2816 h 10000"/>
              <a:gd name="connsiteX53" fmla="*/ 9370 w 10071"/>
              <a:gd name="connsiteY53" fmla="*/ 2885 h 10000"/>
              <a:gd name="connsiteX54" fmla="*/ 9483 w 10071"/>
              <a:gd name="connsiteY54" fmla="*/ 2954 h 10000"/>
              <a:gd name="connsiteX55" fmla="*/ 9524 w 10071"/>
              <a:gd name="connsiteY55" fmla="*/ 3081 h 10000"/>
              <a:gd name="connsiteX56" fmla="*/ 9560 w 10071"/>
              <a:gd name="connsiteY56" fmla="*/ 3330 h 10000"/>
              <a:gd name="connsiteX57" fmla="*/ 9599 w 10071"/>
              <a:gd name="connsiteY57" fmla="*/ 3805 h 10000"/>
              <a:gd name="connsiteX58" fmla="*/ 9614 w 10071"/>
              <a:gd name="connsiteY58" fmla="*/ 4255 h 10000"/>
              <a:gd name="connsiteX59" fmla="*/ 9658 w 10071"/>
              <a:gd name="connsiteY59" fmla="*/ 4493 h 10000"/>
              <a:gd name="connsiteX60" fmla="*/ 10071 w 10071"/>
              <a:gd name="connsiteY60" fmla="*/ 377 h 10000"/>
              <a:gd name="connsiteX61" fmla="*/ 9522 w 10071"/>
              <a:gd name="connsiteY61" fmla="*/ 441 h 10000"/>
              <a:gd name="connsiteX62" fmla="*/ 9001 w 10071"/>
              <a:gd name="connsiteY62" fmla="*/ 463 h 10000"/>
              <a:gd name="connsiteX63" fmla="*/ 8504 w 10071"/>
              <a:gd name="connsiteY63" fmla="*/ 314 h 10000"/>
              <a:gd name="connsiteX64" fmla="*/ 8044 w 10071"/>
              <a:gd name="connsiteY64" fmla="*/ 0 h 10000"/>
              <a:gd name="connsiteX65" fmla="*/ 8486 w 10071"/>
              <a:gd name="connsiteY65" fmla="*/ 786 h 10000"/>
              <a:gd name="connsiteX66" fmla="*/ 8453 w 10071"/>
              <a:gd name="connsiteY66" fmla="*/ 746 h 10000"/>
              <a:gd name="connsiteX67" fmla="*/ 8417 w 10071"/>
              <a:gd name="connsiteY67" fmla="*/ 717 h 10000"/>
              <a:gd name="connsiteX68" fmla="*/ 8365 w 10071"/>
              <a:gd name="connsiteY68" fmla="*/ 678 h 10000"/>
              <a:gd name="connsiteX69" fmla="*/ 8311 w 10071"/>
              <a:gd name="connsiteY69" fmla="*/ 648 h 10000"/>
              <a:gd name="connsiteX70" fmla="*/ 8252 w 10071"/>
              <a:gd name="connsiteY70" fmla="*/ 619 h 10000"/>
              <a:gd name="connsiteX71" fmla="*/ 8186 w 10071"/>
              <a:gd name="connsiteY71" fmla="*/ 590 h 10000"/>
              <a:gd name="connsiteX72" fmla="*/ 8117 w 10071"/>
              <a:gd name="connsiteY72" fmla="*/ 570 h 10000"/>
              <a:gd name="connsiteX73" fmla="*/ 8044 w 10071"/>
              <a:gd name="connsiteY73" fmla="*/ 540 h 10000"/>
              <a:gd name="connsiteX74" fmla="*/ 7971 w 10071"/>
              <a:gd name="connsiteY74" fmla="*/ 530 h 10000"/>
              <a:gd name="connsiteX75" fmla="*/ 7898 w 10071"/>
              <a:gd name="connsiteY75" fmla="*/ 511 h 10000"/>
              <a:gd name="connsiteX76" fmla="*/ 7821 w 10071"/>
              <a:gd name="connsiteY76" fmla="*/ 500 h 10000"/>
              <a:gd name="connsiteX77" fmla="*/ 7752 w 10071"/>
              <a:gd name="connsiteY77" fmla="*/ 500 h 10000"/>
              <a:gd name="connsiteX78" fmla="*/ 7566 w 10071"/>
              <a:gd name="connsiteY78" fmla="*/ 500 h 10000"/>
              <a:gd name="connsiteX79" fmla="*/ 7391 w 10071"/>
              <a:gd name="connsiteY79" fmla="*/ 521 h 10000"/>
              <a:gd name="connsiteX80" fmla="*/ 7220 w 10071"/>
              <a:gd name="connsiteY80" fmla="*/ 559 h 10000"/>
              <a:gd name="connsiteX81" fmla="*/ 7055 w 10071"/>
              <a:gd name="connsiteY81" fmla="*/ 599 h 10000"/>
              <a:gd name="connsiteX82" fmla="*/ 6898 w 10071"/>
              <a:gd name="connsiteY82" fmla="*/ 657 h 10000"/>
              <a:gd name="connsiteX83" fmla="*/ 6752 w 10071"/>
              <a:gd name="connsiteY83" fmla="*/ 736 h 10000"/>
              <a:gd name="connsiteX84" fmla="*/ 6610 w 10071"/>
              <a:gd name="connsiteY84" fmla="*/ 815 h 10000"/>
              <a:gd name="connsiteX85" fmla="*/ 6478 w 10071"/>
              <a:gd name="connsiteY85" fmla="*/ 923 h 10000"/>
              <a:gd name="connsiteX86" fmla="*/ 6350 w 10071"/>
              <a:gd name="connsiteY86" fmla="*/ 1021 h 10000"/>
              <a:gd name="connsiteX87" fmla="*/ 6207 w 10071"/>
              <a:gd name="connsiteY87" fmla="*/ 1275 h 10000"/>
              <a:gd name="connsiteX88" fmla="*/ 6066 w 10071"/>
              <a:gd name="connsiteY88" fmla="*/ 1529 h 10000"/>
              <a:gd name="connsiteX89" fmla="*/ 5839 w 10071"/>
              <a:gd name="connsiteY89" fmla="*/ 2130 h 10000"/>
              <a:gd name="connsiteX90" fmla="*/ 5554 w 10071"/>
              <a:gd name="connsiteY90" fmla="*/ 2954 h 10000"/>
              <a:gd name="connsiteX91" fmla="*/ 5266 w 10071"/>
              <a:gd name="connsiteY91" fmla="*/ 3739 h 10000"/>
              <a:gd name="connsiteX92" fmla="*/ 4973 w 10071"/>
              <a:gd name="connsiteY92" fmla="*/ 4504 h 10000"/>
              <a:gd name="connsiteX93" fmla="*/ 4681 w 10071"/>
              <a:gd name="connsiteY93" fmla="*/ 5231 h 10000"/>
              <a:gd name="connsiteX94" fmla="*/ 4385 w 10071"/>
              <a:gd name="connsiteY94" fmla="*/ 5947 h 10000"/>
              <a:gd name="connsiteX95" fmla="*/ 4086 w 10071"/>
              <a:gd name="connsiteY95" fmla="*/ 6615 h 10000"/>
              <a:gd name="connsiteX96" fmla="*/ 3786 w 10071"/>
              <a:gd name="connsiteY96" fmla="*/ 7272 h 10000"/>
              <a:gd name="connsiteX97" fmla="*/ 3483 w 10071"/>
              <a:gd name="connsiteY97" fmla="*/ 7891 h 10000"/>
              <a:gd name="connsiteX98" fmla="*/ 3180 w 10071"/>
              <a:gd name="connsiteY98" fmla="*/ 8488 h 10000"/>
              <a:gd name="connsiteX99" fmla="*/ 2873 w 10071"/>
              <a:gd name="connsiteY99" fmla="*/ 9058 h 10000"/>
              <a:gd name="connsiteX100" fmla="*/ 2567 w 10071"/>
              <a:gd name="connsiteY100" fmla="*/ 9587 h 10000"/>
              <a:gd name="connsiteX101" fmla="*/ 2162 w 10071"/>
              <a:gd name="connsiteY101" fmla="*/ 9632 h 10000"/>
              <a:gd name="connsiteX102" fmla="*/ 1505 w 10071"/>
              <a:gd name="connsiteY102" fmla="*/ 9480 h 10000"/>
              <a:gd name="connsiteX103" fmla="*/ 752 w 10071"/>
              <a:gd name="connsiteY103" fmla="*/ 8881 h 10000"/>
              <a:gd name="connsiteX104" fmla="*/ 0 w 10071"/>
              <a:gd name="connsiteY104" fmla="*/ 8292 h 10000"/>
              <a:gd name="connsiteX0" fmla="*/ 0 w 10071"/>
              <a:gd name="connsiteY0" fmla="*/ 8292 h 10000"/>
              <a:gd name="connsiteX1" fmla="*/ 329 w 10071"/>
              <a:gd name="connsiteY1" fmla="*/ 8488 h 10000"/>
              <a:gd name="connsiteX2" fmla="*/ 650 w 10071"/>
              <a:gd name="connsiteY2" fmla="*/ 8715 h 10000"/>
              <a:gd name="connsiteX3" fmla="*/ 975 w 10071"/>
              <a:gd name="connsiteY3" fmla="*/ 8950 h 10000"/>
              <a:gd name="connsiteX4" fmla="*/ 1300 w 10071"/>
              <a:gd name="connsiteY4" fmla="*/ 9205 h 10000"/>
              <a:gd name="connsiteX5" fmla="*/ 1622 w 10071"/>
              <a:gd name="connsiteY5" fmla="*/ 9480 h 10000"/>
              <a:gd name="connsiteX6" fmla="*/ 1943 w 10071"/>
              <a:gd name="connsiteY6" fmla="*/ 9785 h 10000"/>
              <a:gd name="connsiteX7" fmla="*/ 2321 w 10071"/>
              <a:gd name="connsiteY7" fmla="*/ 9977 h 10000"/>
              <a:gd name="connsiteX8" fmla="*/ 2523 w 10071"/>
              <a:gd name="connsiteY8" fmla="*/ 10000 h 10000"/>
              <a:gd name="connsiteX9" fmla="*/ 2789 w 10071"/>
              <a:gd name="connsiteY9" fmla="*/ 9892 h 10000"/>
              <a:gd name="connsiteX10" fmla="*/ 3049 w 10071"/>
              <a:gd name="connsiteY10" fmla="*/ 9755 h 10000"/>
              <a:gd name="connsiteX11" fmla="*/ 3308 w 10071"/>
              <a:gd name="connsiteY11" fmla="*/ 9587 h 10000"/>
              <a:gd name="connsiteX12" fmla="*/ 3560 w 10071"/>
              <a:gd name="connsiteY12" fmla="*/ 9411 h 10000"/>
              <a:gd name="connsiteX13" fmla="*/ 3808 w 10071"/>
              <a:gd name="connsiteY13" fmla="*/ 9215 h 10000"/>
              <a:gd name="connsiteX14" fmla="*/ 4049 w 10071"/>
              <a:gd name="connsiteY14" fmla="*/ 8999 h 10000"/>
              <a:gd name="connsiteX15" fmla="*/ 4287 w 10071"/>
              <a:gd name="connsiteY15" fmla="*/ 8764 h 10000"/>
              <a:gd name="connsiteX16" fmla="*/ 4517 w 10071"/>
              <a:gd name="connsiteY16" fmla="*/ 8508 h 10000"/>
              <a:gd name="connsiteX17" fmla="*/ 4740 w 10071"/>
              <a:gd name="connsiteY17" fmla="*/ 8234 h 10000"/>
              <a:gd name="connsiteX18" fmla="*/ 4959 w 10071"/>
              <a:gd name="connsiteY18" fmla="*/ 7949 h 10000"/>
              <a:gd name="connsiteX19" fmla="*/ 5167 w 10071"/>
              <a:gd name="connsiteY19" fmla="*/ 7645 h 10000"/>
              <a:gd name="connsiteX20" fmla="*/ 5372 w 10071"/>
              <a:gd name="connsiteY20" fmla="*/ 7311 h 10000"/>
              <a:gd name="connsiteX21" fmla="*/ 5565 w 10071"/>
              <a:gd name="connsiteY21" fmla="*/ 6968 h 10000"/>
              <a:gd name="connsiteX22" fmla="*/ 5751 w 10071"/>
              <a:gd name="connsiteY22" fmla="*/ 6615 h 10000"/>
              <a:gd name="connsiteX23" fmla="*/ 5927 w 10071"/>
              <a:gd name="connsiteY23" fmla="*/ 6242 h 10000"/>
              <a:gd name="connsiteX24" fmla="*/ 6098 w 10071"/>
              <a:gd name="connsiteY24" fmla="*/ 5859 h 10000"/>
              <a:gd name="connsiteX25" fmla="*/ 6259 w 10071"/>
              <a:gd name="connsiteY25" fmla="*/ 5446 h 10000"/>
              <a:gd name="connsiteX26" fmla="*/ 6365 w 10071"/>
              <a:gd name="connsiteY26" fmla="*/ 5191 h 10000"/>
              <a:gd name="connsiteX27" fmla="*/ 6478 w 10071"/>
              <a:gd name="connsiteY27" fmla="*/ 4927 h 10000"/>
              <a:gd name="connsiteX28" fmla="*/ 6591 w 10071"/>
              <a:gd name="connsiteY28" fmla="*/ 4681 h 10000"/>
              <a:gd name="connsiteX29" fmla="*/ 6712 w 10071"/>
              <a:gd name="connsiteY29" fmla="*/ 4435 h 10000"/>
              <a:gd name="connsiteX30" fmla="*/ 6829 w 10071"/>
              <a:gd name="connsiteY30" fmla="*/ 4200 h 10000"/>
              <a:gd name="connsiteX31" fmla="*/ 6953 w 10071"/>
              <a:gd name="connsiteY31" fmla="*/ 3985 h 10000"/>
              <a:gd name="connsiteX32" fmla="*/ 7077 w 10071"/>
              <a:gd name="connsiteY32" fmla="*/ 3769 h 10000"/>
              <a:gd name="connsiteX33" fmla="*/ 7201 w 10071"/>
              <a:gd name="connsiteY33" fmla="*/ 3583 h 10000"/>
              <a:gd name="connsiteX34" fmla="*/ 7322 w 10071"/>
              <a:gd name="connsiteY34" fmla="*/ 3395 h 10000"/>
              <a:gd name="connsiteX35" fmla="*/ 7446 w 10071"/>
              <a:gd name="connsiteY35" fmla="*/ 3228 h 10000"/>
              <a:gd name="connsiteX36" fmla="*/ 7562 w 10071"/>
              <a:gd name="connsiteY36" fmla="*/ 3082 h 10000"/>
              <a:gd name="connsiteX37" fmla="*/ 7682 w 10071"/>
              <a:gd name="connsiteY37" fmla="*/ 2945 h 10000"/>
              <a:gd name="connsiteX38" fmla="*/ 7796 w 10071"/>
              <a:gd name="connsiteY38" fmla="*/ 2826 h 10000"/>
              <a:gd name="connsiteX39" fmla="*/ 7909 w 10071"/>
              <a:gd name="connsiteY39" fmla="*/ 2739 h 10000"/>
              <a:gd name="connsiteX40" fmla="*/ 8015 w 10071"/>
              <a:gd name="connsiteY40" fmla="*/ 2660 h 10000"/>
              <a:gd name="connsiteX41" fmla="*/ 8117 w 10071"/>
              <a:gd name="connsiteY41" fmla="*/ 2601 h 10000"/>
              <a:gd name="connsiteX42" fmla="*/ 8212 w 10071"/>
              <a:gd name="connsiteY42" fmla="*/ 2572 h 10000"/>
              <a:gd name="connsiteX43" fmla="*/ 8303 w 10071"/>
              <a:gd name="connsiteY43" fmla="*/ 2552 h 10000"/>
              <a:gd name="connsiteX44" fmla="*/ 8387 w 10071"/>
              <a:gd name="connsiteY44" fmla="*/ 2543 h 10000"/>
              <a:gd name="connsiteX45" fmla="*/ 8482 w 10071"/>
              <a:gd name="connsiteY45" fmla="*/ 2543 h 10000"/>
              <a:gd name="connsiteX46" fmla="*/ 8581 w 10071"/>
              <a:gd name="connsiteY46" fmla="*/ 2552 h 10000"/>
              <a:gd name="connsiteX47" fmla="*/ 8687 w 10071"/>
              <a:gd name="connsiteY47" fmla="*/ 2572 h 10000"/>
              <a:gd name="connsiteX48" fmla="*/ 8796 w 10071"/>
              <a:gd name="connsiteY48" fmla="*/ 2601 h 10000"/>
              <a:gd name="connsiteX49" fmla="*/ 8906 w 10071"/>
              <a:gd name="connsiteY49" fmla="*/ 2641 h 10000"/>
              <a:gd name="connsiteX50" fmla="*/ 9019 w 10071"/>
              <a:gd name="connsiteY50" fmla="*/ 2689 h 10000"/>
              <a:gd name="connsiteX51" fmla="*/ 9136 w 10071"/>
              <a:gd name="connsiteY51" fmla="*/ 2748 h 10000"/>
              <a:gd name="connsiteX52" fmla="*/ 9253 w 10071"/>
              <a:gd name="connsiteY52" fmla="*/ 2816 h 10000"/>
              <a:gd name="connsiteX53" fmla="*/ 9370 w 10071"/>
              <a:gd name="connsiteY53" fmla="*/ 2885 h 10000"/>
              <a:gd name="connsiteX54" fmla="*/ 9483 w 10071"/>
              <a:gd name="connsiteY54" fmla="*/ 2954 h 10000"/>
              <a:gd name="connsiteX55" fmla="*/ 9524 w 10071"/>
              <a:gd name="connsiteY55" fmla="*/ 3081 h 10000"/>
              <a:gd name="connsiteX56" fmla="*/ 9560 w 10071"/>
              <a:gd name="connsiteY56" fmla="*/ 3330 h 10000"/>
              <a:gd name="connsiteX57" fmla="*/ 9599 w 10071"/>
              <a:gd name="connsiteY57" fmla="*/ 3805 h 10000"/>
              <a:gd name="connsiteX58" fmla="*/ 9614 w 10071"/>
              <a:gd name="connsiteY58" fmla="*/ 4255 h 10000"/>
              <a:gd name="connsiteX59" fmla="*/ 9658 w 10071"/>
              <a:gd name="connsiteY59" fmla="*/ 4493 h 10000"/>
              <a:gd name="connsiteX60" fmla="*/ 10071 w 10071"/>
              <a:gd name="connsiteY60" fmla="*/ 377 h 10000"/>
              <a:gd name="connsiteX61" fmla="*/ 9522 w 10071"/>
              <a:gd name="connsiteY61" fmla="*/ 441 h 10000"/>
              <a:gd name="connsiteX62" fmla="*/ 9001 w 10071"/>
              <a:gd name="connsiteY62" fmla="*/ 463 h 10000"/>
              <a:gd name="connsiteX63" fmla="*/ 8504 w 10071"/>
              <a:gd name="connsiteY63" fmla="*/ 314 h 10000"/>
              <a:gd name="connsiteX64" fmla="*/ 8044 w 10071"/>
              <a:gd name="connsiteY64" fmla="*/ 0 h 10000"/>
              <a:gd name="connsiteX65" fmla="*/ 8486 w 10071"/>
              <a:gd name="connsiteY65" fmla="*/ 786 h 10000"/>
              <a:gd name="connsiteX66" fmla="*/ 8453 w 10071"/>
              <a:gd name="connsiteY66" fmla="*/ 746 h 10000"/>
              <a:gd name="connsiteX67" fmla="*/ 8417 w 10071"/>
              <a:gd name="connsiteY67" fmla="*/ 717 h 10000"/>
              <a:gd name="connsiteX68" fmla="*/ 8365 w 10071"/>
              <a:gd name="connsiteY68" fmla="*/ 678 h 10000"/>
              <a:gd name="connsiteX69" fmla="*/ 8311 w 10071"/>
              <a:gd name="connsiteY69" fmla="*/ 648 h 10000"/>
              <a:gd name="connsiteX70" fmla="*/ 8252 w 10071"/>
              <a:gd name="connsiteY70" fmla="*/ 619 h 10000"/>
              <a:gd name="connsiteX71" fmla="*/ 8186 w 10071"/>
              <a:gd name="connsiteY71" fmla="*/ 590 h 10000"/>
              <a:gd name="connsiteX72" fmla="*/ 8117 w 10071"/>
              <a:gd name="connsiteY72" fmla="*/ 570 h 10000"/>
              <a:gd name="connsiteX73" fmla="*/ 8044 w 10071"/>
              <a:gd name="connsiteY73" fmla="*/ 540 h 10000"/>
              <a:gd name="connsiteX74" fmla="*/ 7971 w 10071"/>
              <a:gd name="connsiteY74" fmla="*/ 530 h 10000"/>
              <a:gd name="connsiteX75" fmla="*/ 7898 w 10071"/>
              <a:gd name="connsiteY75" fmla="*/ 511 h 10000"/>
              <a:gd name="connsiteX76" fmla="*/ 7821 w 10071"/>
              <a:gd name="connsiteY76" fmla="*/ 500 h 10000"/>
              <a:gd name="connsiteX77" fmla="*/ 7752 w 10071"/>
              <a:gd name="connsiteY77" fmla="*/ 500 h 10000"/>
              <a:gd name="connsiteX78" fmla="*/ 7566 w 10071"/>
              <a:gd name="connsiteY78" fmla="*/ 500 h 10000"/>
              <a:gd name="connsiteX79" fmla="*/ 7391 w 10071"/>
              <a:gd name="connsiteY79" fmla="*/ 521 h 10000"/>
              <a:gd name="connsiteX80" fmla="*/ 7220 w 10071"/>
              <a:gd name="connsiteY80" fmla="*/ 559 h 10000"/>
              <a:gd name="connsiteX81" fmla="*/ 7055 w 10071"/>
              <a:gd name="connsiteY81" fmla="*/ 599 h 10000"/>
              <a:gd name="connsiteX82" fmla="*/ 6898 w 10071"/>
              <a:gd name="connsiteY82" fmla="*/ 657 h 10000"/>
              <a:gd name="connsiteX83" fmla="*/ 6752 w 10071"/>
              <a:gd name="connsiteY83" fmla="*/ 736 h 10000"/>
              <a:gd name="connsiteX84" fmla="*/ 6610 w 10071"/>
              <a:gd name="connsiteY84" fmla="*/ 815 h 10000"/>
              <a:gd name="connsiteX85" fmla="*/ 6478 w 10071"/>
              <a:gd name="connsiteY85" fmla="*/ 923 h 10000"/>
              <a:gd name="connsiteX86" fmla="*/ 6350 w 10071"/>
              <a:gd name="connsiteY86" fmla="*/ 1048 h 10000"/>
              <a:gd name="connsiteX87" fmla="*/ 6207 w 10071"/>
              <a:gd name="connsiteY87" fmla="*/ 1275 h 10000"/>
              <a:gd name="connsiteX88" fmla="*/ 6066 w 10071"/>
              <a:gd name="connsiteY88" fmla="*/ 1529 h 10000"/>
              <a:gd name="connsiteX89" fmla="*/ 5839 w 10071"/>
              <a:gd name="connsiteY89" fmla="*/ 2130 h 10000"/>
              <a:gd name="connsiteX90" fmla="*/ 5554 w 10071"/>
              <a:gd name="connsiteY90" fmla="*/ 2954 h 10000"/>
              <a:gd name="connsiteX91" fmla="*/ 5266 w 10071"/>
              <a:gd name="connsiteY91" fmla="*/ 3739 h 10000"/>
              <a:gd name="connsiteX92" fmla="*/ 4973 w 10071"/>
              <a:gd name="connsiteY92" fmla="*/ 4504 h 10000"/>
              <a:gd name="connsiteX93" fmla="*/ 4681 w 10071"/>
              <a:gd name="connsiteY93" fmla="*/ 5231 h 10000"/>
              <a:gd name="connsiteX94" fmla="*/ 4385 w 10071"/>
              <a:gd name="connsiteY94" fmla="*/ 5947 h 10000"/>
              <a:gd name="connsiteX95" fmla="*/ 4086 w 10071"/>
              <a:gd name="connsiteY95" fmla="*/ 6615 h 10000"/>
              <a:gd name="connsiteX96" fmla="*/ 3786 w 10071"/>
              <a:gd name="connsiteY96" fmla="*/ 7272 h 10000"/>
              <a:gd name="connsiteX97" fmla="*/ 3483 w 10071"/>
              <a:gd name="connsiteY97" fmla="*/ 7891 h 10000"/>
              <a:gd name="connsiteX98" fmla="*/ 3180 w 10071"/>
              <a:gd name="connsiteY98" fmla="*/ 8488 h 10000"/>
              <a:gd name="connsiteX99" fmla="*/ 2873 w 10071"/>
              <a:gd name="connsiteY99" fmla="*/ 9058 h 10000"/>
              <a:gd name="connsiteX100" fmla="*/ 2567 w 10071"/>
              <a:gd name="connsiteY100" fmla="*/ 9587 h 10000"/>
              <a:gd name="connsiteX101" fmla="*/ 2162 w 10071"/>
              <a:gd name="connsiteY101" fmla="*/ 9632 h 10000"/>
              <a:gd name="connsiteX102" fmla="*/ 1505 w 10071"/>
              <a:gd name="connsiteY102" fmla="*/ 9480 h 10000"/>
              <a:gd name="connsiteX103" fmla="*/ 752 w 10071"/>
              <a:gd name="connsiteY103" fmla="*/ 8881 h 10000"/>
              <a:gd name="connsiteX104" fmla="*/ 0 w 10071"/>
              <a:gd name="connsiteY104" fmla="*/ 8292 h 10000"/>
              <a:gd name="connsiteX0" fmla="*/ 0 w 10071"/>
              <a:gd name="connsiteY0" fmla="*/ 8292 h 10000"/>
              <a:gd name="connsiteX1" fmla="*/ 329 w 10071"/>
              <a:gd name="connsiteY1" fmla="*/ 8488 h 10000"/>
              <a:gd name="connsiteX2" fmla="*/ 650 w 10071"/>
              <a:gd name="connsiteY2" fmla="*/ 8715 h 10000"/>
              <a:gd name="connsiteX3" fmla="*/ 975 w 10071"/>
              <a:gd name="connsiteY3" fmla="*/ 8950 h 10000"/>
              <a:gd name="connsiteX4" fmla="*/ 1300 w 10071"/>
              <a:gd name="connsiteY4" fmla="*/ 9205 h 10000"/>
              <a:gd name="connsiteX5" fmla="*/ 1622 w 10071"/>
              <a:gd name="connsiteY5" fmla="*/ 9480 h 10000"/>
              <a:gd name="connsiteX6" fmla="*/ 1943 w 10071"/>
              <a:gd name="connsiteY6" fmla="*/ 9785 h 10000"/>
              <a:gd name="connsiteX7" fmla="*/ 2321 w 10071"/>
              <a:gd name="connsiteY7" fmla="*/ 9977 h 10000"/>
              <a:gd name="connsiteX8" fmla="*/ 2523 w 10071"/>
              <a:gd name="connsiteY8" fmla="*/ 10000 h 10000"/>
              <a:gd name="connsiteX9" fmla="*/ 2789 w 10071"/>
              <a:gd name="connsiteY9" fmla="*/ 9892 h 10000"/>
              <a:gd name="connsiteX10" fmla="*/ 3049 w 10071"/>
              <a:gd name="connsiteY10" fmla="*/ 9755 h 10000"/>
              <a:gd name="connsiteX11" fmla="*/ 3308 w 10071"/>
              <a:gd name="connsiteY11" fmla="*/ 9587 h 10000"/>
              <a:gd name="connsiteX12" fmla="*/ 3560 w 10071"/>
              <a:gd name="connsiteY12" fmla="*/ 9411 h 10000"/>
              <a:gd name="connsiteX13" fmla="*/ 3808 w 10071"/>
              <a:gd name="connsiteY13" fmla="*/ 9215 h 10000"/>
              <a:gd name="connsiteX14" fmla="*/ 4049 w 10071"/>
              <a:gd name="connsiteY14" fmla="*/ 8999 h 10000"/>
              <a:gd name="connsiteX15" fmla="*/ 4287 w 10071"/>
              <a:gd name="connsiteY15" fmla="*/ 8764 h 10000"/>
              <a:gd name="connsiteX16" fmla="*/ 4517 w 10071"/>
              <a:gd name="connsiteY16" fmla="*/ 8508 h 10000"/>
              <a:gd name="connsiteX17" fmla="*/ 4740 w 10071"/>
              <a:gd name="connsiteY17" fmla="*/ 8234 h 10000"/>
              <a:gd name="connsiteX18" fmla="*/ 4959 w 10071"/>
              <a:gd name="connsiteY18" fmla="*/ 7949 h 10000"/>
              <a:gd name="connsiteX19" fmla="*/ 5167 w 10071"/>
              <a:gd name="connsiteY19" fmla="*/ 7645 h 10000"/>
              <a:gd name="connsiteX20" fmla="*/ 5372 w 10071"/>
              <a:gd name="connsiteY20" fmla="*/ 7311 h 10000"/>
              <a:gd name="connsiteX21" fmla="*/ 5565 w 10071"/>
              <a:gd name="connsiteY21" fmla="*/ 6968 h 10000"/>
              <a:gd name="connsiteX22" fmla="*/ 5751 w 10071"/>
              <a:gd name="connsiteY22" fmla="*/ 6615 h 10000"/>
              <a:gd name="connsiteX23" fmla="*/ 5927 w 10071"/>
              <a:gd name="connsiteY23" fmla="*/ 6242 h 10000"/>
              <a:gd name="connsiteX24" fmla="*/ 6098 w 10071"/>
              <a:gd name="connsiteY24" fmla="*/ 5859 h 10000"/>
              <a:gd name="connsiteX25" fmla="*/ 6259 w 10071"/>
              <a:gd name="connsiteY25" fmla="*/ 5446 h 10000"/>
              <a:gd name="connsiteX26" fmla="*/ 6365 w 10071"/>
              <a:gd name="connsiteY26" fmla="*/ 5191 h 10000"/>
              <a:gd name="connsiteX27" fmla="*/ 6478 w 10071"/>
              <a:gd name="connsiteY27" fmla="*/ 4927 h 10000"/>
              <a:gd name="connsiteX28" fmla="*/ 6591 w 10071"/>
              <a:gd name="connsiteY28" fmla="*/ 4681 h 10000"/>
              <a:gd name="connsiteX29" fmla="*/ 6712 w 10071"/>
              <a:gd name="connsiteY29" fmla="*/ 4435 h 10000"/>
              <a:gd name="connsiteX30" fmla="*/ 6829 w 10071"/>
              <a:gd name="connsiteY30" fmla="*/ 4200 h 10000"/>
              <a:gd name="connsiteX31" fmla="*/ 6953 w 10071"/>
              <a:gd name="connsiteY31" fmla="*/ 3985 h 10000"/>
              <a:gd name="connsiteX32" fmla="*/ 7077 w 10071"/>
              <a:gd name="connsiteY32" fmla="*/ 3769 h 10000"/>
              <a:gd name="connsiteX33" fmla="*/ 7201 w 10071"/>
              <a:gd name="connsiteY33" fmla="*/ 3583 h 10000"/>
              <a:gd name="connsiteX34" fmla="*/ 7322 w 10071"/>
              <a:gd name="connsiteY34" fmla="*/ 3395 h 10000"/>
              <a:gd name="connsiteX35" fmla="*/ 7446 w 10071"/>
              <a:gd name="connsiteY35" fmla="*/ 3228 h 10000"/>
              <a:gd name="connsiteX36" fmla="*/ 7562 w 10071"/>
              <a:gd name="connsiteY36" fmla="*/ 3082 h 10000"/>
              <a:gd name="connsiteX37" fmla="*/ 7682 w 10071"/>
              <a:gd name="connsiteY37" fmla="*/ 2945 h 10000"/>
              <a:gd name="connsiteX38" fmla="*/ 7796 w 10071"/>
              <a:gd name="connsiteY38" fmla="*/ 2826 h 10000"/>
              <a:gd name="connsiteX39" fmla="*/ 7909 w 10071"/>
              <a:gd name="connsiteY39" fmla="*/ 2739 h 10000"/>
              <a:gd name="connsiteX40" fmla="*/ 8015 w 10071"/>
              <a:gd name="connsiteY40" fmla="*/ 2660 h 10000"/>
              <a:gd name="connsiteX41" fmla="*/ 8117 w 10071"/>
              <a:gd name="connsiteY41" fmla="*/ 2601 h 10000"/>
              <a:gd name="connsiteX42" fmla="*/ 8212 w 10071"/>
              <a:gd name="connsiteY42" fmla="*/ 2572 h 10000"/>
              <a:gd name="connsiteX43" fmla="*/ 8303 w 10071"/>
              <a:gd name="connsiteY43" fmla="*/ 2552 h 10000"/>
              <a:gd name="connsiteX44" fmla="*/ 8387 w 10071"/>
              <a:gd name="connsiteY44" fmla="*/ 2543 h 10000"/>
              <a:gd name="connsiteX45" fmla="*/ 8482 w 10071"/>
              <a:gd name="connsiteY45" fmla="*/ 2543 h 10000"/>
              <a:gd name="connsiteX46" fmla="*/ 8581 w 10071"/>
              <a:gd name="connsiteY46" fmla="*/ 2552 h 10000"/>
              <a:gd name="connsiteX47" fmla="*/ 8687 w 10071"/>
              <a:gd name="connsiteY47" fmla="*/ 2572 h 10000"/>
              <a:gd name="connsiteX48" fmla="*/ 8796 w 10071"/>
              <a:gd name="connsiteY48" fmla="*/ 2601 h 10000"/>
              <a:gd name="connsiteX49" fmla="*/ 8906 w 10071"/>
              <a:gd name="connsiteY49" fmla="*/ 2641 h 10000"/>
              <a:gd name="connsiteX50" fmla="*/ 9019 w 10071"/>
              <a:gd name="connsiteY50" fmla="*/ 2689 h 10000"/>
              <a:gd name="connsiteX51" fmla="*/ 9136 w 10071"/>
              <a:gd name="connsiteY51" fmla="*/ 2748 h 10000"/>
              <a:gd name="connsiteX52" fmla="*/ 9253 w 10071"/>
              <a:gd name="connsiteY52" fmla="*/ 2816 h 10000"/>
              <a:gd name="connsiteX53" fmla="*/ 9370 w 10071"/>
              <a:gd name="connsiteY53" fmla="*/ 2885 h 10000"/>
              <a:gd name="connsiteX54" fmla="*/ 9483 w 10071"/>
              <a:gd name="connsiteY54" fmla="*/ 2954 h 10000"/>
              <a:gd name="connsiteX55" fmla="*/ 9524 w 10071"/>
              <a:gd name="connsiteY55" fmla="*/ 3081 h 10000"/>
              <a:gd name="connsiteX56" fmla="*/ 9560 w 10071"/>
              <a:gd name="connsiteY56" fmla="*/ 3330 h 10000"/>
              <a:gd name="connsiteX57" fmla="*/ 9599 w 10071"/>
              <a:gd name="connsiteY57" fmla="*/ 3805 h 10000"/>
              <a:gd name="connsiteX58" fmla="*/ 9614 w 10071"/>
              <a:gd name="connsiteY58" fmla="*/ 4255 h 10000"/>
              <a:gd name="connsiteX59" fmla="*/ 9658 w 10071"/>
              <a:gd name="connsiteY59" fmla="*/ 4493 h 10000"/>
              <a:gd name="connsiteX60" fmla="*/ 10071 w 10071"/>
              <a:gd name="connsiteY60" fmla="*/ 377 h 10000"/>
              <a:gd name="connsiteX61" fmla="*/ 9522 w 10071"/>
              <a:gd name="connsiteY61" fmla="*/ 441 h 10000"/>
              <a:gd name="connsiteX62" fmla="*/ 9001 w 10071"/>
              <a:gd name="connsiteY62" fmla="*/ 463 h 10000"/>
              <a:gd name="connsiteX63" fmla="*/ 8504 w 10071"/>
              <a:gd name="connsiteY63" fmla="*/ 314 h 10000"/>
              <a:gd name="connsiteX64" fmla="*/ 8044 w 10071"/>
              <a:gd name="connsiteY64" fmla="*/ 0 h 10000"/>
              <a:gd name="connsiteX65" fmla="*/ 8486 w 10071"/>
              <a:gd name="connsiteY65" fmla="*/ 786 h 10000"/>
              <a:gd name="connsiteX66" fmla="*/ 8453 w 10071"/>
              <a:gd name="connsiteY66" fmla="*/ 746 h 10000"/>
              <a:gd name="connsiteX67" fmla="*/ 8417 w 10071"/>
              <a:gd name="connsiteY67" fmla="*/ 717 h 10000"/>
              <a:gd name="connsiteX68" fmla="*/ 8365 w 10071"/>
              <a:gd name="connsiteY68" fmla="*/ 678 h 10000"/>
              <a:gd name="connsiteX69" fmla="*/ 8311 w 10071"/>
              <a:gd name="connsiteY69" fmla="*/ 648 h 10000"/>
              <a:gd name="connsiteX70" fmla="*/ 8252 w 10071"/>
              <a:gd name="connsiteY70" fmla="*/ 619 h 10000"/>
              <a:gd name="connsiteX71" fmla="*/ 8186 w 10071"/>
              <a:gd name="connsiteY71" fmla="*/ 590 h 10000"/>
              <a:gd name="connsiteX72" fmla="*/ 8117 w 10071"/>
              <a:gd name="connsiteY72" fmla="*/ 570 h 10000"/>
              <a:gd name="connsiteX73" fmla="*/ 8044 w 10071"/>
              <a:gd name="connsiteY73" fmla="*/ 540 h 10000"/>
              <a:gd name="connsiteX74" fmla="*/ 7971 w 10071"/>
              <a:gd name="connsiteY74" fmla="*/ 530 h 10000"/>
              <a:gd name="connsiteX75" fmla="*/ 7898 w 10071"/>
              <a:gd name="connsiteY75" fmla="*/ 511 h 10000"/>
              <a:gd name="connsiteX76" fmla="*/ 7821 w 10071"/>
              <a:gd name="connsiteY76" fmla="*/ 500 h 10000"/>
              <a:gd name="connsiteX77" fmla="*/ 7752 w 10071"/>
              <a:gd name="connsiteY77" fmla="*/ 500 h 10000"/>
              <a:gd name="connsiteX78" fmla="*/ 7566 w 10071"/>
              <a:gd name="connsiteY78" fmla="*/ 500 h 10000"/>
              <a:gd name="connsiteX79" fmla="*/ 7391 w 10071"/>
              <a:gd name="connsiteY79" fmla="*/ 521 h 10000"/>
              <a:gd name="connsiteX80" fmla="*/ 7220 w 10071"/>
              <a:gd name="connsiteY80" fmla="*/ 559 h 10000"/>
              <a:gd name="connsiteX81" fmla="*/ 7055 w 10071"/>
              <a:gd name="connsiteY81" fmla="*/ 599 h 10000"/>
              <a:gd name="connsiteX82" fmla="*/ 6898 w 10071"/>
              <a:gd name="connsiteY82" fmla="*/ 657 h 10000"/>
              <a:gd name="connsiteX83" fmla="*/ 6752 w 10071"/>
              <a:gd name="connsiteY83" fmla="*/ 736 h 10000"/>
              <a:gd name="connsiteX84" fmla="*/ 6610 w 10071"/>
              <a:gd name="connsiteY84" fmla="*/ 815 h 10000"/>
              <a:gd name="connsiteX85" fmla="*/ 6478 w 10071"/>
              <a:gd name="connsiteY85" fmla="*/ 923 h 10000"/>
              <a:gd name="connsiteX86" fmla="*/ 6350 w 10071"/>
              <a:gd name="connsiteY86" fmla="*/ 1048 h 10000"/>
              <a:gd name="connsiteX87" fmla="*/ 6207 w 10071"/>
              <a:gd name="connsiteY87" fmla="*/ 1275 h 10000"/>
              <a:gd name="connsiteX88" fmla="*/ 6029 w 10071"/>
              <a:gd name="connsiteY88" fmla="*/ 1666 h 10000"/>
              <a:gd name="connsiteX89" fmla="*/ 5839 w 10071"/>
              <a:gd name="connsiteY89" fmla="*/ 2130 h 10000"/>
              <a:gd name="connsiteX90" fmla="*/ 5554 w 10071"/>
              <a:gd name="connsiteY90" fmla="*/ 2954 h 10000"/>
              <a:gd name="connsiteX91" fmla="*/ 5266 w 10071"/>
              <a:gd name="connsiteY91" fmla="*/ 3739 h 10000"/>
              <a:gd name="connsiteX92" fmla="*/ 4973 w 10071"/>
              <a:gd name="connsiteY92" fmla="*/ 4504 h 10000"/>
              <a:gd name="connsiteX93" fmla="*/ 4681 w 10071"/>
              <a:gd name="connsiteY93" fmla="*/ 5231 h 10000"/>
              <a:gd name="connsiteX94" fmla="*/ 4385 w 10071"/>
              <a:gd name="connsiteY94" fmla="*/ 5947 h 10000"/>
              <a:gd name="connsiteX95" fmla="*/ 4086 w 10071"/>
              <a:gd name="connsiteY95" fmla="*/ 6615 h 10000"/>
              <a:gd name="connsiteX96" fmla="*/ 3786 w 10071"/>
              <a:gd name="connsiteY96" fmla="*/ 7272 h 10000"/>
              <a:gd name="connsiteX97" fmla="*/ 3483 w 10071"/>
              <a:gd name="connsiteY97" fmla="*/ 7891 h 10000"/>
              <a:gd name="connsiteX98" fmla="*/ 3180 w 10071"/>
              <a:gd name="connsiteY98" fmla="*/ 8488 h 10000"/>
              <a:gd name="connsiteX99" fmla="*/ 2873 w 10071"/>
              <a:gd name="connsiteY99" fmla="*/ 9058 h 10000"/>
              <a:gd name="connsiteX100" fmla="*/ 2567 w 10071"/>
              <a:gd name="connsiteY100" fmla="*/ 9587 h 10000"/>
              <a:gd name="connsiteX101" fmla="*/ 2162 w 10071"/>
              <a:gd name="connsiteY101" fmla="*/ 9632 h 10000"/>
              <a:gd name="connsiteX102" fmla="*/ 1505 w 10071"/>
              <a:gd name="connsiteY102" fmla="*/ 9480 h 10000"/>
              <a:gd name="connsiteX103" fmla="*/ 752 w 10071"/>
              <a:gd name="connsiteY103" fmla="*/ 8881 h 10000"/>
              <a:gd name="connsiteX104" fmla="*/ 0 w 10071"/>
              <a:gd name="connsiteY104" fmla="*/ 8292 h 10000"/>
              <a:gd name="connsiteX0" fmla="*/ 0 w 10071"/>
              <a:gd name="connsiteY0" fmla="*/ 8292 h 10000"/>
              <a:gd name="connsiteX1" fmla="*/ 329 w 10071"/>
              <a:gd name="connsiteY1" fmla="*/ 8488 h 10000"/>
              <a:gd name="connsiteX2" fmla="*/ 650 w 10071"/>
              <a:gd name="connsiteY2" fmla="*/ 8715 h 10000"/>
              <a:gd name="connsiteX3" fmla="*/ 975 w 10071"/>
              <a:gd name="connsiteY3" fmla="*/ 8950 h 10000"/>
              <a:gd name="connsiteX4" fmla="*/ 1300 w 10071"/>
              <a:gd name="connsiteY4" fmla="*/ 9205 h 10000"/>
              <a:gd name="connsiteX5" fmla="*/ 1622 w 10071"/>
              <a:gd name="connsiteY5" fmla="*/ 9480 h 10000"/>
              <a:gd name="connsiteX6" fmla="*/ 1943 w 10071"/>
              <a:gd name="connsiteY6" fmla="*/ 9785 h 10000"/>
              <a:gd name="connsiteX7" fmla="*/ 2321 w 10071"/>
              <a:gd name="connsiteY7" fmla="*/ 9977 h 10000"/>
              <a:gd name="connsiteX8" fmla="*/ 2523 w 10071"/>
              <a:gd name="connsiteY8" fmla="*/ 10000 h 10000"/>
              <a:gd name="connsiteX9" fmla="*/ 2789 w 10071"/>
              <a:gd name="connsiteY9" fmla="*/ 9892 h 10000"/>
              <a:gd name="connsiteX10" fmla="*/ 3049 w 10071"/>
              <a:gd name="connsiteY10" fmla="*/ 9755 h 10000"/>
              <a:gd name="connsiteX11" fmla="*/ 3308 w 10071"/>
              <a:gd name="connsiteY11" fmla="*/ 9587 h 10000"/>
              <a:gd name="connsiteX12" fmla="*/ 3560 w 10071"/>
              <a:gd name="connsiteY12" fmla="*/ 9411 h 10000"/>
              <a:gd name="connsiteX13" fmla="*/ 3808 w 10071"/>
              <a:gd name="connsiteY13" fmla="*/ 9215 h 10000"/>
              <a:gd name="connsiteX14" fmla="*/ 4049 w 10071"/>
              <a:gd name="connsiteY14" fmla="*/ 8999 h 10000"/>
              <a:gd name="connsiteX15" fmla="*/ 4287 w 10071"/>
              <a:gd name="connsiteY15" fmla="*/ 8764 h 10000"/>
              <a:gd name="connsiteX16" fmla="*/ 4517 w 10071"/>
              <a:gd name="connsiteY16" fmla="*/ 8508 h 10000"/>
              <a:gd name="connsiteX17" fmla="*/ 4740 w 10071"/>
              <a:gd name="connsiteY17" fmla="*/ 8234 h 10000"/>
              <a:gd name="connsiteX18" fmla="*/ 4959 w 10071"/>
              <a:gd name="connsiteY18" fmla="*/ 7949 h 10000"/>
              <a:gd name="connsiteX19" fmla="*/ 5167 w 10071"/>
              <a:gd name="connsiteY19" fmla="*/ 7645 h 10000"/>
              <a:gd name="connsiteX20" fmla="*/ 5372 w 10071"/>
              <a:gd name="connsiteY20" fmla="*/ 7311 h 10000"/>
              <a:gd name="connsiteX21" fmla="*/ 5565 w 10071"/>
              <a:gd name="connsiteY21" fmla="*/ 6968 h 10000"/>
              <a:gd name="connsiteX22" fmla="*/ 5751 w 10071"/>
              <a:gd name="connsiteY22" fmla="*/ 6615 h 10000"/>
              <a:gd name="connsiteX23" fmla="*/ 5927 w 10071"/>
              <a:gd name="connsiteY23" fmla="*/ 6242 h 10000"/>
              <a:gd name="connsiteX24" fmla="*/ 6098 w 10071"/>
              <a:gd name="connsiteY24" fmla="*/ 5859 h 10000"/>
              <a:gd name="connsiteX25" fmla="*/ 6259 w 10071"/>
              <a:gd name="connsiteY25" fmla="*/ 5446 h 10000"/>
              <a:gd name="connsiteX26" fmla="*/ 6365 w 10071"/>
              <a:gd name="connsiteY26" fmla="*/ 5191 h 10000"/>
              <a:gd name="connsiteX27" fmla="*/ 6478 w 10071"/>
              <a:gd name="connsiteY27" fmla="*/ 4927 h 10000"/>
              <a:gd name="connsiteX28" fmla="*/ 6591 w 10071"/>
              <a:gd name="connsiteY28" fmla="*/ 4681 h 10000"/>
              <a:gd name="connsiteX29" fmla="*/ 6712 w 10071"/>
              <a:gd name="connsiteY29" fmla="*/ 4435 h 10000"/>
              <a:gd name="connsiteX30" fmla="*/ 6829 w 10071"/>
              <a:gd name="connsiteY30" fmla="*/ 4200 h 10000"/>
              <a:gd name="connsiteX31" fmla="*/ 6953 w 10071"/>
              <a:gd name="connsiteY31" fmla="*/ 3985 h 10000"/>
              <a:gd name="connsiteX32" fmla="*/ 7077 w 10071"/>
              <a:gd name="connsiteY32" fmla="*/ 3769 h 10000"/>
              <a:gd name="connsiteX33" fmla="*/ 7201 w 10071"/>
              <a:gd name="connsiteY33" fmla="*/ 3583 h 10000"/>
              <a:gd name="connsiteX34" fmla="*/ 7322 w 10071"/>
              <a:gd name="connsiteY34" fmla="*/ 3395 h 10000"/>
              <a:gd name="connsiteX35" fmla="*/ 7446 w 10071"/>
              <a:gd name="connsiteY35" fmla="*/ 3228 h 10000"/>
              <a:gd name="connsiteX36" fmla="*/ 7562 w 10071"/>
              <a:gd name="connsiteY36" fmla="*/ 3082 h 10000"/>
              <a:gd name="connsiteX37" fmla="*/ 7682 w 10071"/>
              <a:gd name="connsiteY37" fmla="*/ 2945 h 10000"/>
              <a:gd name="connsiteX38" fmla="*/ 7796 w 10071"/>
              <a:gd name="connsiteY38" fmla="*/ 2826 h 10000"/>
              <a:gd name="connsiteX39" fmla="*/ 7909 w 10071"/>
              <a:gd name="connsiteY39" fmla="*/ 2739 h 10000"/>
              <a:gd name="connsiteX40" fmla="*/ 8015 w 10071"/>
              <a:gd name="connsiteY40" fmla="*/ 2660 h 10000"/>
              <a:gd name="connsiteX41" fmla="*/ 8117 w 10071"/>
              <a:gd name="connsiteY41" fmla="*/ 2601 h 10000"/>
              <a:gd name="connsiteX42" fmla="*/ 8212 w 10071"/>
              <a:gd name="connsiteY42" fmla="*/ 2572 h 10000"/>
              <a:gd name="connsiteX43" fmla="*/ 8303 w 10071"/>
              <a:gd name="connsiteY43" fmla="*/ 2552 h 10000"/>
              <a:gd name="connsiteX44" fmla="*/ 8387 w 10071"/>
              <a:gd name="connsiteY44" fmla="*/ 2543 h 10000"/>
              <a:gd name="connsiteX45" fmla="*/ 8482 w 10071"/>
              <a:gd name="connsiteY45" fmla="*/ 2543 h 10000"/>
              <a:gd name="connsiteX46" fmla="*/ 8581 w 10071"/>
              <a:gd name="connsiteY46" fmla="*/ 2552 h 10000"/>
              <a:gd name="connsiteX47" fmla="*/ 8687 w 10071"/>
              <a:gd name="connsiteY47" fmla="*/ 2572 h 10000"/>
              <a:gd name="connsiteX48" fmla="*/ 8796 w 10071"/>
              <a:gd name="connsiteY48" fmla="*/ 2601 h 10000"/>
              <a:gd name="connsiteX49" fmla="*/ 8906 w 10071"/>
              <a:gd name="connsiteY49" fmla="*/ 2641 h 10000"/>
              <a:gd name="connsiteX50" fmla="*/ 9019 w 10071"/>
              <a:gd name="connsiteY50" fmla="*/ 2689 h 10000"/>
              <a:gd name="connsiteX51" fmla="*/ 9136 w 10071"/>
              <a:gd name="connsiteY51" fmla="*/ 2748 h 10000"/>
              <a:gd name="connsiteX52" fmla="*/ 9253 w 10071"/>
              <a:gd name="connsiteY52" fmla="*/ 2816 h 10000"/>
              <a:gd name="connsiteX53" fmla="*/ 9370 w 10071"/>
              <a:gd name="connsiteY53" fmla="*/ 2885 h 10000"/>
              <a:gd name="connsiteX54" fmla="*/ 9483 w 10071"/>
              <a:gd name="connsiteY54" fmla="*/ 2954 h 10000"/>
              <a:gd name="connsiteX55" fmla="*/ 9524 w 10071"/>
              <a:gd name="connsiteY55" fmla="*/ 3081 h 10000"/>
              <a:gd name="connsiteX56" fmla="*/ 9560 w 10071"/>
              <a:gd name="connsiteY56" fmla="*/ 3330 h 10000"/>
              <a:gd name="connsiteX57" fmla="*/ 9599 w 10071"/>
              <a:gd name="connsiteY57" fmla="*/ 3805 h 10000"/>
              <a:gd name="connsiteX58" fmla="*/ 9614 w 10071"/>
              <a:gd name="connsiteY58" fmla="*/ 4255 h 10000"/>
              <a:gd name="connsiteX59" fmla="*/ 9658 w 10071"/>
              <a:gd name="connsiteY59" fmla="*/ 4493 h 10000"/>
              <a:gd name="connsiteX60" fmla="*/ 10071 w 10071"/>
              <a:gd name="connsiteY60" fmla="*/ 377 h 10000"/>
              <a:gd name="connsiteX61" fmla="*/ 9522 w 10071"/>
              <a:gd name="connsiteY61" fmla="*/ 441 h 10000"/>
              <a:gd name="connsiteX62" fmla="*/ 9001 w 10071"/>
              <a:gd name="connsiteY62" fmla="*/ 463 h 10000"/>
              <a:gd name="connsiteX63" fmla="*/ 8504 w 10071"/>
              <a:gd name="connsiteY63" fmla="*/ 314 h 10000"/>
              <a:gd name="connsiteX64" fmla="*/ 8044 w 10071"/>
              <a:gd name="connsiteY64" fmla="*/ 0 h 10000"/>
              <a:gd name="connsiteX65" fmla="*/ 8486 w 10071"/>
              <a:gd name="connsiteY65" fmla="*/ 786 h 10000"/>
              <a:gd name="connsiteX66" fmla="*/ 8453 w 10071"/>
              <a:gd name="connsiteY66" fmla="*/ 746 h 10000"/>
              <a:gd name="connsiteX67" fmla="*/ 8417 w 10071"/>
              <a:gd name="connsiteY67" fmla="*/ 717 h 10000"/>
              <a:gd name="connsiteX68" fmla="*/ 8365 w 10071"/>
              <a:gd name="connsiteY68" fmla="*/ 678 h 10000"/>
              <a:gd name="connsiteX69" fmla="*/ 8311 w 10071"/>
              <a:gd name="connsiteY69" fmla="*/ 648 h 10000"/>
              <a:gd name="connsiteX70" fmla="*/ 8252 w 10071"/>
              <a:gd name="connsiteY70" fmla="*/ 619 h 10000"/>
              <a:gd name="connsiteX71" fmla="*/ 8186 w 10071"/>
              <a:gd name="connsiteY71" fmla="*/ 590 h 10000"/>
              <a:gd name="connsiteX72" fmla="*/ 8117 w 10071"/>
              <a:gd name="connsiteY72" fmla="*/ 570 h 10000"/>
              <a:gd name="connsiteX73" fmla="*/ 8044 w 10071"/>
              <a:gd name="connsiteY73" fmla="*/ 540 h 10000"/>
              <a:gd name="connsiteX74" fmla="*/ 7971 w 10071"/>
              <a:gd name="connsiteY74" fmla="*/ 530 h 10000"/>
              <a:gd name="connsiteX75" fmla="*/ 7898 w 10071"/>
              <a:gd name="connsiteY75" fmla="*/ 511 h 10000"/>
              <a:gd name="connsiteX76" fmla="*/ 7821 w 10071"/>
              <a:gd name="connsiteY76" fmla="*/ 500 h 10000"/>
              <a:gd name="connsiteX77" fmla="*/ 7752 w 10071"/>
              <a:gd name="connsiteY77" fmla="*/ 500 h 10000"/>
              <a:gd name="connsiteX78" fmla="*/ 7566 w 10071"/>
              <a:gd name="connsiteY78" fmla="*/ 500 h 10000"/>
              <a:gd name="connsiteX79" fmla="*/ 7391 w 10071"/>
              <a:gd name="connsiteY79" fmla="*/ 521 h 10000"/>
              <a:gd name="connsiteX80" fmla="*/ 7220 w 10071"/>
              <a:gd name="connsiteY80" fmla="*/ 559 h 10000"/>
              <a:gd name="connsiteX81" fmla="*/ 7055 w 10071"/>
              <a:gd name="connsiteY81" fmla="*/ 599 h 10000"/>
              <a:gd name="connsiteX82" fmla="*/ 6898 w 10071"/>
              <a:gd name="connsiteY82" fmla="*/ 657 h 10000"/>
              <a:gd name="connsiteX83" fmla="*/ 6752 w 10071"/>
              <a:gd name="connsiteY83" fmla="*/ 736 h 10000"/>
              <a:gd name="connsiteX84" fmla="*/ 6610 w 10071"/>
              <a:gd name="connsiteY84" fmla="*/ 815 h 10000"/>
              <a:gd name="connsiteX85" fmla="*/ 6478 w 10071"/>
              <a:gd name="connsiteY85" fmla="*/ 923 h 10000"/>
              <a:gd name="connsiteX86" fmla="*/ 6350 w 10071"/>
              <a:gd name="connsiteY86" fmla="*/ 1048 h 10000"/>
              <a:gd name="connsiteX87" fmla="*/ 6207 w 10071"/>
              <a:gd name="connsiteY87" fmla="*/ 1275 h 10000"/>
              <a:gd name="connsiteX88" fmla="*/ 6029 w 10071"/>
              <a:gd name="connsiteY88" fmla="*/ 1666 h 10000"/>
              <a:gd name="connsiteX89" fmla="*/ 5478 w 10071"/>
              <a:gd name="connsiteY89" fmla="*/ 3210 h 10000"/>
              <a:gd name="connsiteX90" fmla="*/ 5554 w 10071"/>
              <a:gd name="connsiteY90" fmla="*/ 2954 h 10000"/>
              <a:gd name="connsiteX91" fmla="*/ 5266 w 10071"/>
              <a:gd name="connsiteY91" fmla="*/ 3739 h 10000"/>
              <a:gd name="connsiteX92" fmla="*/ 4973 w 10071"/>
              <a:gd name="connsiteY92" fmla="*/ 4504 h 10000"/>
              <a:gd name="connsiteX93" fmla="*/ 4681 w 10071"/>
              <a:gd name="connsiteY93" fmla="*/ 5231 h 10000"/>
              <a:gd name="connsiteX94" fmla="*/ 4385 w 10071"/>
              <a:gd name="connsiteY94" fmla="*/ 5947 h 10000"/>
              <a:gd name="connsiteX95" fmla="*/ 4086 w 10071"/>
              <a:gd name="connsiteY95" fmla="*/ 6615 h 10000"/>
              <a:gd name="connsiteX96" fmla="*/ 3786 w 10071"/>
              <a:gd name="connsiteY96" fmla="*/ 7272 h 10000"/>
              <a:gd name="connsiteX97" fmla="*/ 3483 w 10071"/>
              <a:gd name="connsiteY97" fmla="*/ 7891 h 10000"/>
              <a:gd name="connsiteX98" fmla="*/ 3180 w 10071"/>
              <a:gd name="connsiteY98" fmla="*/ 8488 h 10000"/>
              <a:gd name="connsiteX99" fmla="*/ 2873 w 10071"/>
              <a:gd name="connsiteY99" fmla="*/ 9058 h 10000"/>
              <a:gd name="connsiteX100" fmla="*/ 2567 w 10071"/>
              <a:gd name="connsiteY100" fmla="*/ 9587 h 10000"/>
              <a:gd name="connsiteX101" fmla="*/ 2162 w 10071"/>
              <a:gd name="connsiteY101" fmla="*/ 9632 h 10000"/>
              <a:gd name="connsiteX102" fmla="*/ 1505 w 10071"/>
              <a:gd name="connsiteY102" fmla="*/ 9480 h 10000"/>
              <a:gd name="connsiteX103" fmla="*/ 752 w 10071"/>
              <a:gd name="connsiteY103" fmla="*/ 8881 h 10000"/>
              <a:gd name="connsiteX104" fmla="*/ 0 w 10071"/>
              <a:gd name="connsiteY104" fmla="*/ 8292 h 10000"/>
              <a:gd name="connsiteX0" fmla="*/ 0 w 10071"/>
              <a:gd name="connsiteY0" fmla="*/ 8292 h 10000"/>
              <a:gd name="connsiteX1" fmla="*/ 329 w 10071"/>
              <a:gd name="connsiteY1" fmla="*/ 8488 h 10000"/>
              <a:gd name="connsiteX2" fmla="*/ 650 w 10071"/>
              <a:gd name="connsiteY2" fmla="*/ 8715 h 10000"/>
              <a:gd name="connsiteX3" fmla="*/ 975 w 10071"/>
              <a:gd name="connsiteY3" fmla="*/ 8950 h 10000"/>
              <a:gd name="connsiteX4" fmla="*/ 1300 w 10071"/>
              <a:gd name="connsiteY4" fmla="*/ 9205 h 10000"/>
              <a:gd name="connsiteX5" fmla="*/ 1622 w 10071"/>
              <a:gd name="connsiteY5" fmla="*/ 9480 h 10000"/>
              <a:gd name="connsiteX6" fmla="*/ 1943 w 10071"/>
              <a:gd name="connsiteY6" fmla="*/ 9785 h 10000"/>
              <a:gd name="connsiteX7" fmla="*/ 2321 w 10071"/>
              <a:gd name="connsiteY7" fmla="*/ 9977 h 10000"/>
              <a:gd name="connsiteX8" fmla="*/ 2523 w 10071"/>
              <a:gd name="connsiteY8" fmla="*/ 10000 h 10000"/>
              <a:gd name="connsiteX9" fmla="*/ 2789 w 10071"/>
              <a:gd name="connsiteY9" fmla="*/ 9892 h 10000"/>
              <a:gd name="connsiteX10" fmla="*/ 3049 w 10071"/>
              <a:gd name="connsiteY10" fmla="*/ 9755 h 10000"/>
              <a:gd name="connsiteX11" fmla="*/ 3308 w 10071"/>
              <a:gd name="connsiteY11" fmla="*/ 9587 h 10000"/>
              <a:gd name="connsiteX12" fmla="*/ 3560 w 10071"/>
              <a:gd name="connsiteY12" fmla="*/ 9411 h 10000"/>
              <a:gd name="connsiteX13" fmla="*/ 3808 w 10071"/>
              <a:gd name="connsiteY13" fmla="*/ 9215 h 10000"/>
              <a:gd name="connsiteX14" fmla="*/ 4049 w 10071"/>
              <a:gd name="connsiteY14" fmla="*/ 8999 h 10000"/>
              <a:gd name="connsiteX15" fmla="*/ 4287 w 10071"/>
              <a:gd name="connsiteY15" fmla="*/ 8764 h 10000"/>
              <a:gd name="connsiteX16" fmla="*/ 4517 w 10071"/>
              <a:gd name="connsiteY16" fmla="*/ 8508 h 10000"/>
              <a:gd name="connsiteX17" fmla="*/ 4740 w 10071"/>
              <a:gd name="connsiteY17" fmla="*/ 8234 h 10000"/>
              <a:gd name="connsiteX18" fmla="*/ 4959 w 10071"/>
              <a:gd name="connsiteY18" fmla="*/ 7949 h 10000"/>
              <a:gd name="connsiteX19" fmla="*/ 5167 w 10071"/>
              <a:gd name="connsiteY19" fmla="*/ 7645 h 10000"/>
              <a:gd name="connsiteX20" fmla="*/ 5372 w 10071"/>
              <a:gd name="connsiteY20" fmla="*/ 7311 h 10000"/>
              <a:gd name="connsiteX21" fmla="*/ 5565 w 10071"/>
              <a:gd name="connsiteY21" fmla="*/ 6968 h 10000"/>
              <a:gd name="connsiteX22" fmla="*/ 5751 w 10071"/>
              <a:gd name="connsiteY22" fmla="*/ 6615 h 10000"/>
              <a:gd name="connsiteX23" fmla="*/ 5927 w 10071"/>
              <a:gd name="connsiteY23" fmla="*/ 6242 h 10000"/>
              <a:gd name="connsiteX24" fmla="*/ 6098 w 10071"/>
              <a:gd name="connsiteY24" fmla="*/ 5859 h 10000"/>
              <a:gd name="connsiteX25" fmla="*/ 6259 w 10071"/>
              <a:gd name="connsiteY25" fmla="*/ 5446 h 10000"/>
              <a:gd name="connsiteX26" fmla="*/ 6365 w 10071"/>
              <a:gd name="connsiteY26" fmla="*/ 5191 h 10000"/>
              <a:gd name="connsiteX27" fmla="*/ 6478 w 10071"/>
              <a:gd name="connsiteY27" fmla="*/ 4927 h 10000"/>
              <a:gd name="connsiteX28" fmla="*/ 6591 w 10071"/>
              <a:gd name="connsiteY28" fmla="*/ 4681 h 10000"/>
              <a:gd name="connsiteX29" fmla="*/ 6712 w 10071"/>
              <a:gd name="connsiteY29" fmla="*/ 4435 h 10000"/>
              <a:gd name="connsiteX30" fmla="*/ 6829 w 10071"/>
              <a:gd name="connsiteY30" fmla="*/ 4200 h 10000"/>
              <a:gd name="connsiteX31" fmla="*/ 6953 w 10071"/>
              <a:gd name="connsiteY31" fmla="*/ 3985 h 10000"/>
              <a:gd name="connsiteX32" fmla="*/ 7077 w 10071"/>
              <a:gd name="connsiteY32" fmla="*/ 3769 h 10000"/>
              <a:gd name="connsiteX33" fmla="*/ 7201 w 10071"/>
              <a:gd name="connsiteY33" fmla="*/ 3583 h 10000"/>
              <a:gd name="connsiteX34" fmla="*/ 7322 w 10071"/>
              <a:gd name="connsiteY34" fmla="*/ 3395 h 10000"/>
              <a:gd name="connsiteX35" fmla="*/ 7446 w 10071"/>
              <a:gd name="connsiteY35" fmla="*/ 3228 h 10000"/>
              <a:gd name="connsiteX36" fmla="*/ 7562 w 10071"/>
              <a:gd name="connsiteY36" fmla="*/ 3082 h 10000"/>
              <a:gd name="connsiteX37" fmla="*/ 7682 w 10071"/>
              <a:gd name="connsiteY37" fmla="*/ 2945 h 10000"/>
              <a:gd name="connsiteX38" fmla="*/ 7796 w 10071"/>
              <a:gd name="connsiteY38" fmla="*/ 2826 h 10000"/>
              <a:gd name="connsiteX39" fmla="*/ 7909 w 10071"/>
              <a:gd name="connsiteY39" fmla="*/ 2739 h 10000"/>
              <a:gd name="connsiteX40" fmla="*/ 8015 w 10071"/>
              <a:gd name="connsiteY40" fmla="*/ 2660 h 10000"/>
              <a:gd name="connsiteX41" fmla="*/ 8117 w 10071"/>
              <a:gd name="connsiteY41" fmla="*/ 2601 h 10000"/>
              <a:gd name="connsiteX42" fmla="*/ 8212 w 10071"/>
              <a:gd name="connsiteY42" fmla="*/ 2572 h 10000"/>
              <a:gd name="connsiteX43" fmla="*/ 8303 w 10071"/>
              <a:gd name="connsiteY43" fmla="*/ 2552 h 10000"/>
              <a:gd name="connsiteX44" fmla="*/ 8387 w 10071"/>
              <a:gd name="connsiteY44" fmla="*/ 2543 h 10000"/>
              <a:gd name="connsiteX45" fmla="*/ 8482 w 10071"/>
              <a:gd name="connsiteY45" fmla="*/ 2543 h 10000"/>
              <a:gd name="connsiteX46" fmla="*/ 8581 w 10071"/>
              <a:gd name="connsiteY46" fmla="*/ 2552 h 10000"/>
              <a:gd name="connsiteX47" fmla="*/ 8687 w 10071"/>
              <a:gd name="connsiteY47" fmla="*/ 2572 h 10000"/>
              <a:gd name="connsiteX48" fmla="*/ 8796 w 10071"/>
              <a:gd name="connsiteY48" fmla="*/ 2601 h 10000"/>
              <a:gd name="connsiteX49" fmla="*/ 8906 w 10071"/>
              <a:gd name="connsiteY49" fmla="*/ 2641 h 10000"/>
              <a:gd name="connsiteX50" fmla="*/ 9019 w 10071"/>
              <a:gd name="connsiteY50" fmla="*/ 2689 h 10000"/>
              <a:gd name="connsiteX51" fmla="*/ 9136 w 10071"/>
              <a:gd name="connsiteY51" fmla="*/ 2748 h 10000"/>
              <a:gd name="connsiteX52" fmla="*/ 9253 w 10071"/>
              <a:gd name="connsiteY52" fmla="*/ 2816 h 10000"/>
              <a:gd name="connsiteX53" fmla="*/ 9370 w 10071"/>
              <a:gd name="connsiteY53" fmla="*/ 2885 h 10000"/>
              <a:gd name="connsiteX54" fmla="*/ 9483 w 10071"/>
              <a:gd name="connsiteY54" fmla="*/ 2954 h 10000"/>
              <a:gd name="connsiteX55" fmla="*/ 9524 w 10071"/>
              <a:gd name="connsiteY55" fmla="*/ 3081 h 10000"/>
              <a:gd name="connsiteX56" fmla="*/ 9560 w 10071"/>
              <a:gd name="connsiteY56" fmla="*/ 3330 h 10000"/>
              <a:gd name="connsiteX57" fmla="*/ 9599 w 10071"/>
              <a:gd name="connsiteY57" fmla="*/ 3805 h 10000"/>
              <a:gd name="connsiteX58" fmla="*/ 9614 w 10071"/>
              <a:gd name="connsiteY58" fmla="*/ 4255 h 10000"/>
              <a:gd name="connsiteX59" fmla="*/ 9658 w 10071"/>
              <a:gd name="connsiteY59" fmla="*/ 4493 h 10000"/>
              <a:gd name="connsiteX60" fmla="*/ 10071 w 10071"/>
              <a:gd name="connsiteY60" fmla="*/ 377 h 10000"/>
              <a:gd name="connsiteX61" fmla="*/ 9522 w 10071"/>
              <a:gd name="connsiteY61" fmla="*/ 441 h 10000"/>
              <a:gd name="connsiteX62" fmla="*/ 9001 w 10071"/>
              <a:gd name="connsiteY62" fmla="*/ 463 h 10000"/>
              <a:gd name="connsiteX63" fmla="*/ 8504 w 10071"/>
              <a:gd name="connsiteY63" fmla="*/ 314 h 10000"/>
              <a:gd name="connsiteX64" fmla="*/ 8044 w 10071"/>
              <a:gd name="connsiteY64" fmla="*/ 0 h 10000"/>
              <a:gd name="connsiteX65" fmla="*/ 8486 w 10071"/>
              <a:gd name="connsiteY65" fmla="*/ 786 h 10000"/>
              <a:gd name="connsiteX66" fmla="*/ 8453 w 10071"/>
              <a:gd name="connsiteY66" fmla="*/ 746 h 10000"/>
              <a:gd name="connsiteX67" fmla="*/ 8417 w 10071"/>
              <a:gd name="connsiteY67" fmla="*/ 717 h 10000"/>
              <a:gd name="connsiteX68" fmla="*/ 8365 w 10071"/>
              <a:gd name="connsiteY68" fmla="*/ 678 h 10000"/>
              <a:gd name="connsiteX69" fmla="*/ 8311 w 10071"/>
              <a:gd name="connsiteY69" fmla="*/ 648 h 10000"/>
              <a:gd name="connsiteX70" fmla="*/ 8252 w 10071"/>
              <a:gd name="connsiteY70" fmla="*/ 619 h 10000"/>
              <a:gd name="connsiteX71" fmla="*/ 8186 w 10071"/>
              <a:gd name="connsiteY71" fmla="*/ 590 h 10000"/>
              <a:gd name="connsiteX72" fmla="*/ 8117 w 10071"/>
              <a:gd name="connsiteY72" fmla="*/ 570 h 10000"/>
              <a:gd name="connsiteX73" fmla="*/ 8044 w 10071"/>
              <a:gd name="connsiteY73" fmla="*/ 540 h 10000"/>
              <a:gd name="connsiteX74" fmla="*/ 7971 w 10071"/>
              <a:gd name="connsiteY74" fmla="*/ 530 h 10000"/>
              <a:gd name="connsiteX75" fmla="*/ 7898 w 10071"/>
              <a:gd name="connsiteY75" fmla="*/ 511 h 10000"/>
              <a:gd name="connsiteX76" fmla="*/ 7821 w 10071"/>
              <a:gd name="connsiteY76" fmla="*/ 500 h 10000"/>
              <a:gd name="connsiteX77" fmla="*/ 7752 w 10071"/>
              <a:gd name="connsiteY77" fmla="*/ 500 h 10000"/>
              <a:gd name="connsiteX78" fmla="*/ 7566 w 10071"/>
              <a:gd name="connsiteY78" fmla="*/ 500 h 10000"/>
              <a:gd name="connsiteX79" fmla="*/ 7391 w 10071"/>
              <a:gd name="connsiteY79" fmla="*/ 521 h 10000"/>
              <a:gd name="connsiteX80" fmla="*/ 7220 w 10071"/>
              <a:gd name="connsiteY80" fmla="*/ 559 h 10000"/>
              <a:gd name="connsiteX81" fmla="*/ 7055 w 10071"/>
              <a:gd name="connsiteY81" fmla="*/ 599 h 10000"/>
              <a:gd name="connsiteX82" fmla="*/ 6898 w 10071"/>
              <a:gd name="connsiteY82" fmla="*/ 657 h 10000"/>
              <a:gd name="connsiteX83" fmla="*/ 6752 w 10071"/>
              <a:gd name="connsiteY83" fmla="*/ 736 h 10000"/>
              <a:gd name="connsiteX84" fmla="*/ 6610 w 10071"/>
              <a:gd name="connsiteY84" fmla="*/ 815 h 10000"/>
              <a:gd name="connsiteX85" fmla="*/ 6478 w 10071"/>
              <a:gd name="connsiteY85" fmla="*/ 923 h 10000"/>
              <a:gd name="connsiteX86" fmla="*/ 6350 w 10071"/>
              <a:gd name="connsiteY86" fmla="*/ 1048 h 10000"/>
              <a:gd name="connsiteX87" fmla="*/ 6236 w 10071"/>
              <a:gd name="connsiteY87" fmla="*/ 1339 h 10000"/>
              <a:gd name="connsiteX88" fmla="*/ 6029 w 10071"/>
              <a:gd name="connsiteY88" fmla="*/ 1666 h 10000"/>
              <a:gd name="connsiteX89" fmla="*/ 5478 w 10071"/>
              <a:gd name="connsiteY89" fmla="*/ 3210 h 10000"/>
              <a:gd name="connsiteX90" fmla="*/ 5554 w 10071"/>
              <a:gd name="connsiteY90" fmla="*/ 2954 h 10000"/>
              <a:gd name="connsiteX91" fmla="*/ 5266 w 10071"/>
              <a:gd name="connsiteY91" fmla="*/ 3739 h 10000"/>
              <a:gd name="connsiteX92" fmla="*/ 4973 w 10071"/>
              <a:gd name="connsiteY92" fmla="*/ 4504 h 10000"/>
              <a:gd name="connsiteX93" fmla="*/ 4681 w 10071"/>
              <a:gd name="connsiteY93" fmla="*/ 5231 h 10000"/>
              <a:gd name="connsiteX94" fmla="*/ 4385 w 10071"/>
              <a:gd name="connsiteY94" fmla="*/ 5947 h 10000"/>
              <a:gd name="connsiteX95" fmla="*/ 4086 w 10071"/>
              <a:gd name="connsiteY95" fmla="*/ 6615 h 10000"/>
              <a:gd name="connsiteX96" fmla="*/ 3786 w 10071"/>
              <a:gd name="connsiteY96" fmla="*/ 7272 h 10000"/>
              <a:gd name="connsiteX97" fmla="*/ 3483 w 10071"/>
              <a:gd name="connsiteY97" fmla="*/ 7891 h 10000"/>
              <a:gd name="connsiteX98" fmla="*/ 3180 w 10071"/>
              <a:gd name="connsiteY98" fmla="*/ 8488 h 10000"/>
              <a:gd name="connsiteX99" fmla="*/ 2873 w 10071"/>
              <a:gd name="connsiteY99" fmla="*/ 9058 h 10000"/>
              <a:gd name="connsiteX100" fmla="*/ 2567 w 10071"/>
              <a:gd name="connsiteY100" fmla="*/ 9587 h 10000"/>
              <a:gd name="connsiteX101" fmla="*/ 2162 w 10071"/>
              <a:gd name="connsiteY101" fmla="*/ 9632 h 10000"/>
              <a:gd name="connsiteX102" fmla="*/ 1505 w 10071"/>
              <a:gd name="connsiteY102" fmla="*/ 9480 h 10000"/>
              <a:gd name="connsiteX103" fmla="*/ 752 w 10071"/>
              <a:gd name="connsiteY103" fmla="*/ 8881 h 10000"/>
              <a:gd name="connsiteX104" fmla="*/ 0 w 10071"/>
              <a:gd name="connsiteY104" fmla="*/ 8292 h 10000"/>
              <a:gd name="connsiteX0" fmla="*/ 0 w 10071"/>
              <a:gd name="connsiteY0" fmla="*/ 8292 h 10000"/>
              <a:gd name="connsiteX1" fmla="*/ 329 w 10071"/>
              <a:gd name="connsiteY1" fmla="*/ 8488 h 10000"/>
              <a:gd name="connsiteX2" fmla="*/ 650 w 10071"/>
              <a:gd name="connsiteY2" fmla="*/ 8715 h 10000"/>
              <a:gd name="connsiteX3" fmla="*/ 975 w 10071"/>
              <a:gd name="connsiteY3" fmla="*/ 8950 h 10000"/>
              <a:gd name="connsiteX4" fmla="*/ 1300 w 10071"/>
              <a:gd name="connsiteY4" fmla="*/ 9205 h 10000"/>
              <a:gd name="connsiteX5" fmla="*/ 1622 w 10071"/>
              <a:gd name="connsiteY5" fmla="*/ 9480 h 10000"/>
              <a:gd name="connsiteX6" fmla="*/ 1943 w 10071"/>
              <a:gd name="connsiteY6" fmla="*/ 9785 h 10000"/>
              <a:gd name="connsiteX7" fmla="*/ 2321 w 10071"/>
              <a:gd name="connsiteY7" fmla="*/ 9977 h 10000"/>
              <a:gd name="connsiteX8" fmla="*/ 2523 w 10071"/>
              <a:gd name="connsiteY8" fmla="*/ 10000 h 10000"/>
              <a:gd name="connsiteX9" fmla="*/ 2789 w 10071"/>
              <a:gd name="connsiteY9" fmla="*/ 9892 h 10000"/>
              <a:gd name="connsiteX10" fmla="*/ 3049 w 10071"/>
              <a:gd name="connsiteY10" fmla="*/ 9755 h 10000"/>
              <a:gd name="connsiteX11" fmla="*/ 3308 w 10071"/>
              <a:gd name="connsiteY11" fmla="*/ 9587 h 10000"/>
              <a:gd name="connsiteX12" fmla="*/ 3560 w 10071"/>
              <a:gd name="connsiteY12" fmla="*/ 9411 h 10000"/>
              <a:gd name="connsiteX13" fmla="*/ 3808 w 10071"/>
              <a:gd name="connsiteY13" fmla="*/ 9215 h 10000"/>
              <a:gd name="connsiteX14" fmla="*/ 4049 w 10071"/>
              <a:gd name="connsiteY14" fmla="*/ 8999 h 10000"/>
              <a:gd name="connsiteX15" fmla="*/ 4287 w 10071"/>
              <a:gd name="connsiteY15" fmla="*/ 8764 h 10000"/>
              <a:gd name="connsiteX16" fmla="*/ 4517 w 10071"/>
              <a:gd name="connsiteY16" fmla="*/ 8508 h 10000"/>
              <a:gd name="connsiteX17" fmla="*/ 4740 w 10071"/>
              <a:gd name="connsiteY17" fmla="*/ 8234 h 10000"/>
              <a:gd name="connsiteX18" fmla="*/ 4959 w 10071"/>
              <a:gd name="connsiteY18" fmla="*/ 7949 h 10000"/>
              <a:gd name="connsiteX19" fmla="*/ 5167 w 10071"/>
              <a:gd name="connsiteY19" fmla="*/ 7645 h 10000"/>
              <a:gd name="connsiteX20" fmla="*/ 5372 w 10071"/>
              <a:gd name="connsiteY20" fmla="*/ 7311 h 10000"/>
              <a:gd name="connsiteX21" fmla="*/ 5565 w 10071"/>
              <a:gd name="connsiteY21" fmla="*/ 6968 h 10000"/>
              <a:gd name="connsiteX22" fmla="*/ 5751 w 10071"/>
              <a:gd name="connsiteY22" fmla="*/ 6615 h 10000"/>
              <a:gd name="connsiteX23" fmla="*/ 5927 w 10071"/>
              <a:gd name="connsiteY23" fmla="*/ 6242 h 10000"/>
              <a:gd name="connsiteX24" fmla="*/ 6098 w 10071"/>
              <a:gd name="connsiteY24" fmla="*/ 5859 h 10000"/>
              <a:gd name="connsiteX25" fmla="*/ 6259 w 10071"/>
              <a:gd name="connsiteY25" fmla="*/ 5446 h 10000"/>
              <a:gd name="connsiteX26" fmla="*/ 6365 w 10071"/>
              <a:gd name="connsiteY26" fmla="*/ 5191 h 10000"/>
              <a:gd name="connsiteX27" fmla="*/ 6478 w 10071"/>
              <a:gd name="connsiteY27" fmla="*/ 4927 h 10000"/>
              <a:gd name="connsiteX28" fmla="*/ 6591 w 10071"/>
              <a:gd name="connsiteY28" fmla="*/ 4681 h 10000"/>
              <a:gd name="connsiteX29" fmla="*/ 6712 w 10071"/>
              <a:gd name="connsiteY29" fmla="*/ 4435 h 10000"/>
              <a:gd name="connsiteX30" fmla="*/ 6829 w 10071"/>
              <a:gd name="connsiteY30" fmla="*/ 4200 h 10000"/>
              <a:gd name="connsiteX31" fmla="*/ 6953 w 10071"/>
              <a:gd name="connsiteY31" fmla="*/ 3985 h 10000"/>
              <a:gd name="connsiteX32" fmla="*/ 7077 w 10071"/>
              <a:gd name="connsiteY32" fmla="*/ 3769 h 10000"/>
              <a:gd name="connsiteX33" fmla="*/ 7201 w 10071"/>
              <a:gd name="connsiteY33" fmla="*/ 3583 h 10000"/>
              <a:gd name="connsiteX34" fmla="*/ 7322 w 10071"/>
              <a:gd name="connsiteY34" fmla="*/ 3395 h 10000"/>
              <a:gd name="connsiteX35" fmla="*/ 7446 w 10071"/>
              <a:gd name="connsiteY35" fmla="*/ 3228 h 10000"/>
              <a:gd name="connsiteX36" fmla="*/ 7562 w 10071"/>
              <a:gd name="connsiteY36" fmla="*/ 3082 h 10000"/>
              <a:gd name="connsiteX37" fmla="*/ 7682 w 10071"/>
              <a:gd name="connsiteY37" fmla="*/ 2945 h 10000"/>
              <a:gd name="connsiteX38" fmla="*/ 7796 w 10071"/>
              <a:gd name="connsiteY38" fmla="*/ 2826 h 10000"/>
              <a:gd name="connsiteX39" fmla="*/ 7909 w 10071"/>
              <a:gd name="connsiteY39" fmla="*/ 2739 h 10000"/>
              <a:gd name="connsiteX40" fmla="*/ 8015 w 10071"/>
              <a:gd name="connsiteY40" fmla="*/ 2660 h 10000"/>
              <a:gd name="connsiteX41" fmla="*/ 8117 w 10071"/>
              <a:gd name="connsiteY41" fmla="*/ 2601 h 10000"/>
              <a:gd name="connsiteX42" fmla="*/ 8212 w 10071"/>
              <a:gd name="connsiteY42" fmla="*/ 2572 h 10000"/>
              <a:gd name="connsiteX43" fmla="*/ 8303 w 10071"/>
              <a:gd name="connsiteY43" fmla="*/ 2552 h 10000"/>
              <a:gd name="connsiteX44" fmla="*/ 8387 w 10071"/>
              <a:gd name="connsiteY44" fmla="*/ 2543 h 10000"/>
              <a:gd name="connsiteX45" fmla="*/ 8482 w 10071"/>
              <a:gd name="connsiteY45" fmla="*/ 2543 h 10000"/>
              <a:gd name="connsiteX46" fmla="*/ 8581 w 10071"/>
              <a:gd name="connsiteY46" fmla="*/ 2552 h 10000"/>
              <a:gd name="connsiteX47" fmla="*/ 8687 w 10071"/>
              <a:gd name="connsiteY47" fmla="*/ 2572 h 10000"/>
              <a:gd name="connsiteX48" fmla="*/ 8796 w 10071"/>
              <a:gd name="connsiteY48" fmla="*/ 2601 h 10000"/>
              <a:gd name="connsiteX49" fmla="*/ 8906 w 10071"/>
              <a:gd name="connsiteY49" fmla="*/ 2641 h 10000"/>
              <a:gd name="connsiteX50" fmla="*/ 9019 w 10071"/>
              <a:gd name="connsiteY50" fmla="*/ 2689 h 10000"/>
              <a:gd name="connsiteX51" fmla="*/ 9136 w 10071"/>
              <a:gd name="connsiteY51" fmla="*/ 2748 h 10000"/>
              <a:gd name="connsiteX52" fmla="*/ 9253 w 10071"/>
              <a:gd name="connsiteY52" fmla="*/ 2816 h 10000"/>
              <a:gd name="connsiteX53" fmla="*/ 9370 w 10071"/>
              <a:gd name="connsiteY53" fmla="*/ 2885 h 10000"/>
              <a:gd name="connsiteX54" fmla="*/ 9483 w 10071"/>
              <a:gd name="connsiteY54" fmla="*/ 2954 h 10000"/>
              <a:gd name="connsiteX55" fmla="*/ 9524 w 10071"/>
              <a:gd name="connsiteY55" fmla="*/ 3081 h 10000"/>
              <a:gd name="connsiteX56" fmla="*/ 9560 w 10071"/>
              <a:gd name="connsiteY56" fmla="*/ 3330 h 10000"/>
              <a:gd name="connsiteX57" fmla="*/ 9599 w 10071"/>
              <a:gd name="connsiteY57" fmla="*/ 3805 h 10000"/>
              <a:gd name="connsiteX58" fmla="*/ 9614 w 10071"/>
              <a:gd name="connsiteY58" fmla="*/ 4255 h 10000"/>
              <a:gd name="connsiteX59" fmla="*/ 9658 w 10071"/>
              <a:gd name="connsiteY59" fmla="*/ 4493 h 10000"/>
              <a:gd name="connsiteX60" fmla="*/ 10071 w 10071"/>
              <a:gd name="connsiteY60" fmla="*/ 377 h 10000"/>
              <a:gd name="connsiteX61" fmla="*/ 9522 w 10071"/>
              <a:gd name="connsiteY61" fmla="*/ 441 h 10000"/>
              <a:gd name="connsiteX62" fmla="*/ 9001 w 10071"/>
              <a:gd name="connsiteY62" fmla="*/ 463 h 10000"/>
              <a:gd name="connsiteX63" fmla="*/ 8504 w 10071"/>
              <a:gd name="connsiteY63" fmla="*/ 314 h 10000"/>
              <a:gd name="connsiteX64" fmla="*/ 8044 w 10071"/>
              <a:gd name="connsiteY64" fmla="*/ 0 h 10000"/>
              <a:gd name="connsiteX65" fmla="*/ 8486 w 10071"/>
              <a:gd name="connsiteY65" fmla="*/ 786 h 10000"/>
              <a:gd name="connsiteX66" fmla="*/ 8453 w 10071"/>
              <a:gd name="connsiteY66" fmla="*/ 746 h 10000"/>
              <a:gd name="connsiteX67" fmla="*/ 8417 w 10071"/>
              <a:gd name="connsiteY67" fmla="*/ 717 h 10000"/>
              <a:gd name="connsiteX68" fmla="*/ 8365 w 10071"/>
              <a:gd name="connsiteY68" fmla="*/ 678 h 10000"/>
              <a:gd name="connsiteX69" fmla="*/ 8311 w 10071"/>
              <a:gd name="connsiteY69" fmla="*/ 648 h 10000"/>
              <a:gd name="connsiteX70" fmla="*/ 8252 w 10071"/>
              <a:gd name="connsiteY70" fmla="*/ 619 h 10000"/>
              <a:gd name="connsiteX71" fmla="*/ 8186 w 10071"/>
              <a:gd name="connsiteY71" fmla="*/ 590 h 10000"/>
              <a:gd name="connsiteX72" fmla="*/ 8117 w 10071"/>
              <a:gd name="connsiteY72" fmla="*/ 570 h 10000"/>
              <a:gd name="connsiteX73" fmla="*/ 8044 w 10071"/>
              <a:gd name="connsiteY73" fmla="*/ 540 h 10000"/>
              <a:gd name="connsiteX74" fmla="*/ 7971 w 10071"/>
              <a:gd name="connsiteY74" fmla="*/ 530 h 10000"/>
              <a:gd name="connsiteX75" fmla="*/ 7898 w 10071"/>
              <a:gd name="connsiteY75" fmla="*/ 511 h 10000"/>
              <a:gd name="connsiteX76" fmla="*/ 7821 w 10071"/>
              <a:gd name="connsiteY76" fmla="*/ 500 h 10000"/>
              <a:gd name="connsiteX77" fmla="*/ 7752 w 10071"/>
              <a:gd name="connsiteY77" fmla="*/ 500 h 10000"/>
              <a:gd name="connsiteX78" fmla="*/ 7566 w 10071"/>
              <a:gd name="connsiteY78" fmla="*/ 500 h 10000"/>
              <a:gd name="connsiteX79" fmla="*/ 7391 w 10071"/>
              <a:gd name="connsiteY79" fmla="*/ 521 h 10000"/>
              <a:gd name="connsiteX80" fmla="*/ 7220 w 10071"/>
              <a:gd name="connsiteY80" fmla="*/ 559 h 10000"/>
              <a:gd name="connsiteX81" fmla="*/ 7055 w 10071"/>
              <a:gd name="connsiteY81" fmla="*/ 599 h 10000"/>
              <a:gd name="connsiteX82" fmla="*/ 6898 w 10071"/>
              <a:gd name="connsiteY82" fmla="*/ 657 h 10000"/>
              <a:gd name="connsiteX83" fmla="*/ 6752 w 10071"/>
              <a:gd name="connsiteY83" fmla="*/ 736 h 10000"/>
              <a:gd name="connsiteX84" fmla="*/ 6610 w 10071"/>
              <a:gd name="connsiteY84" fmla="*/ 815 h 10000"/>
              <a:gd name="connsiteX85" fmla="*/ 6478 w 10071"/>
              <a:gd name="connsiteY85" fmla="*/ 923 h 10000"/>
              <a:gd name="connsiteX86" fmla="*/ 6350 w 10071"/>
              <a:gd name="connsiteY86" fmla="*/ 1048 h 10000"/>
              <a:gd name="connsiteX87" fmla="*/ 6236 w 10071"/>
              <a:gd name="connsiteY87" fmla="*/ 1339 h 10000"/>
              <a:gd name="connsiteX88" fmla="*/ 6072 w 10071"/>
              <a:gd name="connsiteY88" fmla="*/ 1772 h 10000"/>
              <a:gd name="connsiteX89" fmla="*/ 5478 w 10071"/>
              <a:gd name="connsiteY89" fmla="*/ 3210 h 10000"/>
              <a:gd name="connsiteX90" fmla="*/ 5554 w 10071"/>
              <a:gd name="connsiteY90" fmla="*/ 2954 h 10000"/>
              <a:gd name="connsiteX91" fmla="*/ 5266 w 10071"/>
              <a:gd name="connsiteY91" fmla="*/ 3739 h 10000"/>
              <a:gd name="connsiteX92" fmla="*/ 4973 w 10071"/>
              <a:gd name="connsiteY92" fmla="*/ 4504 h 10000"/>
              <a:gd name="connsiteX93" fmla="*/ 4681 w 10071"/>
              <a:gd name="connsiteY93" fmla="*/ 5231 h 10000"/>
              <a:gd name="connsiteX94" fmla="*/ 4385 w 10071"/>
              <a:gd name="connsiteY94" fmla="*/ 5947 h 10000"/>
              <a:gd name="connsiteX95" fmla="*/ 4086 w 10071"/>
              <a:gd name="connsiteY95" fmla="*/ 6615 h 10000"/>
              <a:gd name="connsiteX96" fmla="*/ 3786 w 10071"/>
              <a:gd name="connsiteY96" fmla="*/ 7272 h 10000"/>
              <a:gd name="connsiteX97" fmla="*/ 3483 w 10071"/>
              <a:gd name="connsiteY97" fmla="*/ 7891 h 10000"/>
              <a:gd name="connsiteX98" fmla="*/ 3180 w 10071"/>
              <a:gd name="connsiteY98" fmla="*/ 8488 h 10000"/>
              <a:gd name="connsiteX99" fmla="*/ 2873 w 10071"/>
              <a:gd name="connsiteY99" fmla="*/ 9058 h 10000"/>
              <a:gd name="connsiteX100" fmla="*/ 2567 w 10071"/>
              <a:gd name="connsiteY100" fmla="*/ 9587 h 10000"/>
              <a:gd name="connsiteX101" fmla="*/ 2162 w 10071"/>
              <a:gd name="connsiteY101" fmla="*/ 9632 h 10000"/>
              <a:gd name="connsiteX102" fmla="*/ 1505 w 10071"/>
              <a:gd name="connsiteY102" fmla="*/ 9480 h 10000"/>
              <a:gd name="connsiteX103" fmla="*/ 752 w 10071"/>
              <a:gd name="connsiteY103" fmla="*/ 8881 h 10000"/>
              <a:gd name="connsiteX104" fmla="*/ 0 w 10071"/>
              <a:gd name="connsiteY104" fmla="*/ 8292 h 10000"/>
              <a:gd name="connsiteX0" fmla="*/ 0 w 10071"/>
              <a:gd name="connsiteY0" fmla="*/ 8292 h 10000"/>
              <a:gd name="connsiteX1" fmla="*/ 329 w 10071"/>
              <a:gd name="connsiteY1" fmla="*/ 8488 h 10000"/>
              <a:gd name="connsiteX2" fmla="*/ 650 w 10071"/>
              <a:gd name="connsiteY2" fmla="*/ 8715 h 10000"/>
              <a:gd name="connsiteX3" fmla="*/ 975 w 10071"/>
              <a:gd name="connsiteY3" fmla="*/ 8950 h 10000"/>
              <a:gd name="connsiteX4" fmla="*/ 1300 w 10071"/>
              <a:gd name="connsiteY4" fmla="*/ 9205 h 10000"/>
              <a:gd name="connsiteX5" fmla="*/ 1622 w 10071"/>
              <a:gd name="connsiteY5" fmla="*/ 9480 h 10000"/>
              <a:gd name="connsiteX6" fmla="*/ 1943 w 10071"/>
              <a:gd name="connsiteY6" fmla="*/ 9785 h 10000"/>
              <a:gd name="connsiteX7" fmla="*/ 2321 w 10071"/>
              <a:gd name="connsiteY7" fmla="*/ 9977 h 10000"/>
              <a:gd name="connsiteX8" fmla="*/ 2523 w 10071"/>
              <a:gd name="connsiteY8" fmla="*/ 10000 h 10000"/>
              <a:gd name="connsiteX9" fmla="*/ 2789 w 10071"/>
              <a:gd name="connsiteY9" fmla="*/ 9892 h 10000"/>
              <a:gd name="connsiteX10" fmla="*/ 3049 w 10071"/>
              <a:gd name="connsiteY10" fmla="*/ 9755 h 10000"/>
              <a:gd name="connsiteX11" fmla="*/ 3308 w 10071"/>
              <a:gd name="connsiteY11" fmla="*/ 9587 h 10000"/>
              <a:gd name="connsiteX12" fmla="*/ 3560 w 10071"/>
              <a:gd name="connsiteY12" fmla="*/ 9411 h 10000"/>
              <a:gd name="connsiteX13" fmla="*/ 3808 w 10071"/>
              <a:gd name="connsiteY13" fmla="*/ 9215 h 10000"/>
              <a:gd name="connsiteX14" fmla="*/ 4049 w 10071"/>
              <a:gd name="connsiteY14" fmla="*/ 8999 h 10000"/>
              <a:gd name="connsiteX15" fmla="*/ 4287 w 10071"/>
              <a:gd name="connsiteY15" fmla="*/ 8764 h 10000"/>
              <a:gd name="connsiteX16" fmla="*/ 4517 w 10071"/>
              <a:gd name="connsiteY16" fmla="*/ 8508 h 10000"/>
              <a:gd name="connsiteX17" fmla="*/ 4740 w 10071"/>
              <a:gd name="connsiteY17" fmla="*/ 8234 h 10000"/>
              <a:gd name="connsiteX18" fmla="*/ 4959 w 10071"/>
              <a:gd name="connsiteY18" fmla="*/ 7949 h 10000"/>
              <a:gd name="connsiteX19" fmla="*/ 5167 w 10071"/>
              <a:gd name="connsiteY19" fmla="*/ 7645 h 10000"/>
              <a:gd name="connsiteX20" fmla="*/ 5372 w 10071"/>
              <a:gd name="connsiteY20" fmla="*/ 7311 h 10000"/>
              <a:gd name="connsiteX21" fmla="*/ 5565 w 10071"/>
              <a:gd name="connsiteY21" fmla="*/ 6968 h 10000"/>
              <a:gd name="connsiteX22" fmla="*/ 5751 w 10071"/>
              <a:gd name="connsiteY22" fmla="*/ 6615 h 10000"/>
              <a:gd name="connsiteX23" fmla="*/ 5927 w 10071"/>
              <a:gd name="connsiteY23" fmla="*/ 6242 h 10000"/>
              <a:gd name="connsiteX24" fmla="*/ 6098 w 10071"/>
              <a:gd name="connsiteY24" fmla="*/ 5859 h 10000"/>
              <a:gd name="connsiteX25" fmla="*/ 6259 w 10071"/>
              <a:gd name="connsiteY25" fmla="*/ 5446 h 10000"/>
              <a:gd name="connsiteX26" fmla="*/ 6365 w 10071"/>
              <a:gd name="connsiteY26" fmla="*/ 5191 h 10000"/>
              <a:gd name="connsiteX27" fmla="*/ 6478 w 10071"/>
              <a:gd name="connsiteY27" fmla="*/ 4927 h 10000"/>
              <a:gd name="connsiteX28" fmla="*/ 6591 w 10071"/>
              <a:gd name="connsiteY28" fmla="*/ 4681 h 10000"/>
              <a:gd name="connsiteX29" fmla="*/ 6712 w 10071"/>
              <a:gd name="connsiteY29" fmla="*/ 4435 h 10000"/>
              <a:gd name="connsiteX30" fmla="*/ 6829 w 10071"/>
              <a:gd name="connsiteY30" fmla="*/ 4200 h 10000"/>
              <a:gd name="connsiteX31" fmla="*/ 6953 w 10071"/>
              <a:gd name="connsiteY31" fmla="*/ 3985 h 10000"/>
              <a:gd name="connsiteX32" fmla="*/ 7077 w 10071"/>
              <a:gd name="connsiteY32" fmla="*/ 3769 h 10000"/>
              <a:gd name="connsiteX33" fmla="*/ 7201 w 10071"/>
              <a:gd name="connsiteY33" fmla="*/ 3583 h 10000"/>
              <a:gd name="connsiteX34" fmla="*/ 7322 w 10071"/>
              <a:gd name="connsiteY34" fmla="*/ 3395 h 10000"/>
              <a:gd name="connsiteX35" fmla="*/ 7446 w 10071"/>
              <a:gd name="connsiteY35" fmla="*/ 3228 h 10000"/>
              <a:gd name="connsiteX36" fmla="*/ 7562 w 10071"/>
              <a:gd name="connsiteY36" fmla="*/ 3082 h 10000"/>
              <a:gd name="connsiteX37" fmla="*/ 7682 w 10071"/>
              <a:gd name="connsiteY37" fmla="*/ 2945 h 10000"/>
              <a:gd name="connsiteX38" fmla="*/ 7796 w 10071"/>
              <a:gd name="connsiteY38" fmla="*/ 2826 h 10000"/>
              <a:gd name="connsiteX39" fmla="*/ 7909 w 10071"/>
              <a:gd name="connsiteY39" fmla="*/ 2739 h 10000"/>
              <a:gd name="connsiteX40" fmla="*/ 8015 w 10071"/>
              <a:gd name="connsiteY40" fmla="*/ 2660 h 10000"/>
              <a:gd name="connsiteX41" fmla="*/ 8117 w 10071"/>
              <a:gd name="connsiteY41" fmla="*/ 2601 h 10000"/>
              <a:gd name="connsiteX42" fmla="*/ 8212 w 10071"/>
              <a:gd name="connsiteY42" fmla="*/ 2572 h 10000"/>
              <a:gd name="connsiteX43" fmla="*/ 8303 w 10071"/>
              <a:gd name="connsiteY43" fmla="*/ 2552 h 10000"/>
              <a:gd name="connsiteX44" fmla="*/ 8387 w 10071"/>
              <a:gd name="connsiteY44" fmla="*/ 2543 h 10000"/>
              <a:gd name="connsiteX45" fmla="*/ 8482 w 10071"/>
              <a:gd name="connsiteY45" fmla="*/ 2543 h 10000"/>
              <a:gd name="connsiteX46" fmla="*/ 8581 w 10071"/>
              <a:gd name="connsiteY46" fmla="*/ 2552 h 10000"/>
              <a:gd name="connsiteX47" fmla="*/ 8687 w 10071"/>
              <a:gd name="connsiteY47" fmla="*/ 2572 h 10000"/>
              <a:gd name="connsiteX48" fmla="*/ 8796 w 10071"/>
              <a:gd name="connsiteY48" fmla="*/ 2601 h 10000"/>
              <a:gd name="connsiteX49" fmla="*/ 8906 w 10071"/>
              <a:gd name="connsiteY49" fmla="*/ 2641 h 10000"/>
              <a:gd name="connsiteX50" fmla="*/ 9019 w 10071"/>
              <a:gd name="connsiteY50" fmla="*/ 2689 h 10000"/>
              <a:gd name="connsiteX51" fmla="*/ 9136 w 10071"/>
              <a:gd name="connsiteY51" fmla="*/ 2748 h 10000"/>
              <a:gd name="connsiteX52" fmla="*/ 9253 w 10071"/>
              <a:gd name="connsiteY52" fmla="*/ 2816 h 10000"/>
              <a:gd name="connsiteX53" fmla="*/ 9370 w 10071"/>
              <a:gd name="connsiteY53" fmla="*/ 2885 h 10000"/>
              <a:gd name="connsiteX54" fmla="*/ 9483 w 10071"/>
              <a:gd name="connsiteY54" fmla="*/ 2954 h 10000"/>
              <a:gd name="connsiteX55" fmla="*/ 9524 w 10071"/>
              <a:gd name="connsiteY55" fmla="*/ 3081 h 10000"/>
              <a:gd name="connsiteX56" fmla="*/ 9560 w 10071"/>
              <a:gd name="connsiteY56" fmla="*/ 3330 h 10000"/>
              <a:gd name="connsiteX57" fmla="*/ 9599 w 10071"/>
              <a:gd name="connsiteY57" fmla="*/ 3805 h 10000"/>
              <a:gd name="connsiteX58" fmla="*/ 9614 w 10071"/>
              <a:gd name="connsiteY58" fmla="*/ 4255 h 10000"/>
              <a:gd name="connsiteX59" fmla="*/ 9658 w 10071"/>
              <a:gd name="connsiteY59" fmla="*/ 4493 h 10000"/>
              <a:gd name="connsiteX60" fmla="*/ 10071 w 10071"/>
              <a:gd name="connsiteY60" fmla="*/ 377 h 10000"/>
              <a:gd name="connsiteX61" fmla="*/ 9522 w 10071"/>
              <a:gd name="connsiteY61" fmla="*/ 441 h 10000"/>
              <a:gd name="connsiteX62" fmla="*/ 9001 w 10071"/>
              <a:gd name="connsiteY62" fmla="*/ 463 h 10000"/>
              <a:gd name="connsiteX63" fmla="*/ 8504 w 10071"/>
              <a:gd name="connsiteY63" fmla="*/ 314 h 10000"/>
              <a:gd name="connsiteX64" fmla="*/ 8044 w 10071"/>
              <a:gd name="connsiteY64" fmla="*/ 0 h 10000"/>
              <a:gd name="connsiteX65" fmla="*/ 8486 w 10071"/>
              <a:gd name="connsiteY65" fmla="*/ 786 h 10000"/>
              <a:gd name="connsiteX66" fmla="*/ 8453 w 10071"/>
              <a:gd name="connsiteY66" fmla="*/ 746 h 10000"/>
              <a:gd name="connsiteX67" fmla="*/ 8417 w 10071"/>
              <a:gd name="connsiteY67" fmla="*/ 717 h 10000"/>
              <a:gd name="connsiteX68" fmla="*/ 8365 w 10071"/>
              <a:gd name="connsiteY68" fmla="*/ 678 h 10000"/>
              <a:gd name="connsiteX69" fmla="*/ 8311 w 10071"/>
              <a:gd name="connsiteY69" fmla="*/ 648 h 10000"/>
              <a:gd name="connsiteX70" fmla="*/ 8252 w 10071"/>
              <a:gd name="connsiteY70" fmla="*/ 619 h 10000"/>
              <a:gd name="connsiteX71" fmla="*/ 8186 w 10071"/>
              <a:gd name="connsiteY71" fmla="*/ 590 h 10000"/>
              <a:gd name="connsiteX72" fmla="*/ 8117 w 10071"/>
              <a:gd name="connsiteY72" fmla="*/ 570 h 10000"/>
              <a:gd name="connsiteX73" fmla="*/ 8044 w 10071"/>
              <a:gd name="connsiteY73" fmla="*/ 540 h 10000"/>
              <a:gd name="connsiteX74" fmla="*/ 7971 w 10071"/>
              <a:gd name="connsiteY74" fmla="*/ 530 h 10000"/>
              <a:gd name="connsiteX75" fmla="*/ 7898 w 10071"/>
              <a:gd name="connsiteY75" fmla="*/ 511 h 10000"/>
              <a:gd name="connsiteX76" fmla="*/ 7821 w 10071"/>
              <a:gd name="connsiteY76" fmla="*/ 500 h 10000"/>
              <a:gd name="connsiteX77" fmla="*/ 7752 w 10071"/>
              <a:gd name="connsiteY77" fmla="*/ 500 h 10000"/>
              <a:gd name="connsiteX78" fmla="*/ 7566 w 10071"/>
              <a:gd name="connsiteY78" fmla="*/ 500 h 10000"/>
              <a:gd name="connsiteX79" fmla="*/ 7391 w 10071"/>
              <a:gd name="connsiteY79" fmla="*/ 521 h 10000"/>
              <a:gd name="connsiteX80" fmla="*/ 7220 w 10071"/>
              <a:gd name="connsiteY80" fmla="*/ 559 h 10000"/>
              <a:gd name="connsiteX81" fmla="*/ 7055 w 10071"/>
              <a:gd name="connsiteY81" fmla="*/ 599 h 10000"/>
              <a:gd name="connsiteX82" fmla="*/ 6898 w 10071"/>
              <a:gd name="connsiteY82" fmla="*/ 657 h 10000"/>
              <a:gd name="connsiteX83" fmla="*/ 6752 w 10071"/>
              <a:gd name="connsiteY83" fmla="*/ 736 h 10000"/>
              <a:gd name="connsiteX84" fmla="*/ 6610 w 10071"/>
              <a:gd name="connsiteY84" fmla="*/ 815 h 10000"/>
              <a:gd name="connsiteX85" fmla="*/ 6478 w 10071"/>
              <a:gd name="connsiteY85" fmla="*/ 923 h 10000"/>
              <a:gd name="connsiteX86" fmla="*/ 6422 w 10071"/>
              <a:gd name="connsiteY86" fmla="*/ 1175 h 10000"/>
              <a:gd name="connsiteX87" fmla="*/ 6236 w 10071"/>
              <a:gd name="connsiteY87" fmla="*/ 1339 h 10000"/>
              <a:gd name="connsiteX88" fmla="*/ 6072 w 10071"/>
              <a:gd name="connsiteY88" fmla="*/ 1772 h 10000"/>
              <a:gd name="connsiteX89" fmla="*/ 5478 w 10071"/>
              <a:gd name="connsiteY89" fmla="*/ 3210 h 10000"/>
              <a:gd name="connsiteX90" fmla="*/ 5554 w 10071"/>
              <a:gd name="connsiteY90" fmla="*/ 2954 h 10000"/>
              <a:gd name="connsiteX91" fmla="*/ 5266 w 10071"/>
              <a:gd name="connsiteY91" fmla="*/ 3739 h 10000"/>
              <a:gd name="connsiteX92" fmla="*/ 4973 w 10071"/>
              <a:gd name="connsiteY92" fmla="*/ 4504 h 10000"/>
              <a:gd name="connsiteX93" fmla="*/ 4681 w 10071"/>
              <a:gd name="connsiteY93" fmla="*/ 5231 h 10000"/>
              <a:gd name="connsiteX94" fmla="*/ 4385 w 10071"/>
              <a:gd name="connsiteY94" fmla="*/ 5947 h 10000"/>
              <a:gd name="connsiteX95" fmla="*/ 4086 w 10071"/>
              <a:gd name="connsiteY95" fmla="*/ 6615 h 10000"/>
              <a:gd name="connsiteX96" fmla="*/ 3786 w 10071"/>
              <a:gd name="connsiteY96" fmla="*/ 7272 h 10000"/>
              <a:gd name="connsiteX97" fmla="*/ 3483 w 10071"/>
              <a:gd name="connsiteY97" fmla="*/ 7891 h 10000"/>
              <a:gd name="connsiteX98" fmla="*/ 3180 w 10071"/>
              <a:gd name="connsiteY98" fmla="*/ 8488 h 10000"/>
              <a:gd name="connsiteX99" fmla="*/ 2873 w 10071"/>
              <a:gd name="connsiteY99" fmla="*/ 9058 h 10000"/>
              <a:gd name="connsiteX100" fmla="*/ 2567 w 10071"/>
              <a:gd name="connsiteY100" fmla="*/ 9587 h 10000"/>
              <a:gd name="connsiteX101" fmla="*/ 2162 w 10071"/>
              <a:gd name="connsiteY101" fmla="*/ 9632 h 10000"/>
              <a:gd name="connsiteX102" fmla="*/ 1505 w 10071"/>
              <a:gd name="connsiteY102" fmla="*/ 9480 h 10000"/>
              <a:gd name="connsiteX103" fmla="*/ 752 w 10071"/>
              <a:gd name="connsiteY103" fmla="*/ 8881 h 10000"/>
              <a:gd name="connsiteX104" fmla="*/ 0 w 10071"/>
              <a:gd name="connsiteY104" fmla="*/ 8292 h 10000"/>
              <a:gd name="connsiteX0" fmla="*/ 0 w 10071"/>
              <a:gd name="connsiteY0" fmla="*/ 8292 h 10000"/>
              <a:gd name="connsiteX1" fmla="*/ 329 w 10071"/>
              <a:gd name="connsiteY1" fmla="*/ 8488 h 10000"/>
              <a:gd name="connsiteX2" fmla="*/ 650 w 10071"/>
              <a:gd name="connsiteY2" fmla="*/ 8715 h 10000"/>
              <a:gd name="connsiteX3" fmla="*/ 975 w 10071"/>
              <a:gd name="connsiteY3" fmla="*/ 8950 h 10000"/>
              <a:gd name="connsiteX4" fmla="*/ 1300 w 10071"/>
              <a:gd name="connsiteY4" fmla="*/ 9205 h 10000"/>
              <a:gd name="connsiteX5" fmla="*/ 1622 w 10071"/>
              <a:gd name="connsiteY5" fmla="*/ 9480 h 10000"/>
              <a:gd name="connsiteX6" fmla="*/ 1943 w 10071"/>
              <a:gd name="connsiteY6" fmla="*/ 9785 h 10000"/>
              <a:gd name="connsiteX7" fmla="*/ 2321 w 10071"/>
              <a:gd name="connsiteY7" fmla="*/ 9977 h 10000"/>
              <a:gd name="connsiteX8" fmla="*/ 2523 w 10071"/>
              <a:gd name="connsiteY8" fmla="*/ 10000 h 10000"/>
              <a:gd name="connsiteX9" fmla="*/ 2789 w 10071"/>
              <a:gd name="connsiteY9" fmla="*/ 9892 h 10000"/>
              <a:gd name="connsiteX10" fmla="*/ 3049 w 10071"/>
              <a:gd name="connsiteY10" fmla="*/ 9755 h 10000"/>
              <a:gd name="connsiteX11" fmla="*/ 3308 w 10071"/>
              <a:gd name="connsiteY11" fmla="*/ 9587 h 10000"/>
              <a:gd name="connsiteX12" fmla="*/ 3560 w 10071"/>
              <a:gd name="connsiteY12" fmla="*/ 9411 h 10000"/>
              <a:gd name="connsiteX13" fmla="*/ 3808 w 10071"/>
              <a:gd name="connsiteY13" fmla="*/ 9215 h 10000"/>
              <a:gd name="connsiteX14" fmla="*/ 4049 w 10071"/>
              <a:gd name="connsiteY14" fmla="*/ 8999 h 10000"/>
              <a:gd name="connsiteX15" fmla="*/ 4287 w 10071"/>
              <a:gd name="connsiteY15" fmla="*/ 8764 h 10000"/>
              <a:gd name="connsiteX16" fmla="*/ 4517 w 10071"/>
              <a:gd name="connsiteY16" fmla="*/ 8508 h 10000"/>
              <a:gd name="connsiteX17" fmla="*/ 4740 w 10071"/>
              <a:gd name="connsiteY17" fmla="*/ 8234 h 10000"/>
              <a:gd name="connsiteX18" fmla="*/ 4959 w 10071"/>
              <a:gd name="connsiteY18" fmla="*/ 7949 h 10000"/>
              <a:gd name="connsiteX19" fmla="*/ 5167 w 10071"/>
              <a:gd name="connsiteY19" fmla="*/ 7645 h 10000"/>
              <a:gd name="connsiteX20" fmla="*/ 5372 w 10071"/>
              <a:gd name="connsiteY20" fmla="*/ 7311 h 10000"/>
              <a:gd name="connsiteX21" fmla="*/ 5565 w 10071"/>
              <a:gd name="connsiteY21" fmla="*/ 6968 h 10000"/>
              <a:gd name="connsiteX22" fmla="*/ 5751 w 10071"/>
              <a:gd name="connsiteY22" fmla="*/ 6615 h 10000"/>
              <a:gd name="connsiteX23" fmla="*/ 5927 w 10071"/>
              <a:gd name="connsiteY23" fmla="*/ 6242 h 10000"/>
              <a:gd name="connsiteX24" fmla="*/ 6098 w 10071"/>
              <a:gd name="connsiteY24" fmla="*/ 5859 h 10000"/>
              <a:gd name="connsiteX25" fmla="*/ 6259 w 10071"/>
              <a:gd name="connsiteY25" fmla="*/ 5446 h 10000"/>
              <a:gd name="connsiteX26" fmla="*/ 6365 w 10071"/>
              <a:gd name="connsiteY26" fmla="*/ 5191 h 10000"/>
              <a:gd name="connsiteX27" fmla="*/ 6478 w 10071"/>
              <a:gd name="connsiteY27" fmla="*/ 4927 h 10000"/>
              <a:gd name="connsiteX28" fmla="*/ 6591 w 10071"/>
              <a:gd name="connsiteY28" fmla="*/ 4681 h 10000"/>
              <a:gd name="connsiteX29" fmla="*/ 6712 w 10071"/>
              <a:gd name="connsiteY29" fmla="*/ 4435 h 10000"/>
              <a:gd name="connsiteX30" fmla="*/ 6829 w 10071"/>
              <a:gd name="connsiteY30" fmla="*/ 4200 h 10000"/>
              <a:gd name="connsiteX31" fmla="*/ 6953 w 10071"/>
              <a:gd name="connsiteY31" fmla="*/ 3985 h 10000"/>
              <a:gd name="connsiteX32" fmla="*/ 7077 w 10071"/>
              <a:gd name="connsiteY32" fmla="*/ 3769 h 10000"/>
              <a:gd name="connsiteX33" fmla="*/ 7201 w 10071"/>
              <a:gd name="connsiteY33" fmla="*/ 3583 h 10000"/>
              <a:gd name="connsiteX34" fmla="*/ 7322 w 10071"/>
              <a:gd name="connsiteY34" fmla="*/ 3395 h 10000"/>
              <a:gd name="connsiteX35" fmla="*/ 7446 w 10071"/>
              <a:gd name="connsiteY35" fmla="*/ 3228 h 10000"/>
              <a:gd name="connsiteX36" fmla="*/ 7562 w 10071"/>
              <a:gd name="connsiteY36" fmla="*/ 3082 h 10000"/>
              <a:gd name="connsiteX37" fmla="*/ 7682 w 10071"/>
              <a:gd name="connsiteY37" fmla="*/ 2945 h 10000"/>
              <a:gd name="connsiteX38" fmla="*/ 7796 w 10071"/>
              <a:gd name="connsiteY38" fmla="*/ 2826 h 10000"/>
              <a:gd name="connsiteX39" fmla="*/ 7909 w 10071"/>
              <a:gd name="connsiteY39" fmla="*/ 2739 h 10000"/>
              <a:gd name="connsiteX40" fmla="*/ 8015 w 10071"/>
              <a:gd name="connsiteY40" fmla="*/ 2660 h 10000"/>
              <a:gd name="connsiteX41" fmla="*/ 8117 w 10071"/>
              <a:gd name="connsiteY41" fmla="*/ 2601 h 10000"/>
              <a:gd name="connsiteX42" fmla="*/ 8212 w 10071"/>
              <a:gd name="connsiteY42" fmla="*/ 2572 h 10000"/>
              <a:gd name="connsiteX43" fmla="*/ 8303 w 10071"/>
              <a:gd name="connsiteY43" fmla="*/ 2552 h 10000"/>
              <a:gd name="connsiteX44" fmla="*/ 8387 w 10071"/>
              <a:gd name="connsiteY44" fmla="*/ 2543 h 10000"/>
              <a:gd name="connsiteX45" fmla="*/ 8482 w 10071"/>
              <a:gd name="connsiteY45" fmla="*/ 2543 h 10000"/>
              <a:gd name="connsiteX46" fmla="*/ 8581 w 10071"/>
              <a:gd name="connsiteY46" fmla="*/ 2552 h 10000"/>
              <a:gd name="connsiteX47" fmla="*/ 8687 w 10071"/>
              <a:gd name="connsiteY47" fmla="*/ 2572 h 10000"/>
              <a:gd name="connsiteX48" fmla="*/ 8796 w 10071"/>
              <a:gd name="connsiteY48" fmla="*/ 2601 h 10000"/>
              <a:gd name="connsiteX49" fmla="*/ 8906 w 10071"/>
              <a:gd name="connsiteY49" fmla="*/ 2641 h 10000"/>
              <a:gd name="connsiteX50" fmla="*/ 9019 w 10071"/>
              <a:gd name="connsiteY50" fmla="*/ 2689 h 10000"/>
              <a:gd name="connsiteX51" fmla="*/ 9136 w 10071"/>
              <a:gd name="connsiteY51" fmla="*/ 2748 h 10000"/>
              <a:gd name="connsiteX52" fmla="*/ 9253 w 10071"/>
              <a:gd name="connsiteY52" fmla="*/ 2816 h 10000"/>
              <a:gd name="connsiteX53" fmla="*/ 9370 w 10071"/>
              <a:gd name="connsiteY53" fmla="*/ 2885 h 10000"/>
              <a:gd name="connsiteX54" fmla="*/ 9483 w 10071"/>
              <a:gd name="connsiteY54" fmla="*/ 2954 h 10000"/>
              <a:gd name="connsiteX55" fmla="*/ 9524 w 10071"/>
              <a:gd name="connsiteY55" fmla="*/ 3081 h 10000"/>
              <a:gd name="connsiteX56" fmla="*/ 9560 w 10071"/>
              <a:gd name="connsiteY56" fmla="*/ 3330 h 10000"/>
              <a:gd name="connsiteX57" fmla="*/ 9599 w 10071"/>
              <a:gd name="connsiteY57" fmla="*/ 3805 h 10000"/>
              <a:gd name="connsiteX58" fmla="*/ 9614 w 10071"/>
              <a:gd name="connsiteY58" fmla="*/ 4255 h 10000"/>
              <a:gd name="connsiteX59" fmla="*/ 9658 w 10071"/>
              <a:gd name="connsiteY59" fmla="*/ 4493 h 10000"/>
              <a:gd name="connsiteX60" fmla="*/ 10071 w 10071"/>
              <a:gd name="connsiteY60" fmla="*/ 377 h 10000"/>
              <a:gd name="connsiteX61" fmla="*/ 9522 w 10071"/>
              <a:gd name="connsiteY61" fmla="*/ 441 h 10000"/>
              <a:gd name="connsiteX62" fmla="*/ 9001 w 10071"/>
              <a:gd name="connsiteY62" fmla="*/ 463 h 10000"/>
              <a:gd name="connsiteX63" fmla="*/ 8504 w 10071"/>
              <a:gd name="connsiteY63" fmla="*/ 314 h 10000"/>
              <a:gd name="connsiteX64" fmla="*/ 8044 w 10071"/>
              <a:gd name="connsiteY64" fmla="*/ 0 h 10000"/>
              <a:gd name="connsiteX65" fmla="*/ 8486 w 10071"/>
              <a:gd name="connsiteY65" fmla="*/ 786 h 10000"/>
              <a:gd name="connsiteX66" fmla="*/ 8453 w 10071"/>
              <a:gd name="connsiteY66" fmla="*/ 746 h 10000"/>
              <a:gd name="connsiteX67" fmla="*/ 8417 w 10071"/>
              <a:gd name="connsiteY67" fmla="*/ 717 h 10000"/>
              <a:gd name="connsiteX68" fmla="*/ 8365 w 10071"/>
              <a:gd name="connsiteY68" fmla="*/ 678 h 10000"/>
              <a:gd name="connsiteX69" fmla="*/ 8311 w 10071"/>
              <a:gd name="connsiteY69" fmla="*/ 648 h 10000"/>
              <a:gd name="connsiteX70" fmla="*/ 8252 w 10071"/>
              <a:gd name="connsiteY70" fmla="*/ 619 h 10000"/>
              <a:gd name="connsiteX71" fmla="*/ 8186 w 10071"/>
              <a:gd name="connsiteY71" fmla="*/ 590 h 10000"/>
              <a:gd name="connsiteX72" fmla="*/ 8117 w 10071"/>
              <a:gd name="connsiteY72" fmla="*/ 570 h 10000"/>
              <a:gd name="connsiteX73" fmla="*/ 8044 w 10071"/>
              <a:gd name="connsiteY73" fmla="*/ 540 h 10000"/>
              <a:gd name="connsiteX74" fmla="*/ 7971 w 10071"/>
              <a:gd name="connsiteY74" fmla="*/ 530 h 10000"/>
              <a:gd name="connsiteX75" fmla="*/ 7898 w 10071"/>
              <a:gd name="connsiteY75" fmla="*/ 511 h 10000"/>
              <a:gd name="connsiteX76" fmla="*/ 7821 w 10071"/>
              <a:gd name="connsiteY76" fmla="*/ 500 h 10000"/>
              <a:gd name="connsiteX77" fmla="*/ 7752 w 10071"/>
              <a:gd name="connsiteY77" fmla="*/ 500 h 10000"/>
              <a:gd name="connsiteX78" fmla="*/ 7566 w 10071"/>
              <a:gd name="connsiteY78" fmla="*/ 500 h 10000"/>
              <a:gd name="connsiteX79" fmla="*/ 7391 w 10071"/>
              <a:gd name="connsiteY79" fmla="*/ 521 h 10000"/>
              <a:gd name="connsiteX80" fmla="*/ 7220 w 10071"/>
              <a:gd name="connsiteY80" fmla="*/ 559 h 10000"/>
              <a:gd name="connsiteX81" fmla="*/ 7055 w 10071"/>
              <a:gd name="connsiteY81" fmla="*/ 599 h 10000"/>
              <a:gd name="connsiteX82" fmla="*/ 6898 w 10071"/>
              <a:gd name="connsiteY82" fmla="*/ 657 h 10000"/>
              <a:gd name="connsiteX83" fmla="*/ 6752 w 10071"/>
              <a:gd name="connsiteY83" fmla="*/ 736 h 10000"/>
              <a:gd name="connsiteX84" fmla="*/ 6610 w 10071"/>
              <a:gd name="connsiteY84" fmla="*/ 815 h 10000"/>
              <a:gd name="connsiteX85" fmla="*/ 6478 w 10071"/>
              <a:gd name="connsiteY85" fmla="*/ 923 h 10000"/>
              <a:gd name="connsiteX86" fmla="*/ 6422 w 10071"/>
              <a:gd name="connsiteY86" fmla="*/ 1175 h 10000"/>
              <a:gd name="connsiteX87" fmla="*/ 6279 w 10071"/>
              <a:gd name="connsiteY87" fmla="*/ 1403 h 10000"/>
              <a:gd name="connsiteX88" fmla="*/ 6072 w 10071"/>
              <a:gd name="connsiteY88" fmla="*/ 1772 h 10000"/>
              <a:gd name="connsiteX89" fmla="*/ 5478 w 10071"/>
              <a:gd name="connsiteY89" fmla="*/ 3210 h 10000"/>
              <a:gd name="connsiteX90" fmla="*/ 5554 w 10071"/>
              <a:gd name="connsiteY90" fmla="*/ 2954 h 10000"/>
              <a:gd name="connsiteX91" fmla="*/ 5266 w 10071"/>
              <a:gd name="connsiteY91" fmla="*/ 3739 h 10000"/>
              <a:gd name="connsiteX92" fmla="*/ 4973 w 10071"/>
              <a:gd name="connsiteY92" fmla="*/ 4504 h 10000"/>
              <a:gd name="connsiteX93" fmla="*/ 4681 w 10071"/>
              <a:gd name="connsiteY93" fmla="*/ 5231 h 10000"/>
              <a:gd name="connsiteX94" fmla="*/ 4385 w 10071"/>
              <a:gd name="connsiteY94" fmla="*/ 5947 h 10000"/>
              <a:gd name="connsiteX95" fmla="*/ 4086 w 10071"/>
              <a:gd name="connsiteY95" fmla="*/ 6615 h 10000"/>
              <a:gd name="connsiteX96" fmla="*/ 3786 w 10071"/>
              <a:gd name="connsiteY96" fmla="*/ 7272 h 10000"/>
              <a:gd name="connsiteX97" fmla="*/ 3483 w 10071"/>
              <a:gd name="connsiteY97" fmla="*/ 7891 h 10000"/>
              <a:gd name="connsiteX98" fmla="*/ 3180 w 10071"/>
              <a:gd name="connsiteY98" fmla="*/ 8488 h 10000"/>
              <a:gd name="connsiteX99" fmla="*/ 2873 w 10071"/>
              <a:gd name="connsiteY99" fmla="*/ 9058 h 10000"/>
              <a:gd name="connsiteX100" fmla="*/ 2567 w 10071"/>
              <a:gd name="connsiteY100" fmla="*/ 9587 h 10000"/>
              <a:gd name="connsiteX101" fmla="*/ 2162 w 10071"/>
              <a:gd name="connsiteY101" fmla="*/ 9632 h 10000"/>
              <a:gd name="connsiteX102" fmla="*/ 1505 w 10071"/>
              <a:gd name="connsiteY102" fmla="*/ 9480 h 10000"/>
              <a:gd name="connsiteX103" fmla="*/ 752 w 10071"/>
              <a:gd name="connsiteY103" fmla="*/ 8881 h 10000"/>
              <a:gd name="connsiteX104" fmla="*/ 0 w 10071"/>
              <a:gd name="connsiteY104" fmla="*/ 8292 h 10000"/>
              <a:gd name="connsiteX0" fmla="*/ 0 w 10071"/>
              <a:gd name="connsiteY0" fmla="*/ 8292 h 10000"/>
              <a:gd name="connsiteX1" fmla="*/ 329 w 10071"/>
              <a:gd name="connsiteY1" fmla="*/ 8488 h 10000"/>
              <a:gd name="connsiteX2" fmla="*/ 650 w 10071"/>
              <a:gd name="connsiteY2" fmla="*/ 8715 h 10000"/>
              <a:gd name="connsiteX3" fmla="*/ 975 w 10071"/>
              <a:gd name="connsiteY3" fmla="*/ 8950 h 10000"/>
              <a:gd name="connsiteX4" fmla="*/ 1300 w 10071"/>
              <a:gd name="connsiteY4" fmla="*/ 9205 h 10000"/>
              <a:gd name="connsiteX5" fmla="*/ 1622 w 10071"/>
              <a:gd name="connsiteY5" fmla="*/ 9480 h 10000"/>
              <a:gd name="connsiteX6" fmla="*/ 1943 w 10071"/>
              <a:gd name="connsiteY6" fmla="*/ 9785 h 10000"/>
              <a:gd name="connsiteX7" fmla="*/ 2321 w 10071"/>
              <a:gd name="connsiteY7" fmla="*/ 9977 h 10000"/>
              <a:gd name="connsiteX8" fmla="*/ 2523 w 10071"/>
              <a:gd name="connsiteY8" fmla="*/ 10000 h 10000"/>
              <a:gd name="connsiteX9" fmla="*/ 2789 w 10071"/>
              <a:gd name="connsiteY9" fmla="*/ 9892 h 10000"/>
              <a:gd name="connsiteX10" fmla="*/ 3049 w 10071"/>
              <a:gd name="connsiteY10" fmla="*/ 9755 h 10000"/>
              <a:gd name="connsiteX11" fmla="*/ 3308 w 10071"/>
              <a:gd name="connsiteY11" fmla="*/ 9587 h 10000"/>
              <a:gd name="connsiteX12" fmla="*/ 3560 w 10071"/>
              <a:gd name="connsiteY12" fmla="*/ 9411 h 10000"/>
              <a:gd name="connsiteX13" fmla="*/ 3808 w 10071"/>
              <a:gd name="connsiteY13" fmla="*/ 9215 h 10000"/>
              <a:gd name="connsiteX14" fmla="*/ 4049 w 10071"/>
              <a:gd name="connsiteY14" fmla="*/ 8999 h 10000"/>
              <a:gd name="connsiteX15" fmla="*/ 4287 w 10071"/>
              <a:gd name="connsiteY15" fmla="*/ 8764 h 10000"/>
              <a:gd name="connsiteX16" fmla="*/ 4517 w 10071"/>
              <a:gd name="connsiteY16" fmla="*/ 8508 h 10000"/>
              <a:gd name="connsiteX17" fmla="*/ 4740 w 10071"/>
              <a:gd name="connsiteY17" fmla="*/ 8234 h 10000"/>
              <a:gd name="connsiteX18" fmla="*/ 4959 w 10071"/>
              <a:gd name="connsiteY18" fmla="*/ 7949 h 10000"/>
              <a:gd name="connsiteX19" fmla="*/ 5167 w 10071"/>
              <a:gd name="connsiteY19" fmla="*/ 7645 h 10000"/>
              <a:gd name="connsiteX20" fmla="*/ 5372 w 10071"/>
              <a:gd name="connsiteY20" fmla="*/ 7311 h 10000"/>
              <a:gd name="connsiteX21" fmla="*/ 5565 w 10071"/>
              <a:gd name="connsiteY21" fmla="*/ 6968 h 10000"/>
              <a:gd name="connsiteX22" fmla="*/ 5751 w 10071"/>
              <a:gd name="connsiteY22" fmla="*/ 6615 h 10000"/>
              <a:gd name="connsiteX23" fmla="*/ 5927 w 10071"/>
              <a:gd name="connsiteY23" fmla="*/ 6242 h 10000"/>
              <a:gd name="connsiteX24" fmla="*/ 6098 w 10071"/>
              <a:gd name="connsiteY24" fmla="*/ 5859 h 10000"/>
              <a:gd name="connsiteX25" fmla="*/ 6259 w 10071"/>
              <a:gd name="connsiteY25" fmla="*/ 5446 h 10000"/>
              <a:gd name="connsiteX26" fmla="*/ 6365 w 10071"/>
              <a:gd name="connsiteY26" fmla="*/ 5191 h 10000"/>
              <a:gd name="connsiteX27" fmla="*/ 6478 w 10071"/>
              <a:gd name="connsiteY27" fmla="*/ 4927 h 10000"/>
              <a:gd name="connsiteX28" fmla="*/ 6591 w 10071"/>
              <a:gd name="connsiteY28" fmla="*/ 4681 h 10000"/>
              <a:gd name="connsiteX29" fmla="*/ 6712 w 10071"/>
              <a:gd name="connsiteY29" fmla="*/ 4435 h 10000"/>
              <a:gd name="connsiteX30" fmla="*/ 6829 w 10071"/>
              <a:gd name="connsiteY30" fmla="*/ 4200 h 10000"/>
              <a:gd name="connsiteX31" fmla="*/ 6953 w 10071"/>
              <a:gd name="connsiteY31" fmla="*/ 3985 h 10000"/>
              <a:gd name="connsiteX32" fmla="*/ 7077 w 10071"/>
              <a:gd name="connsiteY32" fmla="*/ 3769 h 10000"/>
              <a:gd name="connsiteX33" fmla="*/ 7201 w 10071"/>
              <a:gd name="connsiteY33" fmla="*/ 3583 h 10000"/>
              <a:gd name="connsiteX34" fmla="*/ 7322 w 10071"/>
              <a:gd name="connsiteY34" fmla="*/ 3395 h 10000"/>
              <a:gd name="connsiteX35" fmla="*/ 7446 w 10071"/>
              <a:gd name="connsiteY35" fmla="*/ 3228 h 10000"/>
              <a:gd name="connsiteX36" fmla="*/ 7562 w 10071"/>
              <a:gd name="connsiteY36" fmla="*/ 3082 h 10000"/>
              <a:gd name="connsiteX37" fmla="*/ 7682 w 10071"/>
              <a:gd name="connsiteY37" fmla="*/ 2945 h 10000"/>
              <a:gd name="connsiteX38" fmla="*/ 7796 w 10071"/>
              <a:gd name="connsiteY38" fmla="*/ 2826 h 10000"/>
              <a:gd name="connsiteX39" fmla="*/ 7909 w 10071"/>
              <a:gd name="connsiteY39" fmla="*/ 2739 h 10000"/>
              <a:gd name="connsiteX40" fmla="*/ 8015 w 10071"/>
              <a:gd name="connsiteY40" fmla="*/ 2660 h 10000"/>
              <a:gd name="connsiteX41" fmla="*/ 8117 w 10071"/>
              <a:gd name="connsiteY41" fmla="*/ 2601 h 10000"/>
              <a:gd name="connsiteX42" fmla="*/ 8212 w 10071"/>
              <a:gd name="connsiteY42" fmla="*/ 2572 h 10000"/>
              <a:gd name="connsiteX43" fmla="*/ 8303 w 10071"/>
              <a:gd name="connsiteY43" fmla="*/ 2552 h 10000"/>
              <a:gd name="connsiteX44" fmla="*/ 8387 w 10071"/>
              <a:gd name="connsiteY44" fmla="*/ 2543 h 10000"/>
              <a:gd name="connsiteX45" fmla="*/ 8482 w 10071"/>
              <a:gd name="connsiteY45" fmla="*/ 2543 h 10000"/>
              <a:gd name="connsiteX46" fmla="*/ 8581 w 10071"/>
              <a:gd name="connsiteY46" fmla="*/ 2552 h 10000"/>
              <a:gd name="connsiteX47" fmla="*/ 8687 w 10071"/>
              <a:gd name="connsiteY47" fmla="*/ 2572 h 10000"/>
              <a:gd name="connsiteX48" fmla="*/ 8796 w 10071"/>
              <a:gd name="connsiteY48" fmla="*/ 2601 h 10000"/>
              <a:gd name="connsiteX49" fmla="*/ 8906 w 10071"/>
              <a:gd name="connsiteY49" fmla="*/ 2641 h 10000"/>
              <a:gd name="connsiteX50" fmla="*/ 9019 w 10071"/>
              <a:gd name="connsiteY50" fmla="*/ 2689 h 10000"/>
              <a:gd name="connsiteX51" fmla="*/ 9136 w 10071"/>
              <a:gd name="connsiteY51" fmla="*/ 2748 h 10000"/>
              <a:gd name="connsiteX52" fmla="*/ 9253 w 10071"/>
              <a:gd name="connsiteY52" fmla="*/ 2816 h 10000"/>
              <a:gd name="connsiteX53" fmla="*/ 9370 w 10071"/>
              <a:gd name="connsiteY53" fmla="*/ 2885 h 10000"/>
              <a:gd name="connsiteX54" fmla="*/ 9483 w 10071"/>
              <a:gd name="connsiteY54" fmla="*/ 2954 h 10000"/>
              <a:gd name="connsiteX55" fmla="*/ 9524 w 10071"/>
              <a:gd name="connsiteY55" fmla="*/ 3081 h 10000"/>
              <a:gd name="connsiteX56" fmla="*/ 9560 w 10071"/>
              <a:gd name="connsiteY56" fmla="*/ 3330 h 10000"/>
              <a:gd name="connsiteX57" fmla="*/ 9599 w 10071"/>
              <a:gd name="connsiteY57" fmla="*/ 3805 h 10000"/>
              <a:gd name="connsiteX58" fmla="*/ 9614 w 10071"/>
              <a:gd name="connsiteY58" fmla="*/ 4255 h 10000"/>
              <a:gd name="connsiteX59" fmla="*/ 9658 w 10071"/>
              <a:gd name="connsiteY59" fmla="*/ 4493 h 10000"/>
              <a:gd name="connsiteX60" fmla="*/ 10071 w 10071"/>
              <a:gd name="connsiteY60" fmla="*/ 377 h 10000"/>
              <a:gd name="connsiteX61" fmla="*/ 9522 w 10071"/>
              <a:gd name="connsiteY61" fmla="*/ 441 h 10000"/>
              <a:gd name="connsiteX62" fmla="*/ 9001 w 10071"/>
              <a:gd name="connsiteY62" fmla="*/ 463 h 10000"/>
              <a:gd name="connsiteX63" fmla="*/ 8504 w 10071"/>
              <a:gd name="connsiteY63" fmla="*/ 314 h 10000"/>
              <a:gd name="connsiteX64" fmla="*/ 8044 w 10071"/>
              <a:gd name="connsiteY64" fmla="*/ 0 h 10000"/>
              <a:gd name="connsiteX65" fmla="*/ 8486 w 10071"/>
              <a:gd name="connsiteY65" fmla="*/ 786 h 10000"/>
              <a:gd name="connsiteX66" fmla="*/ 8453 w 10071"/>
              <a:gd name="connsiteY66" fmla="*/ 746 h 10000"/>
              <a:gd name="connsiteX67" fmla="*/ 8417 w 10071"/>
              <a:gd name="connsiteY67" fmla="*/ 717 h 10000"/>
              <a:gd name="connsiteX68" fmla="*/ 8365 w 10071"/>
              <a:gd name="connsiteY68" fmla="*/ 678 h 10000"/>
              <a:gd name="connsiteX69" fmla="*/ 8311 w 10071"/>
              <a:gd name="connsiteY69" fmla="*/ 648 h 10000"/>
              <a:gd name="connsiteX70" fmla="*/ 8252 w 10071"/>
              <a:gd name="connsiteY70" fmla="*/ 619 h 10000"/>
              <a:gd name="connsiteX71" fmla="*/ 8186 w 10071"/>
              <a:gd name="connsiteY71" fmla="*/ 590 h 10000"/>
              <a:gd name="connsiteX72" fmla="*/ 8117 w 10071"/>
              <a:gd name="connsiteY72" fmla="*/ 570 h 10000"/>
              <a:gd name="connsiteX73" fmla="*/ 8044 w 10071"/>
              <a:gd name="connsiteY73" fmla="*/ 540 h 10000"/>
              <a:gd name="connsiteX74" fmla="*/ 7971 w 10071"/>
              <a:gd name="connsiteY74" fmla="*/ 530 h 10000"/>
              <a:gd name="connsiteX75" fmla="*/ 7898 w 10071"/>
              <a:gd name="connsiteY75" fmla="*/ 511 h 10000"/>
              <a:gd name="connsiteX76" fmla="*/ 7821 w 10071"/>
              <a:gd name="connsiteY76" fmla="*/ 500 h 10000"/>
              <a:gd name="connsiteX77" fmla="*/ 7752 w 10071"/>
              <a:gd name="connsiteY77" fmla="*/ 500 h 10000"/>
              <a:gd name="connsiteX78" fmla="*/ 7566 w 10071"/>
              <a:gd name="connsiteY78" fmla="*/ 500 h 10000"/>
              <a:gd name="connsiteX79" fmla="*/ 7391 w 10071"/>
              <a:gd name="connsiteY79" fmla="*/ 521 h 10000"/>
              <a:gd name="connsiteX80" fmla="*/ 7220 w 10071"/>
              <a:gd name="connsiteY80" fmla="*/ 559 h 10000"/>
              <a:gd name="connsiteX81" fmla="*/ 7055 w 10071"/>
              <a:gd name="connsiteY81" fmla="*/ 599 h 10000"/>
              <a:gd name="connsiteX82" fmla="*/ 6898 w 10071"/>
              <a:gd name="connsiteY82" fmla="*/ 657 h 10000"/>
              <a:gd name="connsiteX83" fmla="*/ 6752 w 10071"/>
              <a:gd name="connsiteY83" fmla="*/ 736 h 10000"/>
              <a:gd name="connsiteX84" fmla="*/ 6610 w 10071"/>
              <a:gd name="connsiteY84" fmla="*/ 815 h 10000"/>
              <a:gd name="connsiteX85" fmla="*/ 6521 w 10071"/>
              <a:gd name="connsiteY85" fmla="*/ 1029 h 10000"/>
              <a:gd name="connsiteX86" fmla="*/ 6422 w 10071"/>
              <a:gd name="connsiteY86" fmla="*/ 1175 h 10000"/>
              <a:gd name="connsiteX87" fmla="*/ 6279 w 10071"/>
              <a:gd name="connsiteY87" fmla="*/ 1403 h 10000"/>
              <a:gd name="connsiteX88" fmla="*/ 6072 w 10071"/>
              <a:gd name="connsiteY88" fmla="*/ 1772 h 10000"/>
              <a:gd name="connsiteX89" fmla="*/ 5478 w 10071"/>
              <a:gd name="connsiteY89" fmla="*/ 3210 h 10000"/>
              <a:gd name="connsiteX90" fmla="*/ 5554 w 10071"/>
              <a:gd name="connsiteY90" fmla="*/ 2954 h 10000"/>
              <a:gd name="connsiteX91" fmla="*/ 5266 w 10071"/>
              <a:gd name="connsiteY91" fmla="*/ 3739 h 10000"/>
              <a:gd name="connsiteX92" fmla="*/ 4973 w 10071"/>
              <a:gd name="connsiteY92" fmla="*/ 4504 h 10000"/>
              <a:gd name="connsiteX93" fmla="*/ 4681 w 10071"/>
              <a:gd name="connsiteY93" fmla="*/ 5231 h 10000"/>
              <a:gd name="connsiteX94" fmla="*/ 4385 w 10071"/>
              <a:gd name="connsiteY94" fmla="*/ 5947 h 10000"/>
              <a:gd name="connsiteX95" fmla="*/ 4086 w 10071"/>
              <a:gd name="connsiteY95" fmla="*/ 6615 h 10000"/>
              <a:gd name="connsiteX96" fmla="*/ 3786 w 10071"/>
              <a:gd name="connsiteY96" fmla="*/ 7272 h 10000"/>
              <a:gd name="connsiteX97" fmla="*/ 3483 w 10071"/>
              <a:gd name="connsiteY97" fmla="*/ 7891 h 10000"/>
              <a:gd name="connsiteX98" fmla="*/ 3180 w 10071"/>
              <a:gd name="connsiteY98" fmla="*/ 8488 h 10000"/>
              <a:gd name="connsiteX99" fmla="*/ 2873 w 10071"/>
              <a:gd name="connsiteY99" fmla="*/ 9058 h 10000"/>
              <a:gd name="connsiteX100" fmla="*/ 2567 w 10071"/>
              <a:gd name="connsiteY100" fmla="*/ 9587 h 10000"/>
              <a:gd name="connsiteX101" fmla="*/ 2162 w 10071"/>
              <a:gd name="connsiteY101" fmla="*/ 9632 h 10000"/>
              <a:gd name="connsiteX102" fmla="*/ 1505 w 10071"/>
              <a:gd name="connsiteY102" fmla="*/ 9480 h 10000"/>
              <a:gd name="connsiteX103" fmla="*/ 752 w 10071"/>
              <a:gd name="connsiteY103" fmla="*/ 8881 h 10000"/>
              <a:gd name="connsiteX104" fmla="*/ 0 w 10071"/>
              <a:gd name="connsiteY104" fmla="*/ 8292 h 10000"/>
              <a:gd name="connsiteX0" fmla="*/ 0 w 10071"/>
              <a:gd name="connsiteY0" fmla="*/ 8292 h 10000"/>
              <a:gd name="connsiteX1" fmla="*/ 329 w 10071"/>
              <a:gd name="connsiteY1" fmla="*/ 8488 h 10000"/>
              <a:gd name="connsiteX2" fmla="*/ 650 w 10071"/>
              <a:gd name="connsiteY2" fmla="*/ 8715 h 10000"/>
              <a:gd name="connsiteX3" fmla="*/ 975 w 10071"/>
              <a:gd name="connsiteY3" fmla="*/ 8950 h 10000"/>
              <a:gd name="connsiteX4" fmla="*/ 1300 w 10071"/>
              <a:gd name="connsiteY4" fmla="*/ 9205 h 10000"/>
              <a:gd name="connsiteX5" fmla="*/ 1622 w 10071"/>
              <a:gd name="connsiteY5" fmla="*/ 9480 h 10000"/>
              <a:gd name="connsiteX6" fmla="*/ 1943 w 10071"/>
              <a:gd name="connsiteY6" fmla="*/ 9785 h 10000"/>
              <a:gd name="connsiteX7" fmla="*/ 2321 w 10071"/>
              <a:gd name="connsiteY7" fmla="*/ 9977 h 10000"/>
              <a:gd name="connsiteX8" fmla="*/ 2523 w 10071"/>
              <a:gd name="connsiteY8" fmla="*/ 10000 h 10000"/>
              <a:gd name="connsiteX9" fmla="*/ 2789 w 10071"/>
              <a:gd name="connsiteY9" fmla="*/ 9892 h 10000"/>
              <a:gd name="connsiteX10" fmla="*/ 3049 w 10071"/>
              <a:gd name="connsiteY10" fmla="*/ 9755 h 10000"/>
              <a:gd name="connsiteX11" fmla="*/ 3308 w 10071"/>
              <a:gd name="connsiteY11" fmla="*/ 9587 h 10000"/>
              <a:gd name="connsiteX12" fmla="*/ 3560 w 10071"/>
              <a:gd name="connsiteY12" fmla="*/ 9411 h 10000"/>
              <a:gd name="connsiteX13" fmla="*/ 3808 w 10071"/>
              <a:gd name="connsiteY13" fmla="*/ 9215 h 10000"/>
              <a:gd name="connsiteX14" fmla="*/ 4049 w 10071"/>
              <a:gd name="connsiteY14" fmla="*/ 8999 h 10000"/>
              <a:gd name="connsiteX15" fmla="*/ 4287 w 10071"/>
              <a:gd name="connsiteY15" fmla="*/ 8764 h 10000"/>
              <a:gd name="connsiteX16" fmla="*/ 4517 w 10071"/>
              <a:gd name="connsiteY16" fmla="*/ 8508 h 10000"/>
              <a:gd name="connsiteX17" fmla="*/ 4740 w 10071"/>
              <a:gd name="connsiteY17" fmla="*/ 8234 h 10000"/>
              <a:gd name="connsiteX18" fmla="*/ 4959 w 10071"/>
              <a:gd name="connsiteY18" fmla="*/ 7949 h 10000"/>
              <a:gd name="connsiteX19" fmla="*/ 5167 w 10071"/>
              <a:gd name="connsiteY19" fmla="*/ 7645 h 10000"/>
              <a:gd name="connsiteX20" fmla="*/ 5372 w 10071"/>
              <a:gd name="connsiteY20" fmla="*/ 7311 h 10000"/>
              <a:gd name="connsiteX21" fmla="*/ 5565 w 10071"/>
              <a:gd name="connsiteY21" fmla="*/ 6968 h 10000"/>
              <a:gd name="connsiteX22" fmla="*/ 5751 w 10071"/>
              <a:gd name="connsiteY22" fmla="*/ 6615 h 10000"/>
              <a:gd name="connsiteX23" fmla="*/ 5927 w 10071"/>
              <a:gd name="connsiteY23" fmla="*/ 6242 h 10000"/>
              <a:gd name="connsiteX24" fmla="*/ 6098 w 10071"/>
              <a:gd name="connsiteY24" fmla="*/ 5859 h 10000"/>
              <a:gd name="connsiteX25" fmla="*/ 6259 w 10071"/>
              <a:gd name="connsiteY25" fmla="*/ 5446 h 10000"/>
              <a:gd name="connsiteX26" fmla="*/ 6365 w 10071"/>
              <a:gd name="connsiteY26" fmla="*/ 5191 h 10000"/>
              <a:gd name="connsiteX27" fmla="*/ 6478 w 10071"/>
              <a:gd name="connsiteY27" fmla="*/ 4927 h 10000"/>
              <a:gd name="connsiteX28" fmla="*/ 6591 w 10071"/>
              <a:gd name="connsiteY28" fmla="*/ 4681 h 10000"/>
              <a:gd name="connsiteX29" fmla="*/ 6712 w 10071"/>
              <a:gd name="connsiteY29" fmla="*/ 4435 h 10000"/>
              <a:gd name="connsiteX30" fmla="*/ 6829 w 10071"/>
              <a:gd name="connsiteY30" fmla="*/ 4200 h 10000"/>
              <a:gd name="connsiteX31" fmla="*/ 6953 w 10071"/>
              <a:gd name="connsiteY31" fmla="*/ 3985 h 10000"/>
              <a:gd name="connsiteX32" fmla="*/ 7077 w 10071"/>
              <a:gd name="connsiteY32" fmla="*/ 3769 h 10000"/>
              <a:gd name="connsiteX33" fmla="*/ 7201 w 10071"/>
              <a:gd name="connsiteY33" fmla="*/ 3583 h 10000"/>
              <a:gd name="connsiteX34" fmla="*/ 7322 w 10071"/>
              <a:gd name="connsiteY34" fmla="*/ 3395 h 10000"/>
              <a:gd name="connsiteX35" fmla="*/ 7446 w 10071"/>
              <a:gd name="connsiteY35" fmla="*/ 3228 h 10000"/>
              <a:gd name="connsiteX36" fmla="*/ 7562 w 10071"/>
              <a:gd name="connsiteY36" fmla="*/ 3082 h 10000"/>
              <a:gd name="connsiteX37" fmla="*/ 7682 w 10071"/>
              <a:gd name="connsiteY37" fmla="*/ 2945 h 10000"/>
              <a:gd name="connsiteX38" fmla="*/ 7796 w 10071"/>
              <a:gd name="connsiteY38" fmla="*/ 2826 h 10000"/>
              <a:gd name="connsiteX39" fmla="*/ 7909 w 10071"/>
              <a:gd name="connsiteY39" fmla="*/ 2739 h 10000"/>
              <a:gd name="connsiteX40" fmla="*/ 8015 w 10071"/>
              <a:gd name="connsiteY40" fmla="*/ 2660 h 10000"/>
              <a:gd name="connsiteX41" fmla="*/ 8117 w 10071"/>
              <a:gd name="connsiteY41" fmla="*/ 2601 h 10000"/>
              <a:gd name="connsiteX42" fmla="*/ 8212 w 10071"/>
              <a:gd name="connsiteY42" fmla="*/ 2572 h 10000"/>
              <a:gd name="connsiteX43" fmla="*/ 8303 w 10071"/>
              <a:gd name="connsiteY43" fmla="*/ 2552 h 10000"/>
              <a:gd name="connsiteX44" fmla="*/ 8387 w 10071"/>
              <a:gd name="connsiteY44" fmla="*/ 2543 h 10000"/>
              <a:gd name="connsiteX45" fmla="*/ 8482 w 10071"/>
              <a:gd name="connsiteY45" fmla="*/ 2543 h 10000"/>
              <a:gd name="connsiteX46" fmla="*/ 8581 w 10071"/>
              <a:gd name="connsiteY46" fmla="*/ 2552 h 10000"/>
              <a:gd name="connsiteX47" fmla="*/ 8687 w 10071"/>
              <a:gd name="connsiteY47" fmla="*/ 2572 h 10000"/>
              <a:gd name="connsiteX48" fmla="*/ 8796 w 10071"/>
              <a:gd name="connsiteY48" fmla="*/ 2601 h 10000"/>
              <a:gd name="connsiteX49" fmla="*/ 8906 w 10071"/>
              <a:gd name="connsiteY49" fmla="*/ 2641 h 10000"/>
              <a:gd name="connsiteX50" fmla="*/ 9019 w 10071"/>
              <a:gd name="connsiteY50" fmla="*/ 2689 h 10000"/>
              <a:gd name="connsiteX51" fmla="*/ 9136 w 10071"/>
              <a:gd name="connsiteY51" fmla="*/ 2748 h 10000"/>
              <a:gd name="connsiteX52" fmla="*/ 9253 w 10071"/>
              <a:gd name="connsiteY52" fmla="*/ 2816 h 10000"/>
              <a:gd name="connsiteX53" fmla="*/ 9370 w 10071"/>
              <a:gd name="connsiteY53" fmla="*/ 2885 h 10000"/>
              <a:gd name="connsiteX54" fmla="*/ 9483 w 10071"/>
              <a:gd name="connsiteY54" fmla="*/ 2954 h 10000"/>
              <a:gd name="connsiteX55" fmla="*/ 9524 w 10071"/>
              <a:gd name="connsiteY55" fmla="*/ 3081 h 10000"/>
              <a:gd name="connsiteX56" fmla="*/ 9560 w 10071"/>
              <a:gd name="connsiteY56" fmla="*/ 3330 h 10000"/>
              <a:gd name="connsiteX57" fmla="*/ 9599 w 10071"/>
              <a:gd name="connsiteY57" fmla="*/ 3805 h 10000"/>
              <a:gd name="connsiteX58" fmla="*/ 9614 w 10071"/>
              <a:gd name="connsiteY58" fmla="*/ 4255 h 10000"/>
              <a:gd name="connsiteX59" fmla="*/ 9658 w 10071"/>
              <a:gd name="connsiteY59" fmla="*/ 4493 h 10000"/>
              <a:gd name="connsiteX60" fmla="*/ 10071 w 10071"/>
              <a:gd name="connsiteY60" fmla="*/ 377 h 10000"/>
              <a:gd name="connsiteX61" fmla="*/ 9522 w 10071"/>
              <a:gd name="connsiteY61" fmla="*/ 441 h 10000"/>
              <a:gd name="connsiteX62" fmla="*/ 9001 w 10071"/>
              <a:gd name="connsiteY62" fmla="*/ 463 h 10000"/>
              <a:gd name="connsiteX63" fmla="*/ 8504 w 10071"/>
              <a:gd name="connsiteY63" fmla="*/ 314 h 10000"/>
              <a:gd name="connsiteX64" fmla="*/ 8044 w 10071"/>
              <a:gd name="connsiteY64" fmla="*/ 0 h 10000"/>
              <a:gd name="connsiteX65" fmla="*/ 8486 w 10071"/>
              <a:gd name="connsiteY65" fmla="*/ 786 h 10000"/>
              <a:gd name="connsiteX66" fmla="*/ 8453 w 10071"/>
              <a:gd name="connsiteY66" fmla="*/ 746 h 10000"/>
              <a:gd name="connsiteX67" fmla="*/ 8417 w 10071"/>
              <a:gd name="connsiteY67" fmla="*/ 717 h 10000"/>
              <a:gd name="connsiteX68" fmla="*/ 8365 w 10071"/>
              <a:gd name="connsiteY68" fmla="*/ 678 h 10000"/>
              <a:gd name="connsiteX69" fmla="*/ 8311 w 10071"/>
              <a:gd name="connsiteY69" fmla="*/ 648 h 10000"/>
              <a:gd name="connsiteX70" fmla="*/ 8252 w 10071"/>
              <a:gd name="connsiteY70" fmla="*/ 619 h 10000"/>
              <a:gd name="connsiteX71" fmla="*/ 8186 w 10071"/>
              <a:gd name="connsiteY71" fmla="*/ 590 h 10000"/>
              <a:gd name="connsiteX72" fmla="*/ 8117 w 10071"/>
              <a:gd name="connsiteY72" fmla="*/ 570 h 10000"/>
              <a:gd name="connsiteX73" fmla="*/ 8044 w 10071"/>
              <a:gd name="connsiteY73" fmla="*/ 540 h 10000"/>
              <a:gd name="connsiteX74" fmla="*/ 7971 w 10071"/>
              <a:gd name="connsiteY74" fmla="*/ 530 h 10000"/>
              <a:gd name="connsiteX75" fmla="*/ 7898 w 10071"/>
              <a:gd name="connsiteY75" fmla="*/ 511 h 10000"/>
              <a:gd name="connsiteX76" fmla="*/ 7821 w 10071"/>
              <a:gd name="connsiteY76" fmla="*/ 500 h 10000"/>
              <a:gd name="connsiteX77" fmla="*/ 7752 w 10071"/>
              <a:gd name="connsiteY77" fmla="*/ 500 h 10000"/>
              <a:gd name="connsiteX78" fmla="*/ 7566 w 10071"/>
              <a:gd name="connsiteY78" fmla="*/ 500 h 10000"/>
              <a:gd name="connsiteX79" fmla="*/ 7391 w 10071"/>
              <a:gd name="connsiteY79" fmla="*/ 521 h 10000"/>
              <a:gd name="connsiteX80" fmla="*/ 7220 w 10071"/>
              <a:gd name="connsiteY80" fmla="*/ 559 h 10000"/>
              <a:gd name="connsiteX81" fmla="*/ 7055 w 10071"/>
              <a:gd name="connsiteY81" fmla="*/ 599 h 10000"/>
              <a:gd name="connsiteX82" fmla="*/ 6898 w 10071"/>
              <a:gd name="connsiteY82" fmla="*/ 657 h 10000"/>
              <a:gd name="connsiteX83" fmla="*/ 6752 w 10071"/>
              <a:gd name="connsiteY83" fmla="*/ 736 h 10000"/>
              <a:gd name="connsiteX84" fmla="*/ 6668 w 10071"/>
              <a:gd name="connsiteY84" fmla="*/ 836 h 10000"/>
              <a:gd name="connsiteX85" fmla="*/ 6521 w 10071"/>
              <a:gd name="connsiteY85" fmla="*/ 1029 h 10000"/>
              <a:gd name="connsiteX86" fmla="*/ 6422 w 10071"/>
              <a:gd name="connsiteY86" fmla="*/ 1175 h 10000"/>
              <a:gd name="connsiteX87" fmla="*/ 6279 w 10071"/>
              <a:gd name="connsiteY87" fmla="*/ 1403 h 10000"/>
              <a:gd name="connsiteX88" fmla="*/ 6072 w 10071"/>
              <a:gd name="connsiteY88" fmla="*/ 1772 h 10000"/>
              <a:gd name="connsiteX89" fmla="*/ 5478 w 10071"/>
              <a:gd name="connsiteY89" fmla="*/ 3210 h 10000"/>
              <a:gd name="connsiteX90" fmla="*/ 5554 w 10071"/>
              <a:gd name="connsiteY90" fmla="*/ 2954 h 10000"/>
              <a:gd name="connsiteX91" fmla="*/ 5266 w 10071"/>
              <a:gd name="connsiteY91" fmla="*/ 3739 h 10000"/>
              <a:gd name="connsiteX92" fmla="*/ 4973 w 10071"/>
              <a:gd name="connsiteY92" fmla="*/ 4504 h 10000"/>
              <a:gd name="connsiteX93" fmla="*/ 4681 w 10071"/>
              <a:gd name="connsiteY93" fmla="*/ 5231 h 10000"/>
              <a:gd name="connsiteX94" fmla="*/ 4385 w 10071"/>
              <a:gd name="connsiteY94" fmla="*/ 5947 h 10000"/>
              <a:gd name="connsiteX95" fmla="*/ 4086 w 10071"/>
              <a:gd name="connsiteY95" fmla="*/ 6615 h 10000"/>
              <a:gd name="connsiteX96" fmla="*/ 3786 w 10071"/>
              <a:gd name="connsiteY96" fmla="*/ 7272 h 10000"/>
              <a:gd name="connsiteX97" fmla="*/ 3483 w 10071"/>
              <a:gd name="connsiteY97" fmla="*/ 7891 h 10000"/>
              <a:gd name="connsiteX98" fmla="*/ 3180 w 10071"/>
              <a:gd name="connsiteY98" fmla="*/ 8488 h 10000"/>
              <a:gd name="connsiteX99" fmla="*/ 2873 w 10071"/>
              <a:gd name="connsiteY99" fmla="*/ 9058 h 10000"/>
              <a:gd name="connsiteX100" fmla="*/ 2567 w 10071"/>
              <a:gd name="connsiteY100" fmla="*/ 9587 h 10000"/>
              <a:gd name="connsiteX101" fmla="*/ 2162 w 10071"/>
              <a:gd name="connsiteY101" fmla="*/ 9632 h 10000"/>
              <a:gd name="connsiteX102" fmla="*/ 1505 w 10071"/>
              <a:gd name="connsiteY102" fmla="*/ 9480 h 10000"/>
              <a:gd name="connsiteX103" fmla="*/ 752 w 10071"/>
              <a:gd name="connsiteY103" fmla="*/ 8881 h 10000"/>
              <a:gd name="connsiteX104" fmla="*/ 0 w 10071"/>
              <a:gd name="connsiteY104" fmla="*/ 8292 h 10000"/>
              <a:gd name="connsiteX0" fmla="*/ 0 w 10071"/>
              <a:gd name="connsiteY0" fmla="*/ 8292 h 10000"/>
              <a:gd name="connsiteX1" fmla="*/ 329 w 10071"/>
              <a:gd name="connsiteY1" fmla="*/ 8488 h 10000"/>
              <a:gd name="connsiteX2" fmla="*/ 650 w 10071"/>
              <a:gd name="connsiteY2" fmla="*/ 8715 h 10000"/>
              <a:gd name="connsiteX3" fmla="*/ 975 w 10071"/>
              <a:gd name="connsiteY3" fmla="*/ 8950 h 10000"/>
              <a:gd name="connsiteX4" fmla="*/ 1300 w 10071"/>
              <a:gd name="connsiteY4" fmla="*/ 9205 h 10000"/>
              <a:gd name="connsiteX5" fmla="*/ 1622 w 10071"/>
              <a:gd name="connsiteY5" fmla="*/ 9480 h 10000"/>
              <a:gd name="connsiteX6" fmla="*/ 1943 w 10071"/>
              <a:gd name="connsiteY6" fmla="*/ 9785 h 10000"/>
              <a:gd name="connsiteX7" fmla="*/ 2321 w 10071"/>
              <a:gd name="connsiteY7" fmla="*/ 9977 h 10000"/>
              <a:gd name="connsiteX8" fmla="*/ 2523 w 10071"/>
              <a:gd name="connsiteY8" fmla="*/ 10000 h 10000"/>
              <a:gd name="connsiteX9" fmla="*/ 2789 w 10071"/>
              <a:gd name="connsiteY9" fmla="*/ 9892 h 10000"/>
              <a:gd name="connsiteX10" fmla="*/ 3049 w 10071"/>
              <a:gd name="connsiteY10" fmla="*/ 9755 h 10000"/>
              <a:gd name="connsiteX11" fmla="*/ 3308 w 10071"/>
              <a:gd name="connsiteY11" fmla="*/ 9587 h 10000"/>
              <a:gd name="connsiteX12" fmla="*/ 3560 w 10071"/>
              <a:gd name="connsiteY12" fmla="*/ 9411 h 10000"/>
              <a:gd name="connsiteX13" fmla="*/ 3808 w 10071"/>
              <a:gd name="connsiteY13" fmla="*/ 9215 h 10000"/>
              <a:gd name="connsiteX14" fmla="*/ 4049 w 10071"/>
              <a:gd name="connsiteY14" fmla="*/ 8999 h 10000"/>
              <a:gd name="connsiteX15" fmla="*/ 4287 w 10071"/>
              <a:gd name="connsiteY15" fmla="*/ 8764 h 10000"/>
              <a:gd name="connsiteX16" fmla="*/ 4517 w 10071"/>
              <a:gd name="connsiteY16" fmla="*/ 8508 h 10000"/>
              <a:gd name="connsiteX17" fmla="*/ 4740 w 10071"/>
              <a:gd name="connsiteY17" fmla="*/ 8234 h 10000"/>
              <a:gd name="connsiteX18" fmla="*/ 4959 w 10071"/>
              <a:gd name="connsiteY18" fmla="*/ 7949 h 10000"/>
              <a:gd name="connsiteX19" fmla="*/ 5167 w 10071"/>
              <a:gd name="connsiteY19" fmla="*/ 7645 h 10000"/>
              <a:gd name="connsiteX20" fmla="*/ 5372 w 10071"/>
              <a:gd name="connsiteY20" fmla="*/ 7311 h 10000"/>
              <a:gd name="connsiteX21" fmla="*/ 5565 w 10071"/>
              <a:gd name="connsiteY21" fmla="*/ 6968 h 10000"/>
              <a:gd name="connsiteX22" fmla="*/ 5751 w 10071"/>
              <a:gd name="connsiteY22" fmla="*/ 6615 h 10000"/>
              <a:gd name="connsiteX23" fmla="*/ 5927 w 10071"/>
              <a:gd name="connsiteY23" fmla="*/ 6242 h 10000"/>
              <a:gd name="connsiteX24" fmla="*/ 6098 w 10071"/>
              <a:gd name="connsiteY24" fmla="*/ 5859 h 10000"/>
              <a:gd name="connsiteX25" fmla="*/ 6259 w 10071"/>
              <a:gd name="connsiteY25" fmla="*/ 5446 h 10000"/>
              <a:gd name="connsiteX26" fmla="*/ 6365 w 10071"/>
              <a:gd name="connsiteY26" fmla="*/ 5191 h 10000"/>
              <a:gd name="connsiteX27" fmla="*/ 6478 w 10071"/>
              <a:gd name="connsiteY27" fmla="*/ 4927 h 10000"/>
              <a:gd name="connsiteX28" fmla="*/ 6591 w 10071"/>
              <a:gd name="connsiteY28" fmla="*/ 4681 h 10000"/>
              <a:gd name="connsiteX29" fmla="*/ 6712 w 10071"/>
              <a:gd name="connsiteY29" fmla="*/ 4435 h 10000"/>
              <a:gd name="connsiteX30" fmla="*/ 6829 w 10071"/>
              <a:gd name="connsiteY30" fmla="*/ 4200 h 10000"/>
              <a:gd name="connsiteX31" fmla="*/ 6953 w 10071"/>
              <a:gd name="connsiteY31" fmla="*/ 3985 h 10000"/>
              <a:gd name="connsiteX32" fmla="*/ 7077 w 10071"/>
              <a:gd name="connsiteY32" fmla="*/ 3769 h 10000"/>
              <a:gd name="connsiteX33" fmla="*/ 7201 w 10071"/>
              <a:gd name="connsiteY33" fmla="*/ 3583 h 10000"/>
              <a:gd name="connsiteX34" fmla="*/ 7322 w 10071"/>
              <a:gd name="connsiteY34" fmla="*/ 3395 h 10000"/>
              <a:gd name="connsiteX35" fmla="*/ 7446 w 10071"/>
              <a:gd name="connsiteY35" fmla="*/ 3228 h 10000"/>
              <a:gd name="connsiteX36" fmla="*/ 7562 w 10071"/>
              <a:gd name="connsiteY36" fmla="*/ 3082 h 10000"/>
              <a:gd name="connsiteX37" fmla="*/ 7682 w 10071"/>
              <a:gd name="connsiteY37" fmla="*/ 2945 h 10000"/>
              <a:gd name="connsiteX38" fmla="*/ 7796 w 10071"/>
              <a:gd name="connsiteY38" fmla="*/ 2826 h 10000"/>
              <a:gd name="connsiteX39" fmla="*/ 7909 w 10071"/>
              <a:gd name="connsiteY39" fmla="*/ 2739 h 10000"/>
              <a:gd name="connsiteX40" fmla="*/ 8015 w 10071"/>
              <a:gd name="connsiteY40" fmla="*/ 2660 h 10000"/>
              <a:gd name="connsiteX41" fmla="*/ 8117 w 10071"/>
              <a:gd name="connsiteY41" fmla="*/ 2601 h 10000"/>
              <a:gd name="connsiteX42" fmla="*/ 8212 w 10071"/>
              <a:gd name="connsiteY42" fmla="*/ 2572 h 10000"/>
              <a:gd name="connsiteX43" fmla="*/ 8303 w 10071"/>
              <a:gd name="connsiteY43" fmla="*/ 2552 h 10000"/>
              <a:gd name="connsiteX44" fmla="*/ 8387 w 10071"/>
              <a:gd name="connsiteY44" fmla="*/ 2543 h 10000"/>
              <a:gd name="connsiteX45" fmla="*/ 8482 w 10071"/>
              <a:gd name="connsiteY45" fmla="*/ 2543 h 10000"/>
              <a:gd name="connsiteX46" fmla="*/ 8581 w 10071"/>
              <a:gd name="connsiteY46" fmla="*/ 2552 h 10000"/>
              <a:gd name="connsiteX47" fmla="*/ 8687 w 10071"/>
              <a:gd name="connsiteY47" fmla="*/ 2572 h 10000"/>
              <a:gd name="connsiteX48" fmla="*/ 8796 w 10071"/>
              <a:gd name="connsiteY48" fmla="*/ 2601 h 10000"/>
              <a:gd name="connsiteX49" fmla="*/ 8906 w 10071"/>
              <a:gd name="connsiteY49" fmla="*/ 2641 h 10000"/>
              <a:gd name="connsiteX50" fmla="*/ 9019 w 10071"/>
              <a:gd name="connsiteY50" fmla="*/ 2689 h 10000"/>
              <a:gd name="connsiteX51" fmla="*/ 9136 w 10071"/>
              <a:gd name="connsiteY51" fmla="*/ 2748 h 10000"/>
              <a:gd name="connsiteX52" fmla="*/ 9253 w 10071"/>
              <a:gd name="connsiteY52" fmla="*/ 2816 h 10000"/>
              <a:gd name="connsiteX53" fmla="*/ 9370 w 10071"/>
              <a:gd name="connsiteY53" fmla="*/ 2885 h 10000"/>
              <a:gd name="connsiteX54" fmla="*/ 9483 w 10071"/>
              <a:gd name="connsiteY54" fmla="*/ 2954 h 10000"/>
              <a:gd name="connsiteX55" fmla="*/ 9524 w 10071"/>
              <a:gd name="connsiteY55" fmla="*/ 3081 h 10000"/>
              <a:gd name="connsiteX56" fmla="*/ 9560 w 10071"/>
              <a:gd name="connsiteY56" fmla="*/ 3330 h 10000"/>
              <a:gd name="connsiteX57" fmla="*/ 9599 w 10071"/>
              <a:gd name="connsiteY57" fmla="*/ 3805 h 10000"/>
              <a:gd name="connsiteX58" fmla="*/ 9614 w 10071"/>
              <a:gd name="connsiteY58" fmla="*/ 4255 h 10000"/>
              <a:gd name="connsiteX59" fmla="*/ 9658 w 10071"/>
              <a:gd name="connsiteY59" fmla="*/ 4493 h 10000"/>
              <a:gd name="connsiteX60" fmla="*/ 10071 w 10071"/>
              <a:gd name="connsiteY60" fmla="*/ 377 h 10000"/>
              <a:gd name="connsiteX61" fmla="*/ 9522 w 10071"/>
              <a:gd name="connsiteY61" fmla="*/ 441 h 10000"/>
              <a:gd name="connsiteX62" fmla="*/ 9001 w 10071"/>
              <a:gd name="connsiteY62" fmla="*/ 463 h 10000"/>
              <a:gd name="connsiteX63" fmla="*/ 8504 w 10071"/>
              <a:gd name="connsiteY63" fmla="*/ 314 h 10000"/>
              <a:gd name="connsiteX64" fmla="*/ 8044 w 10071"/>
              <a:gd name="connsiteY64" fmla="*/ 0 h 10000"/>
              <a:gd name="connsiteX65" fmla="*/ 8486 w 10071"/>
              <a:gd name="connsiteY65" fmla="*/ 786 h 10000"/>
              <a:gd name="connsiteX66" fmla="*/ 8453 w 10071"/>
              <a:gd name="connsiteY66" fmla="*/ 746 h 10000"/>
              <a:gd name="connsiteX67" fmla="*/ 8417 w 10071"/>
              <a:gd name="connsiteY67" fmla="*/ 717 h 10000"/>
              <a:gd name="connsiteX68" fmla="*/ 8365 w 10071"/>
              <a:gd name="connsiteY68" fmla="*/ 678 h 10000"/>
              <a:gd name="connsiteX69" fmla="*/ 8311 w 10071"/>
              <a:gd name="connsiteY69" fmla="*/ 648 h 10000"/>
              <a:gd name="connsiteX70" fmla="*/ 8252 w 10071"/>
              <a:gd name="connsiteY70" fmla="*/ 619 h 10000"/>
              <a:gd name="connsiteX71" fmla="*/ 8186 w 10071"/>
              <a:gd name="connsiteY71" fmla="*/ 590 h 10000"/>
              <a:gd name="connsiteX72" fmla="*/ 8117 w 10071"/>
              <a:gd name="connsiteY72" fmla="*/ 570 h 10000"/>
              <a:gd name="connsiteX73" fmla="*/ 8044 w 10071"/>
              <a:gd name="connsiteY73" fmla="*/ 540 h 10000"/>
              <a:gd name="connsiteX74" fmla="*/ 7971 w 10071"/>
              <a:gd name="connsiteY74" fmla="*/ 530 h 10000"/>
              <a:gd name="connsiteX75" fmla="*/ 7898 w 10071"/>
              <a:gd name="connsiteY75" fmla="*/ 511 h 10000"/>
              <a:gd name="connsiteX76" fmla="*/ 7821 w 10071"/>
              <a:gd name="connsiteY76" fmla="*/ 500 h 10000"/>
              <a:gd name="connsiteX77" fmla="*/ 7752 w 10071"/>
              <a:gd name="connsiteY77" fmla="*/ 500 h 10000"/>
              <a:gd name="connsiteX78" fmla="*/ 7566 w 10071"/>
              <a:gd name="connsiteY78" fmla="*/ 500 h 10000"/>
              <a:gd name="connsiteX79" fmla="*/ 7391 w 10071"/>
              <a:gd name="connsiteY79" fmla="*/ 521 h 10000"/>
              <a:gd name="connsiteX80" fmla="*/ 7220 w 10071"/>
              <a:gd name="connsiteY80" fmla="*/ 559 h 10000"/>
              <a:gd name="connsiteX81" fmla="*/ 7055 w 10071"/>
              <a:gd name="connsiteY81" fmla="*/ 599 h 10000"/>
              <a:gd name="connsiteX82" fmla="*/ 6898 w 10071"/>
              <a:gd name="connsiteY82" fmla="*/ 657 h 10000"/>
              <a:gd name="connsiteX83" fmla="*/ 6752 w 10071"/>
              <a:gd name="connsiteY83" fmla="*/ 736 h 10000"/>
              <a:gd name="connsiteX84" fmla="*/ 6769 w 10071"/>
              <a:gd name="connsiteY84" fmla="*/ 667 h 10000"/>
              <a:gd name="connsiteX85" fmla="*/ 6521 w 10071"/>
              <a:gd name="connsiteY85" fmla="*/ 1029 h 10000"/>
              <a:gd name="connsiteX86" fmla="*/ 6422 w 10071"/>
              <a:gd name="connsiteY86" fmla="*/ 1175 h 10000"/>
              <a:gd name="connsiteX87" fmla="*/ 6279 w 10071"/>
              <a:gd name="connsiteY87" fmla="*/ 1403 h 10000"/>
              <a:gd name="connsiteX88" fmla="*/ 6072 w 10071"/>
              <a:gd name="connsiteY88" fmla="*/ 1772 h 10000"/>
              <a:gd name="connsiteX89" fmla="*/ 5478 w 10071"/>
              <a:gd name="connsiteY89" fmla="*/ 3210 h 10000"/>
              <a:gd name="connsiteX90" fmla="*/ 5554 w 10071"/>
              <a:gd name="connsiteY90" fmla="*/ 2954 h 10000"/>
              <a:gd name="connsiteX91" fmla="*/ 5266 w 10071"/>
              <a:gd name="connsiteY91" fmla="*/ 3739 h 10000"/>
              <a:gd name="connsiteX92" fmla="*/ 4973 w 10071"/>
              <a:gd name="connsiteY92" fmla="*/ 4504 h 10000"/>
              <a:gd name="connsiteX93" fmla="*/ 4681 w 10071"/>
              <a:gd name="connsiteY93" fmla="*/ 5231 h 10000"/>
              <a:gd name="connsiteX94" fmla="*/ 4385 w 10071"/>
              <a:gd name="connsiteY94" fmla="*/ 5947 h 10000"/>
              <a:gd name="connsiteX95" fmla="*/ 4086 w 10071"/>
              <a:gd name="connsiteY95" fmla="*/ 6615 h 10000"/>
              <a:gd name="connsiteX96" fmla="*/ 3786 w 10071"/>
              <a:gd name="connsiteY96" fmla="*/ 7272 h 10000"/>
              <a:gd name="connsiteX97" fmla="*/ 3483 w 10071"/>
              <a:gd name="connsiteY97" fmla="*/ 7891 h 10000"/>
              <a:gd name="connsiteX98" fmla="*/ 3180 w 10071"/>
              <a:gd name="connsiteY98" fmla="*/ 8488 h 10000"/>
              <a:gd name="connsiteX99" fmla="*/ 2873 w 10071"/>
              <a:gd name="connsiteY99" fmla="*/ 9058 h 10000"/>
              <a:gd name="connsiteX100" fmla="*/ 2567 w 10071"/>
              <a:gd name="connsiteY100" fmla="*/ 9587 h 10000"/>
              <a:gd name="connsiteX101" fmla="*/ 2162 w 10071"/>
              <a:gd name="connsiteY101" fmla="*/ 9632 h 10000"/>
              <a:gd name="connsiteX102" fmla="*/ 1505 w 10071"/>
              <a:gd name="connsiteY102" fmla="*/ 9480 h 10000"/>
              <a:gd name="connsiteX103" fmla="*/ 752 w 10071"/>
              <a:gd name="connsiteY103" fmla="*/ 8881 h 10000"/>
              <a:gd name="connsiteX104" fmla="*/ 0 w 10071"/>
              <a:gd name="connsiteY104" fmla="*/ 8292 h 10000"/>
              <a:gd name="connsiteX0" fmla="*/ 0 w 10071"/>
              <a:gd name="connsiteY0" fmla="*/ 8292 h 10000"/>
              <a:gd name="connsiteX1" fmla="*/ 329 w 10071"/>
              <a:gd name="connsiteY1" fmla="*/ 8488 h 10000"/>
              <a:gd name="connsiteX2" fmla="*/ 650 w 10071"/>
              <a:gd name="connsiteY2" fmla="*/ 8715 h 10000"/>
              <a:gd name="connsiteX3" fmla="*/ 975 w 10071"/>
              <a:gd name="connsiteY3" fmla="*/ 8950 h 10000"/>
              <a:gd name="connsiteX4" fmla="*/ 1300 w 10071"/>
              <a:gd name="connsiteY4" fmla="*/ 9205 h 10000"/>
              <a:gd name="connsiteX5" fmla="*/ 1622 w 10071"/>
              <a:gd name="connsiteY5" fmla="*/ 9480 h 10000"/>
              <a:gd name="connsiteX6" fmla="*/ 1943 w 10071"/>
              <a:gd name="connsiteY6" fmla="*/ 9785 h 10000"/>
              <a:gd name="connsiteX7" fmla="*/ 2321 w 10071"/>
              <a:gd name="connsiteY7" fmla="*/ 9977 h 10000"/>
              <a:gd name="connsiteX8" fmla="*/ 2523 w 10071"/>
              <a:gd name="connsiteY8" fmla="*/ 10000 h 10000"/>
              <a:gd name="connsiteX9" fmla="*/ 2789 w 10071"/>
              <a:gd name="connsiteY9" fmla="*/ 9892 h 10000"/>
              <a:gd name="connsiteX10" fmla="*/ 3049 w 10071"/>
              <a:gd name="connsiteY10" fmla="*/ 9755 h 10000"/>
              <a:gd name="connsiteX11" fmla="*/ 3308 w 10071"/>
              <a:gd name="connsiteY11" fmla="*/ 9587 h 10000"/>
              <a:gd name="connsiteX12" fmla="*/ 3560 w 10071"/>
              <a:gd name="connsiteY12" fmla="*/ 9411 h 10000"/>
              <a:gd name="connsiteX13" fmla="*/ 3808 w 10071"/>
              <a:gd name="connsiteY13" fmla="*/ 9215 h 10000"/>
              <a:gd name="connsiteX14" fmla="*/ 4049 w 10071"/>
              <a:gd name="connsiteY14" fmla="*/ 8999 h 10000"/>
              <a:gd name="connsiteX15" fmla="*/ 4287 w 10071"/>
              <a:gd name="connsiteY15" fmla="*/ 8764 h 10000"/>
              <a:gd name="connsiteX16" fmla="*/ 4517 w 10071"/>
              <a:gd name="connsiteY16" fmla="*/ 8508 h 10000"/>
              <a:gd name="connsiteX17" fmla="*/ 4740 w 10071"/>
              <a:gd name="connsiteY17" fmla="*/ 8234 h 10000"/>
              <a:gd name="connsiteX18" fmla="*/ 4959 w 10071"/>
              <a:gd name="connsiteY18" fmla="*/ 7949 h 10000"/>
              <a:gd name="connsiteX19" fmla="*/ 5167 w 10071"/>
              <a:gd name="connsiteY19" fmla="*/ 7645 h 10000"/>
              <a:gd name="connsiteX20" fmla="*/ 5372 w 10071"/>
              <a:gd name="connsiteY20" fmla="*/ 7311 h 10000"/>
              <a:gd name="connsiteX21" fmla="*/ 5565 w 10071"/>
              <a:gd name="connsiteY21" fmla="*/ 6968 h 10000"/>
              <a:gd name="connsiteX22" fmla="*/ 5751 w 10071"/>
              <a:gd name="connsiteY22" fmla="*/ 6615 h 10000"/>
              <a:gd name="connsiteX23" fmla="*/ 5927 w 10071"/>
              <a:gd name="connsiteY23" fmla="*/ 6242 h 10000"/>
              <a:gd name="connsiteX24" fmla="*/ 6098 w 10071"/>
              <a:gd name="connsiteY24" fmla="*/ 5859 h 10000"/>
              <a:gd name="connsiteX25" fmla="*/ 6259 w 10071"/>
              <a:gd name="connsiteY25" fmla="*/ 5446 h 10000"/>
              <a:gd name="connsiteX26" fmla="*/ 6365 w 10071"/>
              <a:gd name="connsiteY26" fmla="*/ 5191 h 10000"/>
              <a:gd name="connsiteX27" fmla="*/ 6478 w 10071"/>
              <a:gd name="connsiteY27" fmla="*/ 4927 h 10000"/>
              <a:gd name="connsiteX28" fmla="*/ 6591 w 10071"/>
              <a:gd name="connsiteY28" fmla="*/ 4681 h 10000"/>
              <a:gd name="connsiteX29" fmla="*/ 6712 w 10071"/>
              <a:gd name="connsiteY29" fmla="*/ 4435 h 10000"/>
              <a:gd name="connsiteX30" fmla="*/ 6829 w 10071"/>
              <a:gd name="connsiteY30" fmla="*/ 4200 h 10000"/>
              <a:gd name="connsiteX31" fmla="*/ 6953 w 10071"/>
              <a:gd name="connsiteY31" fmla="*/ 3985 h 10000"/>
              <a:gd name="connsiteX32" fmla="*/ 7077 w 10071"/>
              <a:gd name="connsiteY32" fmla="*/ 3769 h 10000"/>
              <a:gd name="connsiteX33" fmla="*/ 7201 w 10071"/>
              <a:gd name="connsiteY33" fmla="*/ 3583 h 10000"/>
              <a:gd name="connsiteX34" fmla="*/ 7322 w 10071"/>
              <a:gd name="connsiteY34" fmla="*/ 3395 h 10000"/>
              <a:gd name="connsiteX35" fmla="*/ 7446 w 10071"/>
              <a:gd name="connsiteY35" fmla="*/ 3228 h 10000"/>
              <a:gd name="connsiteX36" fmla="*/ 7562 w 10071"/>
              <a:gd name="connsiteY36" fmla="*/ 3082 h 10000"/>
              <a:gd name="connsiteX37" fmla="*/ 7682 w 10071"/>
              <a:gd name="connsiteY37" fmla="*/ 2945 h 10000"/>
              <a:gd name="connsiteX38" fmla="*/ 7796 w 10071"/>
              <a:gd name="connsiteY38" fmla="*/ 2826 h 10000"/>
              <a:gd name="connsiteX39" fmla="*/ 7909 w 10071"/>
              <a:gd name="connsiteY39" fmla="*/ 2739 h 10000"/>
              <a:gd name="connsiteX40" fmla="*/ 8015 w 10071"/>
              <a:gd name="connsiteY40" fmla="*/ 2660 h 10000"/>
              <a:gd name="connsiteX41" fmla="*/ 8117 w 10071"/>
              <a:gd name="connsiteY41" fmla="*/ 2601 h 10000"/>
              <a:gd name="connsiteX42" fmla="*/ 8212 w 10071"/>
              <a:gd name="connsiteY42" fmla="*/ 2572 h 10000"/>
              <a:gd name="connsiteX43" fmla="*/ 8303 w 10071"/>
              <a:gd name="connsiteY43" fmla="*/ 2552 h 10000"/>
              <a:gd name="connsiteX44" fmla="*/ 8387 w 10071"/>
              <a:gd name="connsiteY44" fmla="*/ 2543 h 10000"/>
              <a:gd name="connsiteX45" fmla="*/ 8482 w 10071"/>
              <a:gd name="connsiteY45" fmla="*/ 2543 h 10000"/>
              <a:gd name="connsiteX46" fmla="*/ 8581 w 10071"/>
              <a:gd name="connsiteY46" fmla="*/ 2552 h 10000"/>
              <a:gd name="connsiteX47" fmla="*/ 8687 w 10071"/>
              <a:gd name="connsiteY47" fmla="*/ 2572 h 10000"/>
              <a:gd name="connsiteX48" fmla="*/ 8796 w 10071"/>
              <a:gd name="connsiteY48" fmla="*/ 2601 h 10000"/>
              <a:gd name="connsiteX49" fmla="*/ 8906 w 10071"/>
              <a:gd name="connsiteY49" fmla="*/ 2641 h 10000"/>
              <a:gd name="connsiteX50" fmla="*/ 9019 w 10071"/>
              <a:gd name="connsiteY50" fmla="*/ 2689 h 10000"/>
              <a:gd name="connsiteX51" fmla="*/ 9136 w 10071"/>
              <a:gd name="connsiteY51" fmla="*/ 2748 h 10000"/>
              <a:gd name="connsiteX52" fmla="*/ 9253 w 10071"/>
              <a:gd name="connsiteY52" fmla="*/ 2816 h 10000"/>
              <a:gd name="connsiteX53" fmla="*/ 9370 w 10071"/>
              <a:gd name="connsiteY53" fmla="*/ 2885 h 10000"/>
              <a:gd name="connsiteX54" fmla="*/ 9483 w 10071"/>
              <a:gd name="connsiteY54" fmla="*/ 2954 h 10000"/>
              <a:gd name="connsiteX55" fmla="*/ 9524 w 10071"/>
              <a:gd name="connsiteY55" fmla="*/ 3081 h 10000"/>
              <a:gd name="connsiteX56" fmla="*/ 9560 w 10071"/>
              <a:gd name="connsiteY56" fmla="*/ 3330 h 10000"/>
              <a:gd name="connsiteX57" fmla="*/ 9599 w 10071"/>
              <a:gd name="connsiteY57" fmla="*/ 3805 h 10000"/>
              <a:gd name="connsiteX58" fmla="*/ 9614 w 10071"/>
              <a:gd name="connsiteY58" fmla="*/ 4255 h 10000"/>
              <a:gd name="connsiteX59" fmla="*/ 9658 w 10071"/>
              <a:gd name="connsiteY59" fmla="*/ 4493 h 10000"/>
              <a:gd name="connsiteX60" fmla="*/ 10071 w 10071"/>
              <a:gd name="connsiteY60" fmla="*/ 377 h 10000"/>
              <a:gd name="connsiteX61" fmla="*/ 9522 w 10071"/>
              <a:gd name="connsiteY61" fmla="*/ 441 h 10000"/>
              <a:gd name="connsiteX62" fmla="*/ 9001 w 10071"/>
              <a:gd name="connsiteY62" fmla="*/ 463 h 10000"/>
              <a:gd name="connsiteX63" fmla="*/ 8504 w 10071"/>
              <a:gd name="connsiteY63" fmla="*/ 314 h 10000"/>
              <a:gd name="connsiteX64" fmla="*/ 8044 w 10071"/>
              <a:gd name="connsiteY64" fmla="*/ 0 h 10000"/>
              <a:gd name="connsiteX65" fmla="*/ 8486 w 10071"/>
              <a:gd name="connsiteY65" fmla="*/ 786 h 10000"/>
              <a:gd name="connsiteX66" fmla="*/ 8453 w 10071"/>
              <a:gd name="connsiteY66" fmla="*/ 746 h 10000"/>
              <a:gd name="connsiteX67" fmla="*/ 8417 w 10071"/>
              <a:gd name="connsiteY67" fmla="*/ 717 h 10000"/>
              <a:gd name="connsiteX68" fmla="*/ 8365 w 10071"/>
              <a:gd name="connsiteY68" fmla="*/ 678 h 10000"/>
              <a:gd name="connsiteX69" fmla="*/ 8311 w 10071"/>
              <a:gd name="connsiteY69" fmla="*/ 648 h 10000"/>
              <a:gd name="connsiteX70" fmla="*/ 8252 w 10071"/>
              <a:gd name="connsiteY70" fmla="*/ 619 h 10000"/>
              <a:gd name="connsiteX71" fmla="*/ 8186 w 10071"/>
              <a:gd name="connsiteY71" fmla="*/ 590 h 10000"/>
              <a:gd name="connsiteX72" fmla="*/ 8117 w 10071"/>
              <a:gd name="connsiteY72" fmla="*/ 570 h 10000"/>
              <a:gd name="connsiteX73" fmla="*/ 8044 w 10071"/>
              <a:gd name="connsiteY73" fmla="*/ 540 h 10000"/>
              <a:gd name="connsiteX74" fmla="*/ 7971 w 10071"/>
              <a:gd name="connsiteY74" fmla="*/ 530 h 10000"/>
              <a:gd name="connsiteX75" fmla="*/ 7898 w 10071"/>
              <a:gd name="connsiteY75" fmla="*/ 511 h 10000"/>
              <a:gd name="connsiteX76" fmla="*/ 7821 w 10071"/>
              <a:gd name="connsiteY76" fmla="*/ 500 h 10000"/>
              <a:gd name="connsiteX77" fmla="*/ 7752 w 10071"/>
              <a:gd name="connsiteY77" fmla="*/ 500 h 10000"/>
              <a:gd name="connsiteX78" fmla="*/ 7566 w 10071"/>
              <a:gd name="connsiteY78" fmla="*/ 500 h 10000"/>
              <a:gd name="connsiteX79" fmla="*/ 7391 w 10071"/>
              <a:gd name="connsiteY79" fmla="*/ 521 h 10000"/>
              <a:gd name="connsiteX80" fmla="*/ 7220 w 10071"/>
              <a:gd name="connsiteY80" fmla="*/ 559 h 10000"/>
              <a:gd name="connsiteX81" fmla="*/ 7055 w 10071"/>
              <a:gd name="connsiteY81" fmla="*/ 599 h 10000"/>
              <a:gd name="connsiteX82" fmla="*/ 6898 w 10071"/>
              <a:gd name="connsiteY82" fmla="*/ 657 h 10000"/>
              <a:gd name="connsiteX83" fmla="*/ 6752 w 10071"/>
              <a:gd name="connsiteY83" fmla="*/ 736 h 10000"/>
              <a:gd name="connsiteX84" fmla="*/ 6812 w 10071"/>
              <a:gd name="connsiteY84" fmla="*/ 667 h 10000"/>
              <a:gd name="connsiteX85" fmla="*/ 6521 w 10071"/>
              <a:gd name="connsiteY85" fmla="*/ 1029 h 10000"/>
              <a:gd name="connsiteX86" fmla="*/ 6422 w 10071"/>
              <a:gd name="connsiteY86" fmla="*/ 1175 h 10000"/>
              <a:gd name="connsiteX87" fmla="*/ 6279 w 10071"/>
              <a:gd name="connsiteY87" fmla="*/ 1403 h 10000"/>
              <a:gd name="connsiteX88" fmla="*/ 6072 w 10071"/>
              <a:gd name="connsiteY88" fmla="*/ 1772 h 10000"/>
              <a:gd name="connsiteX89" fmla="*/ 5478 w 10071"/>
              <a:gd name="connsiteY89" fmla="*/ 3210 h 10000"/>
              <a:gd name="connsiteX90" fmla="*/ 5554 w 10071"/>
              <a:gd name="connsiteY90" fmla="*/ 2954 h 10000"/>
              <a:gd name="connsiteX91" fmla="*/ 5266 w 10071"/>
              <a:gd name="connsiteY91" fmla="*/ 3739 h 10000"/>
              <a:gd name="connsiteX92" fmla="*/ 4973 w 10071"/>
              <a:gd name="connsiteY92" fmla="*/ 4504 h 10000"/>
              <a:gd name="connsiteX93" fmla="*/ 4681 w 10071"/>
              <a:gd name="connsiteY93" fmla="*/ 5231 h 10000"/>
              <a:gd name="connsiteX94" fmla="*/ 4385 w 10071"/>
              <a:gd name="connsiteY94" fmla="*/ 5947 h 10000"/>
              <a:gd name="connsiteX95" fmla="*/ 4086 w 10071"/>
              <a:gd name="connsiteY95" fmla="*/ 6615 h 10000"/>
              <a:gd name="connsiteX96" fmla="*/ 3786 w 10071"/>
              <a:gd name="connsiteY96" fmla="*/ 7272 h 10000"/>
              <a:gd name="connsiteX97" fmla="*/ 3483 w 10071"/>
              <a:gd name="connsiteY97" fmla="*/ 7891 h 10000"/>
              <a:gd name="connsiteX98" fmla="*/ 3180 w 10071"/>
              <a:gd name="connsiteY98" fmla="*/ 8488 h 10000"/>
              <a:gd name="connsiteX99" fmla="*/ 2873 w 10071"/>
              <a:gd name="connsiteY99" fmla="*/ 9058 h 10000"/>
              <a:gd name="connsiteX100" fmla="*/ 2567 w 10071"/>
              <a:gd name="connsiteY100" fmla="*/ 9587 h 10000"/>
              <a:gd name="connsiteX101" fmla="*/ 2162 w 10071"/>
              <a:gd name="connsiteY101" fmla="*/ 9632 h 10000"/>
              <a:gd name="connsiteX102" fmla="*/ 1505 w 10071"/>
              <a:gd name="connsiteY102" fmla="*/ 9480 h 10000"/>
              <a:gd name="connsiteX103" fmla="*/ 752 w 10071"/>
              <a:gd name="connsiteY103" fmla="*/ 8881 h 10000"/>
              <a:gd name="connsiteX104" fmla="*/ 0 w 10071"/>
              <a:gd name="connsiteY104" fmla="*/ 8292 h 10000"/>
              <a:gd name="connsiteX0" fmla="*/ 0 w 10071"/>
              <a:gd name="connsiteY0" fmla="*/ 8292 h 10000"/>
              <a:gd name="connsiteX1" fmla="*/ 329 w 10071"/>
              <a:gd name="connsiteY1" fmla="*/ 8488 h 10000"/>
              <a:gd name="connsiteX2" fmla="*/ 650 w 10071"/>
              <a:gd name="connsiteY2" fmla="*/ 8715 h 10000"/>
              <a:gd name="connsiteX3" fmla="*/ 975 w 10071"/>
              <a:gd name="connsiteY3" fmla="*/ 8950 h 10000"/>
              <a:gd name="connsiteX4" fmla="*/ 1300 w 10071"/>
              <a:gd name="connsiteY4" fmla="*/ 9205 h 10000"/>
              <a:gd name="connsiteX5" fmla="*/ 1622 w 10071"/>
              <a:gd name="connsiteY5" fmla="*/ 9480 h 10000"/>
              <a:gd name="connsiteX6" fmla="*/ 1943 w 10071"/>
              <a:gd name="connsiteY6" fmla="*/ 9785 h 10000"/>
              <a:gd name="connsiteX7" fmla="*/ 2321 w 10071"/>
              <a:gd name="connsiteY7" fmla="*/ 9977 h 10000"/>
              <a:gd name="connsiteX8" fmla="*/ 2523 w 10071"/>
              <a:gd name="connsiteY8" fmla="*/ 10000 h 10000"/>
              <a:gd name="connsiteX9" fmla="*/ 2789 w 10071"/>
              <a:gd name="connsiteY9" fmla="*/ 9892 h 10000"/>
              <a:gd name="connsiteX10" fmla="*/ 3049 w 10071"/>
              <a:gd name="connsiteY10" fmla="*/ 9755 h 10000"/>
              <a:gd name="connsiteX11" fmla="*/ 3308 w 10071"/>
              <a:gd name="connsiteY11" fmla="*/ 9587 h 10000"/>
              <a:gd name="connsiteX12" fmla="*/ 3560 w 10071"/>
              <a:gd name="connsiteY12" fmla="*/ 9411 h 10000"/>
              <a:gd name="connsiteX13" fmla="*/ 3808 w 10071"/>
              <a:gd name="connsiteY13" fmla="*/ 9215 h 10000"/>
              <a:gd name="connsiteX14" fmla="*/ 4049 w 10071"/>
              <a:gd name="connsiteY14" fmla="*/ 8999 h 10000"/>
              <a:gd name="connsiteX15" fmla="*/ 4287 w 10071"/>
              <a:gd name="connsiteY15" fmla="*/ 8764 h 10000"/>
              <a:gd name="connsiteX16" fmla="*/ 4517 w 10071"/>
              <a:gd name="connsiteY16" fmla="*/ 8508 h 10000"/>
              <a:gd name="connsiteX17" fmla="*/ 4740 w 10071"/>
              <a:gd name="connsiteY17" fmla="*/ 8234 h 10000"/>
              <a:gd name="connsiteX18" fmla="*/ 4959 w 10071"/>
              <a:gd name="connsiteY18" fmla="*/ 7949 h 10000"/>
              <a:gd name="connsiteX19" fmla="*/ 5167 w 10071"/>
              <a:gd name="connsiteY19" fmla="*/ 7645 h 10000"/>
              <a:gd name="connsiteX20" fmla="*/ 5372 w 10071"/>
              <a:gd name="connsiteY20" fmla="*/ 7311 h 10000"/>
              <a:gd name="connsiteX21" fmla="*/ 5565 w 10071"/>
              <a:gd name="connsiteY21" fmla="*/ 6968 h 10000"/>
              <a:gd name="connsiteX22" fmla="*/ 5751 w 10071"/>
              <a:gd name="connsiteY22" fmla="*/ 6615 h 10000"/>
              <a:gd name="connsiteX23" fmla="*/ 5927 w 10071"/>
              <a:gd name="connsiteY23" fmla="*/ 6242 h 10000"/>
              <a:gd name="connsiteX24" fmla="*/ 6098 w 10071"/>
              <a:gd name="connsiteY24" fmla="*/ 5859 h 10000"/>
              <a:gd name="connsiteX25" fmla="*/ 6259 w 10071"/>
              <a:gd name="connsiteY25" fmla="*/ 5446 h 10000"/>
              <a:gd name="connsiteX26" fmla="*/ 6365 w 10071"/>
              <a:gd name="connsiteY26" fmla="*/ 5191 h 10000"/>
              <a:gd name="connsiteX27" fmla="*/ 6478 w 10071"/>
              <a:gd name="connsiteY27" fmla="*/ 4927 h 10000"/>
              <a:gd name="connsiteX28" fmla="*/ 6591 w 10071"/>
              <a:gd name="connsiteY28" fmla="*/ 4681 h 10000"/>
              <a:gd name="connsiteX29" fmla="*/ 6712 w 10071"/>
              <a:gd name="connsiteY29" fmla="*/ 4435 h 10000"/>
              <a:gd name="connsiteX30" fmla="*/ 6829 w 10071"/>
              <a:gd name="connsiteY30" fmla="*/ 4200 h 10000"/>
              <a:gd name="connsiteX31" fmla="*/ 6953 w 10071"/>
              <a:gd name="connsiteY31" fmla="*/ 3985 h 10000"/>
              <a:gd name="connsiteX32" fmla="*/ 7077 w 10071"/>
              <a:gd name="connsiteY32" fmla="*/ 3769 h 10000"/>
              <a:gd name="connsiteX33" fmla="*/ 7201 w 10071"/>
              <a:gd name="connsiteY33" fmla="*/ 3583 h 10000"/>
              <a:gd name="connsiteX34" fmla="*/ 7322 w 10071"/>
              <a:gd name="connsiteY34" fmla="*/ 3395 h 10000"/>
              <a:gd name="connsiteX35" fmla="*/ 7446 w 10071"/>
              <a:gd name="connsiteY35" fmla="*/ 3228 h 10000"/>
              <a:gd name="connsiteX36" fmla="*/ 7562 w 10071"/>
              <a:gd name="connsiteY36" fmla="*/ 3082 h 10000"/>
              <a:gd name="connsiteX37" fmla="*/ 7682 w 10071"/>
              <a:gd name="connsiteY37" fmla="*/ 2945 h 10000"/>
              <a:gd name="connsiteX38" fmla="*/ 7796 w 10071"/>
              <a:gd name="connsiteY38" fmla="*/ 2826 h 10000"/>
              <a:gd name="connsiteX39" fmla="*/ 7909 w 10071"/>
              <a:gd name="connsiteY39" fmla="*/ 2739 h 10000"/>
              <a:gd name="connsiteX40" fmla="*/ 8015 w 10071"/>
              <a:gd name="connsiteY40" fmla="*/ 2660 h 10000"/>
              <a:gd name="connsiteX41" fmla="*/ 8117 w 10071"/>
              <a:gd name="connsiteY41" fmla="*/ 2601 h 10000"/>
              <a:gd name="connsiteX42" fmla="*/ 8212 w 10071"/>
              <a:gd name="connsiteY42" fmla="*/ 2572 h 10000"/>
              <a:gd name="connsiteX43" fmla="*/ 8303 w 10071"/>
              <a:gd name="connsiteY43" fmla="*/ 2552 h 10000"/>
              <a:gd name="connsiteX44" fmla="*/ 8387 w 10071"/>
              <a:gd name="connsiteY44" fmla="*/ 2543 h 10000"/>
              <a:gd name="connsiteX45" fmla="*/ 8482 w 10071"/>
              <a:gd name="connsiteY45" fmla="*/ 2543 h 10000"/>
              <a:gd name="connsiteX46" fmla="*/ 8581 w 10071"/>
              <a:gd name="connsiteY46" fmla="*/ 2552 h 10000"/>
              <a:gd name="connsiteX47" fmla="*/ 8687 w 10071"/>
              <a:gd name="connsiteY47" fmla="*/ 2572 h 10000"/>
              <a:gd name="connsiteX48" fmla="*/ 8796 w 10071"/>
              <a:gd name="connsiteY48" fmla="*/ 2601 h 10000"/>
              <a:gd name="connsiteX49" fmla="*/ 8906 w 10071"/>
              <a:gd name="connsiteY49" fmla="*/ 2641 h 10000"/>
              <a:gd name="connsiteX50" fmla="*/ 9019 w 10071"/>
              <a:gd name="connsiteY50" fmla="*/ 2689 h 10000"/>
              <a:gd name="connsiteX51" fmla="*/ 9136 w 10071"/>
              <a:gd name="connsiteY51" fmla="*/ 2748 h 10000"/>
              <a:gd name="connsiteX52" fmla="*/ 9253 w 10071"/>
              <a:gd name="connsiteY52" fmla="*/ 2816 h 10000"/>
              <a:gd name="connsiteX53" fmla="*/ 9370 w 10071"/>
              <a:gd name="connsiteY53" fmla="*/ 2885 h 10000"/>
              <a:gd name="connsiteX54" fmla="*/ 9483 w 10071"/>
              <a:gd name="connsiteY54" fmla="*/ 2954 h 10000"/>
              <a:gd name="connsiteX55" fmla="*/ 9524 w 10071"/>
              <a:gd name="connsiteY55" fmla="*/ 3081 h 10000"/>
              <a:gd name="connsiteX56" fmla="*/ 9560 w 10071"/>
              <a:gd name="connsiteY56" fmla="*/ 3330 h 10000"/>
              <a:gd name="connsiteX57" fmla="*/ 9599 w 10071"/>
              <a:gd name="connsiteY57" fmla="*/ 3805 h 10000"/>
              <a:gd name="connsiteX58" fmla="*/ 9614 w 10071"/>
              <a:gd name="connsiteY58" fmla="*/ 4255 h 10000"/>
              <a:gd name="connsiteX59" fmla="*/ 9658 w 10071"/>
              <a:gd name="connsiteY59" fmla="*/ 4493 h 10000"/>
              <a:gd name="connsiteX60" fmla="*/ 10071 w 10071"/>
              <a:gd name="connsiteY60" fmla="*/ 377 h 10000"/>
              <a:gd name="connsiteX61" fmla="*/ 9522 w 10071"/>
              <a:gd name="connsiteY61" fmla="*/ 441 h 10000"/>
              <a:gd name="connsiteX62" fmla="*/ 9001 w 10071"/>
              <a:gd name="connsiteY62" fmla="*/ 463 h 10000"/>
              <a:gd name="connsiteX63" fmla="*/ 8504 w 10071"/>
              <a:gd name="connsiteY63" fmla="*/ 314 h 10000"/>
              <a:gd name="connsiteX64" fmla="*/ 8044 w 10071"/>
              <a:gd name="connsiteY64" fmla="*/ 0 h 10000"/>
              <a:gd name="connsiteX65" fmla="*/ 8486 w 10071"/>
              <a:gd name="connsiteY65" fmla="*/ 786 h 10000"/>
              <a:gd name="connsiteX66" fmla="*/ 8453 w 10071"/>
              <a:gd name="connsiteY66" fmla="*/ 746 h 10000"/>
              <a:gd name="connsiteX67" fmla="*/ 8417 w 10071"/>
              <a:gd name="connsiteY67" fmla="*/ 717 h 10000"/>
              <a:gd name="connsiteX68" fmla="*/ 8365 w 10071"/>
              <a:gd name="connsiteY68" fmla="*/ 678 h 10000"/>
              <a:gd name="connsiteX69" fmla="*/ 8311 w 10071"/>
              <a:gd name="connsiteY69" fmla="*/ 648 h 10000"/>
              <a:gd name="connsiteX70" fmla="*/ 8252 w 10071"/>
              <a:gd name="connsiteY70" fmla="*/ 619 h 10000"/>
              <a:gd name="connsiteX71" fmla="*/ 8186 w 10071"/>
              <a:gd name="connsiteY71" fmla="*/ 590 h 10000"/>
              <a:gd name="connsiteX72" fmla="*/ 8117 w 10071"/>
              <a:gd name="connsiteY72" fmla="*/ 570 h 10000"/>
              <a:gd name="connsiteX73" fmla="*/ 8044 w 10071"/>
              <a:gd name="connsiteY73" fmla="*/ 540 h 10000"/>
              <a:gd name="connsiteX74" fmla="*/ 7971 w 10071"/>
              <a:gd name="connsiteY74" fmla="*/ 530 h 10000"/>
              <a:gd name="connsiteX75" fmla="*/ 7898 w 10071"/>
              <a:gd name="connsiteY75" fmla="*/ 511 h 10000"/>
              <a:gd name="connsiteX76" fmla="*/ 7821 w 10071"/>
              <a:gd name="connsiteY76" fmla="*/ 500 h 10000"/>
              <a:gd name="connsiteX77" fmla="*/ 7752 w 10071"/>
              <a:gd name="connsiteY77" fmla="*/ 500 h 10000"/>
              <a:gd name="connsiteX78" fmla="*/ 7566 w 10071"/>
              <a:gd name="connsiteY78" fmla="*/ 500 h 10000"/>
              <a:gd name="connsiteX79" fmla="*/ 7391 w 10071"/>
              <a:gd name="connsiteY79" fmla="*/ 521 h 10000"/>
              <a:gd name="connsiteX80" fmla="*/ 7220 w 10071"/>
              <a:gd name="connsiteY80" fmla="*/ 559 h 10000"/>
              <a:gd name="connsiteX81" fmla="*/ 7055 w 10071"/>
              <a:gd name="connsiteY81" fmla="*/ 599 h 10000"/>
              <a:gd name="connsiteX82" fmla="*/ 6898 w 10071"/>
              <a:gd name="connsiteY82" fmla="*/ 657 h 10000"/>
              <a:gd name="connsiteX83" fmla="*/ 6752 w 10071"/>
              <a:gd name="connsiteY83" fmla="*/ 736 h 10000"/>
              <a:gd name="connsiteX84" fmla="*/ 6826 w 10071"/>
              <a:gd name="connsiteY84" fmla="*/ 709 h 10000"/>
              <a:gd name="connsiteX85" fmla="*/ 6521 w 10071"/>
              <a:gd name="connsiteY85" fmla="*/ 1029 h 10000"/>
              <a:gd name="connsiteX86" fmla="*/ 6422 w 10071"/>
              <a:gd name="connsiteY86" fmla="*/ 1175 h 10000"/>
              <a:gd name="connsiteX87" fmla="*/ 6279 w 10071"/>
              <a:gd name="connsiteY87" fmla="*/ 1403 h 10000"/>
              <a:gd name="connsiteX88" fmla="*/ 6072 w 10071"/>
              <a:gd name="connsiteY88" fmla="*/ 1772 h 10000"/>
              <a:gd name="connsiteX89" fmla="*/ 5478 w 10071"/>
              <a:gd name="connsiteY89" fmla="*/ 3210 h 10000"/>
              <a:gd name="connsiteX90" fmla="*/ 5554 w 10071"/>
              <a:gd name="connsiteY90" fmla="*/ 2954 h 10000"/>
              <a:gd name="connsiteX91" fmla="*/ 5266 w 10071"/>
              <a:gd name="connsiteY91" fmla="*/ 3739 h 10000"/>
              <a:gd name="connsiteX92" fmla="*/ 4973 w 10071"/>
              <a:gd name="connsiteY92" fmla="*/ 4504 h 10000"/>
              <a:gd name="connsiteX93" fmla="*/ 4681 w 10071"/>
              <a:gd name="connsiteY93" fmla="*/ 5231 h 10000"/>
              <a:gd name="connsiteX94" fmla="*/ 4385 w 10071"/>
              <a:gd name="connsiteY94" fmla="*/ 5947 h 10000"/>
              <a:gd name="connsiteX95" fmla="*/ 4086 w 10071"/>
              <a:gd name="connsiteY95" fmla="*/ 6615 h 10000"/>
              <a:gd name="connsiteX96" fmla="*/ 3786 w 10071"/>
              <a:gd name="connsiteY96" fmla="*/ 7272 h 10000"/>
              <a:gd name="connsiteX97" fmla="*/ 3483 w 10071"/>
              <a:gd name="connsiteY97" fmla="*/ 7891 h 10000"/>
              <a:gd name="connsiteX98" fmla="*/ 3180 w 10071"/>
              <a:gd name="connsiteY98" fmla="*/ 8488 h 10000"/>
              <a:gd name="connsiteX99" fmla="*/ 2873 w 10071"/>
              <a:gd name="connsiteY99" fmla="*/ 9058 h 10000"/>
              <a:gd name="connsiteX100" fmla="*/ 2567 w 10071"/>
              <a:gd name="connsiteY100" fmla="*/ 9587 h 10000"/>
              <a:gd name="connsiteX101" fmla="*/ 2162 w 10071"/>
              <a:gd name="connsiteY101" fmla="*/ 9632 h 10000"/>
              <a:gd name="connsiteX102" fmla="*/ 1505 w 10071"/>
              <a:gd name="connsiteY102" fmla="*/ 9480 h 10000"/>
              <a:gd name="connsiteX103" fmla="*/ 752 w 10071"/>
              <a:gd name="connsiteY103" fmla="*/ 8881 h 10000"/>
              <a:gd name="connsiteX104" fmla="*/ 0 w 10071"/>
              <a:gd name="connsiteY104" fmla="*/ 8292 h 10000"/>
              <a:gd name="connsiteX0" fmla="*/ 0 w 10071"/>
              <a:gd name="connsiteY0" fmla="*/ 8292 h 10000"/>
              <a:gd name="connsiteX1" fmla="*/ 329 w 10071"/>
              <a:gd name="connsiteY1" fmla="*/ 8488 h 10000"/>
              <a:gd name="connsiteX2" fmla="*/ 650 w 10071"/>
              <a:gd name="connsiteY2" fmla="*/ 8715 h 10000"/>
              <a:gd name="connsiteX3" fmla="*/ 975 w 10071"/>
              <a:gd name="connsiteY3" fmla="*/ 8950 h 10000"/>
              <a:gd name="connsiteX4" fmla="*/ 1300 w 10071"/>
              <a:gd name="connsiteY4" fmla="*/ 9205 h 10000"/>
              <a:gd name="connsiteX5" fmla="*/ 1622 w 10071"/>
              <a:gd name="connsiteY5" fmla="*/ 9480 h 10000"/>
              <a:gd name="connsiteX6" fmla="*/ 1943 w 10071"/>
              <a:gd name="connsiteY6" fmla="*/ 9785 h 10000"/>
              <a:gd name="connsiteX7" fmla="*/ 2321 w 10071"/>
              <a:gd name="connsiteY7" fmla="*/ 9977 h 10000"/>
              <a:gd name="connsiteX8" fmla="*/ 2523 w 10071"/>
              <a:gd name="connsiteY8" fmla="*/ 10000 h 10000"/>
              <a:gd name="connsiteX9" fmla="*/ 2789 w 10071"/>
              <a:gd name="connsiteY9" fmla="*/ 9892 h 10000"/>
              <a:gd name="connsiteX10" fmla="*/ 3049 w 10071"/>
              <a:gd name="connsiteY10" fmla="*/ 9755 h 10000"/>
              <a:gd name="connsiteX11" fmla="*/ 3308 w 10071"/>
              <a:gd name="connsiteY11" fmla="*/ 9587 h 10000"/>
              <a:gd name="connsiteX12" fmla="*/ 3560 w 10071"/>
              <a:gd name="connsiteY12" fmla="*/ 9411 h 10000"/>
              <a:gd name="connsiteX13" fmla="*/ 3808 w 10071"/>
              <a:gd name="connsiteY13" fmla="*/ 9215 h 10000"/>
              <a:gd name="connsiteX14" fmla="*/ 4049 w 10071"/>
              <a:gd name="connsiteY14" fmla="*/ 8999 h 10000"/>
              <a:gd name="connsiteX15" fmla="*/ 4287 w 10071"/>
              <a:gd name="connsiteY15" fmla="*/ 8764 h 10000"/>
              <a:gd name="connsiteX16" fmla="*/ 4517 w 10071"/>
              <a:gd name="connsiteY16" fmla="*/ 8508 h 10000"/>
              <a:gd name="connsiteX17" fmla="*/ 4740 w 10071"/>
              <a:gd name="connsiteY17" fmla="*/ 8234 h 10000"/>
              <a:gd name="connsiteX18" fmla="*/ 4959 w 10071"/>
              <a:gd name="connsiteY18" fmla="*/ 7949 h 10000"/>
              <a:gd name="connsiteX19" fmla="*/ 5167 w 10071"/>
              <a:gd name="connsiteY19" fmla="*/ 7645 h 10000"/>
              <a:gd name="connsiteX20" fmla="*/ 5372 w 10071"/>
              <a:gd name="connsiteY20" fmla="*/ 7311 h 10000"/>
              <a:gd name="connsiteX21" fmla="*/ 5565 w 10071"/>
              <a:gd name="connsiteY21" fmla="*/ 6968 h 10000"/>
              <a:gd name="connsiteX22" fmla="*/ 5751 w 10071"/>
              <a:gd name="connsiteY22" fmla="*/ 6615 h 10000"/>
              <a:gd name="connsiteX23" fmla="*/ 5927 w 10071"/>
              <a:gd name="connsiteY23" fmla="*/ 6242 h 10000"/>
              <a:gd name="connsiteX24" fmla="*/ 6098 w 10071"/>
              <a:gd name="connsiteY24" fmla="*/ 5859 h 10000"/>
              <a:gd name="connsiteX25" fmla="*/ 6259 w 10071"/>
              <a:gd name="connsiteY25" fmla="*/ 5446 h 10000"/>
              <a:gd name="connsiteX26" fmla="*/ 6365 w 10071"/>
              <a:gd name="connsiteY26" fmla="*/ 5191 h 10000"/>
              <a:gd name="connsiteX27" fmla="*/ 6478 w 10071"/>
              <a:gd name="connsiteY27" fmla="*/ 4927 h 10000"/>
              <a:gd name="connsiteX28" fmla="*/ 6591 w 10071"/>
              <a:gd name="connsiteY28" fmla="*/ 4681 h 10000"/>
              <a:gd name="connsiteX29" fmla="*/ 6712 w 10071"/>
              <a:gd name="connsiteY29" fmla="*/ 4435 h 10000"/>
              <a:gd name="connsiteX30" fmla="*/ 6829 w 10071"/>
              <a:gd name="connsiteY30" fmla="*/ 4200 h 10000"/>
              <a:gd name="connsiteX31" fmla="*/ 6953 w 10071"/>
              <a:gd name="connsiteY31" fmla="*/ 3985 h 10000"/>
              <a:gd name="connsiteX32" fmla="*/ 7077 w 10071"/>
              <a:gd name="connsiteY32" fmla="*/ 3769 h 10000"/>
              <a:gd name="connsiteX33" fmla="*/ 7201 w 10071"/>
              <a:gd name="connsiteY33" fmla="*/ 3583 h 10000"/>
              <a:gd name="connsiteX34" fmla="*/ 7322 w 10071"/>
              <a:gd name="connsiteY34" fmla="*/ 3395 h 10000"/>
              <a:gd name="connsiteX35" fmla="*/ 7446 w 10071"/>
              <a:gd name="connsiteY35" fmla="*/ 3228 h 10000"/>
              <a:gd name="connsiteX36" fmla="*/ 7562 w 10071"/>
              <a:gd name="connsiteY36" fmla="*/ 3082 h 10000"/>
              <a:gd name="connsiteX37" fmla="*/ 7682 w 10071"/>
              <a:gd name="connsiteY37" fmla="*/ 2945 h 10000"/>
              <a:gd name="connsiteX38" fmla="*/ 7796 w 10071"/>
              <a:gd name="connsiteY38" fmla="*/ 2826 h 10000"/>
              <a:gd name="connsiteX39" fmla="*/ 7909 w 10071"/>
              <a:gd name="connsiteY39" fmla="*/ 2739 h 10000"/>
              <a:gd name="connsiteX40" fmla="*/ 8015 w 10071"/>
              <a:gd name="connsiteY40" fmla="*/ 2660 h 10000"/>
              <a:gd name="connsiteX41" fmla="*/ 8117 w 10071"/>
              <a:gd name="connsiteY41" fmla="*/ 2601 h 10000"/>
              <a:gd name="connsiteX42" fmla="*/ 8212 w 10071"/>
              <a:gd name="connsiteY42" fmla="*/ 2572 h 10000"/>
              <a:gd name="connsiteX43" fmla="*/ 8303 w 10071"/>
              <a:gd name="connsiteY43" fmla="*/ 2552 h 10000"/>
              <a:gd name="connsiteX44" fmla="*/ 8387 w 10071"/>
              <a:gd name="connsiteY44" fmla="*/ 2543 h 10000"/>
              <a:gd name="connsiteX45" fmla="*/ 8482 w 10071"/>
              <a:gd name="connsiteY45" fmla="*/ 2543 h 10000"/>
              <a:gd name="connsiteX46" fmla="*/ 8581 w 10071"/>
              <a:gd name="connsiteY46" fmla="*/ 2552 h 10000"/>
              <a:gd name="connsiteX47" fmla="*/ 8687 w 10071"/>
              <a:gd name="connsiteY47" fmla="*/ 2572 h 10000"/>
              <a:gd name="connsiteX48" fmla="*/ 8796 w 10071"/>
              <a:gd name="connsiteY48" fmla="*/ 2601 h 10000"/>
              <a:gd name="connsiteX49" fmla="*/ 8906 w 10071"/>
              <a:gd name="connsiteY49" fmla="*/ 2641 h 10000"/>
              <a:gd name="connsiteX50" fmla="*/ 9019 w 10071"/>
              <a:gd name="connsiteY50" fmla="*/ 2689 h 10000"/>
              <a:gd name="connsiteX51" fmla="*/ 9136 w 10071"/>
              <a:gd name="connsiteY51" fmla="*/ 2748 h 10000"/>
              <a:gd name="connsiteX52" fmla="*/ 9253 w 10071"/>
              <a:gd name="connsiteY52" fmla="*/ 2816 h 10000"/>
              <a:gd name="connsiteX53" fmla="*/ 9370 w 10071"/>
              <a:gd name="connsiteY53" fmla="*/ 2885 h 10000"/>
              <a:gd name="connsiteX54" fmla="*/ 9483 w 10071"/>
              <a:gd name="connsiteY54" fmla="*/ 2954 h 10000"/>
              <a:gd name="connsiteX55" fmla="*/ 9524 w 10071"/>
              <a:gd name="connsiteY55" fmla="*/ 3081 h 10000"/>
              <a:gd name="connsiteX56" fmla="*/ 9560 w 10071"/>
              <a:gd name="connsiteY56" fmla="*/ 3330 h 10000"/>
              <a:gd name="connsiteX57" fmla="*/ 9599 w 10071"/>
              <a:gd name="connsiteY57" fmla="*/ 3805 h 10000"/>
              <a:gd name="connsiteX58" fmla="*/ 9614 w 10071"/>
              <a:gd name="connsiteY58" fmla="*/ 4255 h 10000"/>
              <a:gd name="connsiteX59" fmla="*/ 9658 w 10071"/>
              <a:gd name="connsiteY59" fmla="*/ 4493 h 10000"/>
              <a:gd name="connsiteX60" fmla="*/ 10071 w 10071"/>
              <a:gd name="connsiteY60" fmla="*/ 377 h 10000"/>
              <a:gd name="connsiteX61" fmla="*/ 9522 w 10071"/>
              <a:gd name="connsiteY61" fmla="*/ 441 h 10000"/>
              <a:gd name="connsiteX62" fmla="*/ 9001 w 10071"/>
              <a:gd name="connsiteY62" fmla="*/ 463 h 10000"/>
              <a:gd name="connsiteX63" fmla="*/ 8504 w 10071"/>
              <a:gd name="connsiteY63" fmla="*/ 314 h 10000"/>
              <a:gd name="connsiteX64" fmla="*/ 8044 w 10071"/>
              <a:gd name="connsiteY64" fmla="*/ 0 h 10000"/>
              <a:gd name="connsiteX65" fmla="*/ 8486 w 10071"/>
              <a:gd name="connsiteY65" fmla="*/ 786 h 10000"/>
              <a:gd name="connsiteX66" fmla="*/ 8453 w 10071"/>
              <a:gd name="connsiteY66" fmla="*/ 746 h 10000"/>
              <a:gd name="connsiteX67" fmla="*/ 8417 w 10071"/>
              <a:gd name="connsiteY67" fmla="*/ 717 h 10000"/>
              <a:gd name="connsiteX68" fmla="*/ 8365 w 10071"/>
              <a:gd name="connsiteY68" fmla="*/ 678 h 10000"/>
              <a:gd name="connsiteX69" fmla="*/ 8311 w 10071"/>
              <a:gd name="connsiteY69" fmla="*/ 648 h 10000"/>
              <a:gd name="connsiteX70" fmla="*/ 8252 w 10071"/>
              <a:gd name="connsiteY70" fmla="*/ 619 h 10000"/>
              <a:gd name="connsiteX71" fmla="*/ 8186 w 10071"/>
              <a:gd name="connsiteY71" fmla="*/ 590 h 10000"/>
              <a:gd name="connsiteX72" fmla="*/ 8117 w 10071"/>
              <a:gd name="connsiteY72" fmla="*/ 570 h 10000"/>
              <a:gd name="connsiteX73" fmla="*/ 8044 w 10071"/>
              <a:gd name="connsiteY73" fmla="*/ 540 h 10000"/>
              <a:gd name="connsiteX74" fmla="*/ 7971 w 10071"/>
              <a:gd name="connsiteY74" fmla="*/ 530 h 10000"/>
              <a:gd name="connsiteX75" fmla="*/ 7898 w 10071"/>
              <a:gd name="connsiteY75" fmla="*/ 511 h 10000"/>
              <a:gd name="connsiteX76" fmla="*/ 7821 w 10071"/>
              <a:gd name="connsiteY76" fmla="*/ 500 h 10000"/>
              <a:gd name="connsiteX77" fmla="*/ 7752 w 10071"/>
              <a:gd name="connsiteY77" fmla="*/ 500 h 10000"/>
              <a:gd name="connsiteX78" fmla="*/ 7566 w 10071"/>
              <a:gd name="connsiteY78" fmla="*/ 500 h 10000"/>
              <a:gd name="connsiteX79" fmla="*/ 7391 w 10071"/>
              <a:gd name="connsiteY79" fmla="*/ 521 h 10000"/>
              <a:gd name="connsiteX80" fmla="*/ 7220 w 10071"/>
              <a:gd name="connsiteY80" fmla="*/ 559 h 10000"/>
              <a:gd name="connsiteX81" fmla="*/ 7055 w 10071"/>
              <a:gd name="connsiteY81" fmla="*/ 599 h 10000"/>
              <a:gd name="connsiteX82" fmla="*/ 6898 w 10071"/>
              <a:gd name="connsiteY82" fmla="*/ 657 h 10000"/>
              <a:gd name="connsiteX83" fmla="*/ 6752 w 10071"/>
              <a:gd name="connsiteY83" fmla="*/ 736 h 10000"/>
              <a:gd name="connsiteX84" fmla="*/ 6812 w 10071"/>
              <a:gd name="connsiteY84" fmla="*/ 730 h 10000"/>
              <a:gd name="connsiteX85" fmla="*/ 6521 w 10071"/>
              <a:gd name="connsiteY85" fmla="*/ 1029 h 10000"/>
              <a:gd name="connsiteX86" fmla="*/ 6422 w 10071"/>
              <a:gd name="connsiteY86" fmla="*/ 1175 h 10000"/>
              <a:gd name="connsiteX87" fmla="*/ 6279 w 10071"/>
              <a:gd name="connsiteY87" fmla="*/ 1403 h 10000"/>
              <a:gd name="connsiteX88" fmla="*/ 6072 w 10071"/>
              <a:gd name="connsiteY88" fmla="*/ 1772 h 10000"/>
              <a:gd name="connsiteX89" fmla="*/ 5478 w 10071"/>
              <a:gd name="connsiteY89" fmla="*/ 3210 h 10000"/>
              <a:gd name="connsiteX90" fmla="*/ 5554 w 10071"/>
              <a:gd name="connsiteY90" fmla="*/ 2954 h 10000"/>
              <a:gd name="connsiteX91" fmla="*/ 5266 w 10071"/>
              <a:gd name="connsiteY91" fmla="*/ 3739 h 10000"/>
              <a:gd name="connsiteX92" fmla="*/ 4973 w 10071"/>
              <a:gd name="connsiteY92" fmla="*/ 4504 h 10000"/>
              <a:gd name="connsiteX93" fmla="*/ 4681 w 10071"/>
              <a:gd name="connsiteY93" fmla="*/ 5231 h 10000"/>
              <a:gd name="connsiteX94" fmla="*/ 4385 w 10071"/>
              <a:gd name="connsiteY94" fmla="*/ 5947 h 10000"/>
              <a:gd name="connsiteX95" fmla="*/ 4086 w 10071"/>
              <a:gd name="connsiteY95" fmla="*/ 6615 h 10000"/>
              <a:gd name="connsiteX96" fmla="*/ 3786 w 10071"/>
              <a:gd name="connsiteY96" fmla="*/ 7272 h 10000"/>
              <a:gd name="connsiteX97" fmla="*/ 3483 w 10071"/>
              <a:gd name="connsiteY97" fmla="*/ 7891 h 10000"/>
              <a:gd name="connsiteX98" fmla="*/ 3180 w 10071"/>
              <a:gd name="connsiteY98" fmla="*/ 8488 h 10000"/>
              <a:gd name="connsiteX99" fmla="*/ 2873 w 10071"/>
              <a:gd name="connsiteY99" fmla="*/ 9058 h 10000"/>
              <a:gd name="connsiteX100" fmla="*/ 2567 w 10071"/>
              <a:gd name="connsiteY100" fmla="*/ 9587 h 10000"/>
              <a:gd name="connsiteX101" fmla="*/ 2162 w 10071"/>
              <a:gd name="connsiteY101" fmla="*/ 9632 h 10000"/>
              <a:gd name="connsiteX102" fmla="*/ 1505 w 10071"/>
              <a:gd name="connsiteY102" fmla="*/ 9480 h 10000"/>
              <a:gd name="connsiteX103" fmla="*/ 752 w 10071"/>
              <a:gd name="connsiteY103" fmla="*/ 8881 h 10000"/>
              <a:gd name="connsiteX104" fmla="*/ 0 w 10071"/>
              <a:gd name="connsiteY104" fmla="*/ 8292 h 10000"/>
              <a:gd name="connsiteX0" fmla="*/ 0 w 10071"/>
              <a:gd name="connsiteY0" fmla="*/ 8292 h 10000"/>
              <a:gd name="connsiteX1" fmla="*/ 329 w 10071"/>
              <a:gd name="connsiteY1" fmla="*/ 8488 h 10000"/>
              <a:gd name="connsiteX2" fmla="*/ 650 w 10071"/>
              <a:gd name="connsiteY2" fmla="*/ 8715 h 10000"/>
              <a:gd name="connsiteX3" fmla="*/ 975 w 10071"/>
              <a:gd name="connsiteY3" fmla="*/ 8950 h 10000"/>
              <a:gd name="connsiteX4" fmla="*/ 1300 w 10071"/>
              <a:gd name="connsiteY4" fmla="*/ 9205 h 10000"/>
              <a:gd name="connsiteX5" fmla="*/ 1622 w 10071"/>
              <a:gd name="connsiteY5" fmla="*/ 9480 h 10000"/>
              <a:gd name="connsiteX6" fmla="*/ 1943 w 10071"/>
              <a:gd name="connsiteY6" fmla="*/ 9785 h 10000"/>
              <a:gd name="connsiteX7" fmla="*/ 2321 w 10071"/>
              <a:gd name="connsiteY7" fmla="*/ 9977 h 10000"/>
              <a:gd name="connsiteX8" fmla="*/ 2523 w 10071"/>
              <a:gd name="connsiteY8" fmla="*/ 10000 h 10000"/>
              <a:gd name="connsiteX9" fmla="*/ 2789 w 10071"/>
              <a:gd name="connsiteY9" fmla="*/ 9892 h 10000"/>
              <a:gd name="connsiteX10" fmla="*/ 3049 w 10071"/>
              <a:gd name="connsiteY10" fmla="*/ 9755 h 10000"/>
              <a:gd name="connsiteX11" fmla="*/ 3308 w 10071"/>
              <a:gd name="connsiteY11" fmla="*/ 9587 h 10000"/>
              <a:gd name="connsiteX12" fmla="*/ 3560 w 10071"/>
              <a:gd name="connsiteY12" fmla="*/ 9411 h 10000"/>
              <a:gd name="connsiteX13" fmla="*/ 3808 w 10071"/>
              <a:gd name="connsiteY13" fmla="*/ 9215 h 10000"/>
              <a:gd name="connsiteX14" fmla="*/ 4049 w 10071"/>
              <a:gd name="connsiteY14" fmla="*/ 8999 h 10000"/>
              <a:gd name="connsiteX15" fmla="*/ 4287 w 10071"/>
              <a:gd name="connsiteY15" fmla="*/ 8764 h 10000"/>
              <a:gd name="connsiteX16" fmla="*/ 4517 w 10071"/>
              <a:gd name="connsiteY16" fmla="*/ 8508 h 10000"/>
              <a:gd name="connsiteX17" fmla="*/ 4740 w 10071"/>
              <a:gd name="connsiteY17" fmla="*/ 8234 h 10000"/>
              <a:gd name="connsiteX18" fmla="*/ 4959 w 10071"/>
              <a:gd name="connsiteY18" fmla="*/ 7949 h 10000"/>
              <a:gd name="connsiteX19" fmla="*/ 5167 w 10071"/>
              <a:gd name="connsiteY19" fmla="*/ 7645 h 10000"/>
              <a:gd name="connsiteX20" fmla="*/ 5372 w 10071"/>
              <a:gd name="connsiteY20" fmla="*/ 7311 h 10000"/>
              <a:gd name="connsiteX21" fmla="*/ 5565 w 10071"/>
              <a:gd name="connsiteY21" fmla="*/ 6968 h 10000"/>
              <a:gd name="connsiteX22" fmla="*/ 5751 w 10071"/>
              <a:gd name="connsiteY22" fmla="*/ 6615 h 10000"/>
              <a:gd name="connsiteX23" fmla="*/ 5927 w 10071"/>
              <a:gd name="connsiteY23" fmla="*/ 6242 h 10000"/>
              <a:gd name="connsiteX24" fmla="*/ 6098 w 10071"/>
              <a:gd name="connsiteY24" fmla="*/ 5859 h 10000"/>
              <a:gd name="connsiteX25" fmla="*/ 6259 w 10071"/>
              <a:gd name="connsiteY25" fmla="*/ 5446 h 10000"/>
              <a:gd name="connsiteX26" fmla="*/ 6365 w 10071"/>
              <a:gd name="connsiteY26" fmla="*/ 5191 h 10000"/>
              <a:gd name="connsiteX27" fmla="*/ 6478 w 10071"/>
              <a:gd name="connsiteY27" fmla="*/ 4927 h 10000"/>
              <a:gd name="connsiteX28" fmla="*/ 6591 w 10071"/>
              <a:gd name="connsiteY28" fmla="*/ 4681 h 10000"/>
              <a:gd name="connsiteX29" fmla="*/ 6712 w 10071"/>
              <a:gd name="connsiteY29" fmla="*/ 4435 h 10000"/>
              <a:gd name="connsiteX30" fmla="*/ 6829 w 10071"/>
              <a:gd name="connsiteY30" fmla="*/ 4200 h 10000"/>
              <a:gd name="connsiteX31" fmla="*/ 6953 w 10071"/>
              <a:gd name="connsiteY31" fmla="*/ 3985 h 10000"/>
              <a:gd name="connsiteX32" fmla="*/ 7077 w 10071"/>
              <a:gd name="connsiteY32" fmla="*/ 3769 h 10000"/>
              <a:gd name="connsiteX33" fmla="*/ 7201 w 10071"/>
              <a:gd name="connsiteY33" fmla="*/ 3583 h 10000"/>
              <a:gd name="connsiteX34" fmla="*/ 7322 w 10071"/>
              <a:gd name="connsiteY34" fmla="*/ 3395 h 10000"/>
              <a:gd name="connsiteX35" fmla="*/ 7446 w 10071"/>
              <a:gd name="connsiteY35" fmla="*/ 3228 h 10000"/>
              <a:gd name="connsiteX36" fmla="*/ 7562 w 10071"/>
              <a:gd name="connsiteY36" fmla="*/ 3082 h 10000"/>
              <a:gd name="connsiteX37" fmla="*/ 7682 w 10071"/>
              <a:gd name="connsiteY37" fmla="*/ 2945 h 10000"/>
              <a:gd name="connsiteX38" fmla="*/ 7796 w 10071"/>
              <a:gd name="connsiteY38" fmla="*/ 2826 h 10000"/>
              <a:gd name="connsiteX39" fmla="*/ 7909 w 10071"/>
              <a:gd name="connsiteY39" fmla="*/ 2739 h 10000"/>
              <a:gd name="connsiteX40" fmla="*/ 8015 w 10071"/>
              <a:gd name="connsiteY40" fmla="*/ 2660 h 10000"/>
              <a:gd name="connsiteX41" fmla="*/ 8117 w 10071"/>
              <a:gd name="connsiteY41" fmla="*/ 2601 h 10000"/>
              <a:gd name="connsiteX42" fmla="*/ 8212 w 10071"/>
              <a:gd name="connsiteY42" fmla="*/ 2572 h 10000"/>
              <a:gd name="connsiteX43" fmla="*/ 8303 w 10071"/>
              <a:gd name="connsiteY43" fmla="*/ 2552 h 10000"/>
              <a:gd name="connsiteX44" fmla="*/ 8387 w 10071"/>
              <a:gd name="connsiteY44" fmla="*/ 2543 h 10000"/>
              <a:gd name="connsiteX45" fmla="*/ 8482 w 10071"/>
              <a:gd name="connsiteY45" fmla="*/ 2543 h 10000"/>
              <a:gd name="connsiteX46" fmla="*/ 8581 w 10071"/>
              <a:gd name="connsiteY46" fmla="*/ 2552 h 10000"/>
              <a:gd name="connsiteX47" fmla="*/ 8687 w 10071"/>
              <a:gd name="connsiteY47" fmla="*/ 2572 h 10000"/>
              <a:gd name="connsiteX48" fmla="*/ 8796 w 10071"/>
              <a:gd name="connsiteY48" fmla="*/ 2601 h 10000"/>
              <a:gd name="connsiteX49" fmla="*/ 8906 w 10071"/>
              <a:gd name="connsiteY49" fmla="*/ 2641 h 10000"/>
              <a:gd name="connsiteX50" fmla="*/ 9019 w 10071"/>
              <a:gd name="connsiteY50" fmla="*/ 2689 h 10000"/>
              <a:gd name="connsiteX51" fmla="*/ 9136 w 10071"/>
              <a:gd name="connsiteY51" fmla="*/ 2748 h 10000"/>
              <a:gd name="connsiteX52" fmla="*/ 9253 w 10071"/>
              <a:gd name="connsiteY52" fmla="*/ 2816 h 10000"/>
              <a:gd name="connsiteX53" fmla="*/ 9370 w 10071"/>
              <a:gd name="connsiteY53" fmla="*/ 2885 h 10000"/>
              <a:gd name="connsiteX54" fmla="*/ 9483 w 10071"/>
              <a:gd name="connsiteY54" fmla="*/ 2954 h 10000"/>
              <a:gd name="connsiteX55" fmla="*/ 9524 w 10071"/>
              <a:gd name="connsiteY55" fmla="*/ 3081 h 10000"/>
              <a:gd name="connsiteX56" fmla="*/ 9560 w 10071"/>
              <a:gd name="connsiteY56" fmla="*/ 3330 h 10000"/>
              <a:gd name="connsiteX57" fmla="*/ 9599 w 10071"/>
              <a:gd name="connsiteY57" fmla="*/ 3805 h 10000"/>
              <a:gd name="connsiteX58" fmla="*/ 9614 w 10071"/>
              <a:gd name="connsiteY58" fmla="*/ 4255 h 10000"/>
              <a:gd name="connsiteX59" fmla="*/ 9658 w 10071"/>
              <a:gd name="connsiteY59" fmla="*/ 4493 h 10000"/>
              <a:gd name="connsiteX60" fmla="*/ 10071 w 10071"/>
              <a:gd name="connsiteY60" fmla="*/ 377 h 10000"/>
              <a:gd name="connsiteX61" fmla="*/ 9522 w 10071"/>
              <a:gd name="connsiteY61" fmla="*/ 441 h 10000"/>
              <a:gd name="connsiteX62" fmla="*/ 9001 w 10071"/>
              <a:gd name="connsiteY62" fmla="*/ 463 h 10000"/>
              <a:gd name="connsiteX63" fmla="*/ 8504 w 10071"/>
              <a:gd name="connsiteY63" fmla="*/ 314 h 10000"/>
              <a:gd name="connsiteX64" fmla="*/ 8044 w 10071"/>
              <a:gd name="connsiteY64" fmla="*/ 0 h 10000"/>
              <a:gd name="connsiteX65" fmla="*/ 8486 w 10071"/>
              <a:gd name="connsiteY65" fmla="*/ 786 h 10000"/>
              <a:gd name="connsiteX66" fmla="*/ 8453 w 10071"/>
              <a:gd name="connsiteY66" fmla="*/ 746 h 10000"/>
              <a:gd name="connsiteX67" fmla="*/ 8417 w 10071"/>
              <a:gd name="connsiteY67" fmla="*/ 717 h 10000"/>
              <a:gd name="connsiteX68" fmla="*/ 8365 w 10071"/>
              <a:gd name="connsiteY68" fmla="*/ 678 h 10000"/>
              <a:gd name="connsiteX69" fmla="*/ 8311 w 10071"/>
              <a:gd name="connsiteY69" fmla="*/ 648 h 10000"/>
              <a:gd name="connsiteX70" fmla="*/ 8252 w 10071"/>
              <a:gd name="connsiteY70" fmla="*/ 619 h 10000"/>
              <a:gd name="connsiteX71" fmla="*/ 8186 w 10071"/>
              <a:gd name="connsiteY71" fmla="*/ 590 h 10000"/>
              <a:gd name="connsiteX72" fmla="*/ 8117 w 10071"/>
              <a:gd name="connsiteY72" fmla="*/ 570 h 10000"/>
              <a:gd name="connsiteX73" fmla="*/ 8044 w 10071"/>
              <a:gd name="connsiteY73" fmla="*/ 540 h 10000"/>
              <a:gd name="connsiteX74" fmla="*/ 7971 w 10071"/>
              <a:gd name="connsiteY74" fmla="*/ 530 h 10000"/>
              <a:gd name="connsiteX75" fmla="*/ 7898 w 10071"/>
              <a:gd name="connsiteY75" fmla="*/ 511 h 10000"/>
              <a:gd name="connsiteX76" fmla="*/ 7821 w 10071"/>
              <a:gd name="connsiteY76" fmla="*/ 500 h 10000"/>
              <a:gd name="connsiteX77" fmla="*/ 7752 w 10071"/>
              <a:gd name="connsiteY77" fmla="*/ 500 h 10000"/>
              <a:gd name="connsiteX78" fmla="*/ 7566 w 10071"/>
              <a:gd name="connsiteY78" fmla="*/ 500 h 10000"/>
              <a:gd name="connsiteX79" fmla="*/ 7391 w 10071"/>
              <a:gd name="connsiteY79" fmla="*/ 521 h 10000"/>
              <a:gd name="connsiteX80" fmla="*/ 7220 w 10071"/>
              <a:gd name="connsiteY80" fmla="*/ 559 h 10000"/>
              <a:gd name="connsiteX81" fmla="*/ 7055 w 10071"/>
              <a:gd name="connsiteY81" fmla="*/ 599 h 10000"/>
              <a:gd name="connsiteX82" fmla="*/ 6898 w 10071"/>
              <a:gd name="connsiteY82" fmla="*/ 657 h 10000"/>
              <a:gd name="connsiteX83" fmla="*/ 6752 w 10071"/>
              <a:gd name="connsiteY83" fmla="*/ 778 h 10000"/>
              <a:gd name="connsiteX84" fmla="*/ 6812 w 10071"/>
              <a:gd name="connsiteY84" fmla="*/ 730 h 10000"/>
              <a:gd name="connsiteX85" fmla="*/ 6521 w 10071"/>
              <a:gd name="connsiteY85" fmla="*/ 1029 h 10000"/>
              <a:gd name="connsiteX86" fmla="*/ 6422 w 10071"/>
              <a:gd name="connsiteY86" fmla="*/ 1175 h 10000"/>
              <a:gd name="connsiteX87" fmla="*/ 6279 w 10071"/>
              <a:gd name="connsiteY87" fmla="*/ 1403 h 10000"/>
              <a:gd name="connsiteX88" fmla="*/ 6072 w 10071"/>
              <a:gd name="connsiteY88" fmla="*/ 1772 h 10000"/>
              <a:gd name="connsiteX89" fmla="*/ 5478 w 10071"/>
              <a:gd name="connsiteY89" fmla="*/ 3210 h 10000"/>
              <a:gd name="connsiteX90" fmla="*/ 5554 w 10071"/>
              <a:gd name="connsiteY90" fmla="*/ 2954 h 10000"/>
              <a:gd name="connsiteX91" fmla="*/ 5266 w 10071"/>
              <a:gd name="connsiteY91" fmla="*/ 3739 h 10000"/>
              <a:gd name="connsiteX92" fmla="*/ 4973 w 10071"/>
              <a:gd name="connsiteY92" fmla="*/ 4504 h 10000"/>
              <a:gd name="connsiteX93" fmla="*/ 4681 w 10071"/>
              <a:gd name="connsiteY93" fmla="*/ 5231 h 10000"/>
              <a:gd name="connsiteX94" fmla="*/ 4385 w 10071"/>
              <a:gd name="connsiteY94" fmla="*/ 5947 h 10000"/>
              <a:gd name="connsiteX95" fmla="*/ 4086 w 10071"/>
              <a:gd name="connsiteY95" fmla="*/ 6615 h 10000"/>
              <a:gd name="connsiteX96" fmla="*/ 3786 w 10071"/>
              <a:gd name="connsiteY96" fmla="*/ 7272 h 10000"/>
              <a:gd name="connsiteX97" fmla="*/ 3483 w 10071"/>
              <a:gd name="connsiteY97" fmla="*/ 7891 h 10000"/>
              <a:gd name="connsiteX98" fmla="*/ 3180 w 10071"/>
              <a:gd name="connsiteY98" fmla="*/ 8488 h 10000"/>
              <a:gd name="connsiteX99" fmla="*/ 2873 w 10071"/>
              <a:gd name="connsiteY99" fmla="*/ 9058 h 10000"/>
              <a:gd name="connsiteX100" fmla="*/ 2567 w 10071"/>
              <a:gd name="connsiteY100" fmla="*/ 9587 h 10000"/>
              <a:gd name="connsiteX101" fmla="*/ 2162 w 10071"/>
              <a:gd name="connsiteY101" fmla="*/ 9632 h 10000"/>
              <a:gd name="connsiteX102" fmla="*/ 1505 w 10071"/>
              <a:gd name="connsiteY102" fmla="*/ 9480 h 10000"/>
              <a:gd name="connsiteX103" fmla="*/ 752 w 10071"/>
              <a:gd name="connsiteY103" fmla="*/ 8881 h 10000"/>
              <a:gd name="connsiteX104" fmla="*/ 0 w 10071"/>
              <a:gd name="connsiteY104" fmla="*/ 8292 h 10000"/>
              <a:gd name="connsiteX0" fmla="*/ 0 w 10071"/>
              <a:gd name="connsiteY0" fmla="*/ 8292 h 10000"/>
              <a:gd name="connsiteX1" fmla="*/ 329 w 10071"/>
              <a:gd name="connsiteY1" fmla="*/ 8488 h 10000"/>
              <a:gd name="connsiteX2" fmla="*/ 650 w 10071"/>
              <a:gd name="connsiteY2" fmla="*/ 8715 h 10000"/>
              <a:gd name="connsiteX3" fmla="*/ 975 w 10071"/>
              <a:gd name="connsiteY3" fmla="*/ 8950 h 10000"/>
              <a:gd name="connsiteX4" fmla="*/ 1300 w 10071"/>
              <a:gd name="connsiteY4" fmla="*/ 9205 h 10000"/>
              <a:gd name="connsiteX5" fmla="*/ 1622 w 10071"/>
              <a:gd name="connsiteY5" fmla="*/ 9480 h 10000"/>
              <a:gd name="connsiteX6" fmla="*/ 1943 w 10071"/>
              <a:gd name="connsiteY6" fmla="*/ 9785 h 10000"/>
              <a:gd name="connsiteX7" fmla="*/ 2321 w 10071"/>
              <a:gd name="connsiteY7" fmla="*/ 9977 h 10000"/>
              <a:gd name="connsiteX8" fmla="*/ 2523 w 10071"/>
              <a:gd name="connsiteY8" fmla="*/ 10000 h 10000"/>
              <a:gd name="connsiteX9" fmla="*/ 2789 w 10071"/>
              <a:gd name="connsiteY9" fmla="*/ 9892 h 10000"/>
              <a:gd name="connsiteX10" fmla="*/ 3049 w 10071"/>
              <a:gd name="connsiteY10" fmla="*/ 9755 h 10000"/>
              <a:gd name="connsiteX11" fmla="*/ 3308 w 10071"/>
              <a:gd name="connsiteY11" fmla="*/ 9587 h 10000"/>
              <a:gd name="connsiteX12" fmla="*/ 3560 w 10071"/>
              <a:gd name="connsiteY12" fmla="*/ 9411 h 10000"/>
              <a:gd name="connsiteX13" fmla="*/ 3808 w 10071"/>
              <a:gd name="connsiteY13" fmla="*/ 9215 h 10000"/>
              <a:gd name="connsiteX14" fmla="*/ 4049 w 10071"/>
              <a:gd name="connsiteY14" fmla="*/ 8999 h 10000"/>
              <a:gd name="connsiteX15" fmla="*/ 4287 w 10071"/>
              <a:gd name="connsiteY15" fmla="*/ 8764 h 10000"/>
              <a:gd name="connsiteX16" fmla="*/ 4517 w 10071"/>
              <a:gd name="connsiteY16" fmla="*/ 8508 h 10000"/>
              <a:gd name="connsiteX17" fmla="*/ 4740 w 10071"/>
              <a:gd name="connsiteY17" fmla="*/ 8234 h 10000"/>
              <a:gd name="connsiteX18" fmla="*/ 4959 w 10071"/>
              <a:gd name="connsiteY18" fmla="*/ 7949 h 10000"/>
              <a:gd name="connsiteX19" fmla="*/ 5167 w 10071"/>
              <a:gd name="connsiteY19" fmla="*/ 7645 h 10000"/>
              <a:gd name="connsiteX20" fmla="*/ 5372 w 10071"/>
              <a:gd name="connsiteY20" fmla="*/ 7311 h 10000"/>
              <a:gd name="connsiteX21" fmla="*/ 5565 w 10071"/>
              <a:gd name="connsiteY21" fmla="*/ 6968 h 10000"/>
              <a:gd name="connsiteX22" fmla="*/ 5751 w 10071"/>
              <a:gd name="connsiteY22" fmla="*/ 6615 h 10000"/>
              <a:gd name="connsiteX23" fmla="*/ 5927 w 10071"/>
              <a:gd name="connsiteY23" fmla="*/ 6242 h 10000"/>
              <a:gd name="connsiteX24" fmla="*/ 6098 w 10071"/>
              <a:gd name="connsiteY24" fmla="*/ 5859 h 10000"/>
              <a:gd name="connsiteX25" fmla="*/ 6259 w 10071"/>
              <a:gd name="connsiteY25" fmla="*/ 5446 h 10000"/>
              <a:gd name="connsiteX26" fmla="*/ 6365 w 10071"/>
              <a:gd name="connsiteY26" fmla="*/ 5191 h 10000"/>
              <a:gd name="connsiteX27" fmla="*/ 6478 w 10071"/>
              <a:gd name="connsiteY27" fmla="*/ 4927 h 10000"/>
              <a:gd name="connsiteX28" fmla="*/ 6591 w 10071"/>
              <a:gd name="connsiteY28" fmla="*/ 4681 h 10000"/>
              <a:gd name="connsiteX29" fmla="*/ 6712 w 10071"/>
              <a:gd name="connsiteY29" fmla="*/ 4435 h 10000"/>
              <a:gd name="connsiteX30" fmla="*/ 6829 w 10071"/>
              <a:gd name="connsiteY30" fmla="*/ 4200 h 10000"/>
              <a:gd name="connsiteX31" fmla="*/ 6953 w 10071"/>
              <a:gd name="connsiteY31" fmla="*/ 3985 h 10000"/>
              <a:gd name="connsiteX32" fmla="*/ 7077 w 10071"/>
              <a:gd name="connsiteY32" fmla="*/ 3769 h 10000"/>
              <a:gd name="connsiteX33" fmla="*/ 7201 w 10071"/>
              <a:gd name="connsiteY33" fmla="*/ 3583 h 10000"/>
              <a:gd name="connsiteX34" fmla="*/ 7322 w 10071"/>
              <a:gd name="connsiteY34" fmla="*/ 3395 h 10000"/>
              <a:gd name="connsiteX35" fmla="*/ 7446 w 10071"/>
              <a:gd name="connsiteY35" fmla="*/ 3228 h 10000"/>
              <a:gd name="connsiteX36" fmla="*/ 7562 w 10071"/>
              <a:gd name="connsiteY36" fmla="*/ 3082 h 10000"/>
              <a:gd name="connsiteX37" fmla="*/ 7682 w 10071"/>
              <a:gd name="connsiteY37" fmla="*/ 2945 h 10000"/>
              <a:gd name="connsiteX38" fmla="*/ 7796 w 10071"/>
              <a:gd name="connsiteY38" fmla="*/ 2826 h 10000"/>
              <a:gd name="connsiteX39" fmla="*/ 7909 w 10071"/>
              <a:gd name="connsiteY39" fmla="*/ 2739 h 10000"/>
              <a:gd name="connsiteX40" fmla="*/ 8015 w 10071"/>
              <a:gd name="connsiteY40" fmla="*/ 2660 h 10000"/>
              <a:gd name="connsiteX41" fmla="*/ 8117 w 10071"/>
              <a:gd name="connsiteY41" fmla="*/ 2601 h 10000"/>
              <a:gd name="connsiteX42" fmla="*/ 8212 w 10071"/>
              <a:gd name="connsiteY42" fmla="*/ 2572 h 10000"/>
              <a:gd name="connsiteX43" fmla="*/ 8303 w 10071"/>
              <a:gd name="connsiteY43" fmla="*/ 2552 h 10000"/>
              <a:gd name="connsiteX44" fmla="*/ 8387 w 10071"/>
              <a:gd name="connsiteY44" fmla="*/ 2543 h 10000"/>
              <a:gd name="connsiteX45" fmla="*/ 8482 w 10071"/>
              <a:gd name="connsiteY45" fmla="*/ 2543 h 10000"/>
              <a:gd name="connsiteX46" fmla="*/ 8581 w 10071"/>
              <a:gd name="connsiteY46" fmla="*/ 2552 h 10000"/>
              <a:gd name="connsiteX47" fmla="*/ 8687 w 10071"/>
              <a:gd name="connsiteY47" fmla="*/ 2572 h 10000"/>
              <a:gd name="connsiteX48" fmla="*/ 8796 w 10071"/>
              <a:gd name="connsiteY48" fmla="*/ 2601 h 10000"/>
              <a:gd name="connsiteX49" fmla="*/ 8906 w 10071"/>
              <a:gd name="connsiteY49" fmla="*/ 2641 h 10000"/>
              <a:gd name="connsiteX50" fmla="*/ 9019 w 10071"/>
              <a:gd name="connsiteY50" fmla="*/ 2689 h 10000"/>
              <a:gd name="connsiteX51" fmla="*/ 9136 w 10071"/>
              <a:gd name="connsiteY51" fmla="*/ 2748 h 10000"/>
              <a:gd name="connsiteX52" fmla="*/ 9253 w 10071"/>
              <a:gd name="connsiteY52" fmla="*/ 2816 h 10000"/>
              <a:gd name="connsiteX53" fmla="*/ 9370 w 10071"/>
              <a:gd name="connsiteY53" fmla="*/ 2885 h 10000"/>
              <a:gd name="connsiteX54" fmla="*/ 9483 w 10071"/>
              <a:gd name="connsiteY54" fmla="*/ 2954 h 10000"/>
              <a:gd name="connsiteX55" fmla="*/ 9524 w 10071"/>
              <a:gd name="connsiteY55" fmla="*/ 3081 h 10000"/>
              <a:gd name="connsiteX56" fmla="*/ 9560 w 10071"/>
              <a:gd name="connsiteY56" fmla="*/ 3330 h 10000"/>
              <a:gd name="connsiteX57" fmla="*/ 9599 w 10071"/>
              <a:gd name="connsiteY57" fmla="*/ 3805 h 10000"/>
              <a:gd name="connsiteX58" fmla="*/ 9614 w 10071"/>
              <a:gd name="connsiteY58" fmla="*/ 4255 h 10000"/>
              <a:gd name="connsiteX59" fmla="*/ 9658 w 10071"/>
              <a:gd name="connsiteY59" fmla="*/ 4493 h 10000"/>
              <a:gd name="connsiteX60" fmla="*/ 10071 w 10071"/>
              <a:gd name="connsiteY60" fmla="*/ 377 h 10000"/>
              <a:gd name="connsiteX61" fmla="*/ 9522 w 10071"/>
              <a:gd name="connsiteY61" fmla="*/ 441 h 10000"/>
              <a:gd name="connsiteX62" fmla="*/ 9001 w 10071"/>
              <a:gd name="connsiteY62" fmla="*/ 463 h 10000"/>
              <a:gd name="connsiteX63" fmla="*/ 8504 w 10071"/>
              <a:gd name="connsiteY63" fmla="*/ 314 h 10000"/>
              <a:gd name="connsiteX64" fmla="*/ 8044 w 10071"/>
              <a:gd name="connsiteY64" fmla="*/ 0 h 10000"/>
              <a:gd name="connsiteX65" fmla="*/ 8486 w 10071"/>
              <a:gd name="connsiteY65" fmla="*/ 786 h 10000"/>
              <a:gd name="connsiteX66" fmla="*/ 8453 w 10071"/>
              <a:gd name="connsiteY66" fmla="*/ 746 h 10000"/>
              <a:gd name="connsiteX67" fmla="*/ 8417 w 10071"/>
              <a:gd name="connsiteY67" fmla="*/ 717 h 10000"/>
              <a:gd name="connsiteX68" fmla="*/ 8365 w 10071"/>
              <a:gd name="connsiteY68" fmla="*/ 678 h 10000"/>
              <a:gd name="connsiteX69" fmla="*/ 8311 w 10071"/>
              <a:gd name="connsiteY69" fmla="*/ 648 h 10000"/>
              <a:gd name="connsiteX70" fmla="*/ 8252 w 10071"/>
              <a:gd name="connsiteY70" fmla="*/ 619 h 10000"/>
              <a:gd name="connsiteX71" fmla="*/ 8186 w 10071"/>
              <a:gd name="connsiteY71" fmla="*/ 590 h 10000"/>
              <a:gd name="connsiteX72" fmla="*/ 8117 w 10071"/>
              <a:gd name="connsiteY72" fmla="*/ 570 h 10000"/>
              <a:gd name="connsiteX73" fmla="*/ 8044 w 10071"/>
              <a:gd name="connsiteY73" fmla="*/ 540 h 10000"/>
              <a:gd name="connsiteX74" fmla="*/ 7971 w 10071"/>
              <a:gd name="connsiteY74" fmla="*/ 530 h 10000"/>
              <a:gd name="connsiteX75" fmla="*/ 7898 w 10071"/>
              <a:gd name="connsiteY75" fmla="*/ 511 h 10000"/>
              <a:gd name="connsiteX76" fmla="*/ 7821 w 10071"/>
              <a:gd name="connsiteY76" fmla="*/ 500 h 10000"/>
              <a:gd name="connsiteX77" fmla="*/ 7752 w 10071"/>
              <a:gd name="connsiteY77" fmla="*/ 500 h 10000"/>
              <a:gd name="connsiteX78" fmla="*/ 7566 w 10071"/>
              <a:gd name="connsiteY78" fmla="*/ 500 h 10000"/>
              <a:gd name="connsiteX79" fmla="*/ 7391 w 10071"/>
              <a:gd name="connsiteY79" fmla="*/ 521 h 10000"/>
              <a:gd name="connsiteX80" fmla="*/ 7220 w 10071"/>
              <a:gd name="connsiteY80" fmla="*/ 559 h 10000"/>
              <a:gd name="connsiteX81" fmla="*/ 7055 w 10071"/>
              <a:gd name="connsiteY81" fmla="*/ 599 h 10000"/>
              <a:gd name="connsiteX82" fmla="*/ 6898 w 10071"/>
              <a:gd name="connsiteY82" fmla="*/ 657 h 10000"/>
              <a:gd name="connsiteX83" fmla="*/ 6752 w 10071"/>
              <a:gd name="connsiteY83" fmla="*/ 778 h 10000"/>
              <a:gd name="connsiteX84" fmla="*/ 6812 w 10071"/>
              <a:gd name="connsiteY84" fmla="*/ 730 h 10000"/>
              <a:gd name="connsiteX85" fmla="*/ 6521 w 10071"/>
              <a:gd name="connsiteY85" fmla="*/ 1029 h 10000"/>
              <a:gd name="connsiteX86" fmla="*/ 6422 w 10071"/>
              <a:gd name="connsiteY86" fmla="*/ 1175 h 10000"/>
              <a:gd name="connsiteX87" fmla="*/ 6279 w 10071"/>
              <a:gd name="connsiteY87" fmla="*/ 1403 h 10000"/>
              <a:gd name="connsiteX88" fmla="*/ 6072 w 10071"/>
              <a:gd name="connsiteY88" fmla="*/ 1772 h 10000"/>
              <a:gd name="connsiteX89" fmla="*/ 5478 w 10071"/>
              <a:gd name="connsiteY89" fmla="*/ 3210 h 10000"/>
              <a:gd name="connsiteX90" fmla="*/ 5554 w 10071"/>
              <a:gd name="connsiteY90" fmla="*/ 2954 h 10000"/>
              <a:gd name="connsiteX91" fmla="*/ 5266 w 10071"/>
              <a:gd name="connsiteY91" fmla="*/ 3739 h 10000"/>
              <a:gd name="connsiteX92" fmla="*/ 4973 w 10071"/>
              <a:gd name="connsiteY92" fmla="*/ 4504 h 10000"/>
              <a:gd name="connsiteX93" fmla="*/ 4710 w 10071"/>
              <a:gd name="connsiteY93" fmla="*/ 5252 h 10000"/>
              <a:gd name="connsiteX94" fmla="*/ 4385 w 10071"/>
              <a:gd name="connsiteY94" fmla="*/ 5947 h 10000"/>
              <a:gd name="connsiteX95" fmla="*/ 4086 w 10071"/>
              <a:gd name="connsiteY95" fmla="*/ 6615 h 10000"/>
              <a:gd name="connsiteX96" fmla="*/ 3786 w 10071"/>
              <a:gd name="connsiteY96" fmla="*/ 7272 h 10000"/>
              <a:gd name="connsiteX97" fmla="*/ 3483 w 10071"/>
              <a:gd name="connsiteY97" fmla="*/ 7891 h 10000"/>
              <a:gd name="connsiteX98" fmla="*/ 3180 w 10071"/>
              <a:gd name="connsiteY98" fmla="*/ 8488 h 10000"/>
              <a:gd name="connsiteX99" fmla="*/ 2873 w 10071"/>
              <a:gd name="connsiteY99" fmla="*/ 9058 h 10000"/>
              <a:gd name="connsiteX100" fmla="*/ 2567 w 10071"/>
              <a:gd name="connsiteY100" fmla="*/ 9587 h 10000"/>
              <a:gd name="connsiteX101" fmla="*/ 2162 w 10071"/>
              <a:gd name="connsiteY101" fmla="*/ 9632 h 10000"/>
              <a:gd name="connsiteX102" fmla="*/ 1505 w 10071"/>
              <a:gd name="connsiteY102" fmla="*/ 9480 h 10000"/>
              <a:gd name="connsiteX103" fmla="*/ 752 w 10071"/>
              <a:gd name="connsiteY103" fmla="*/ 8881 h 10000"/>
              <a:gd name="connsiteX104" fmla="*/ 0 w 10071"/>
              <a:gd name="connsiteY104" fmla="*/ 8292 h 10000"/>
              <a:gd name="connsiteX0" fmla="*/ 0 w 10071"/>
              <a:gd name="connsiteY0" fmla="*/ 8292 h 10000"/>
              <a:gd name="connsiteX1" fmla="*/ 329 w 10071"/>
              <a:gd name="connsiteY1" fmla="*/ 8488 h 10000"/>
              <a:gd name="connsiteX2" fmla="*/ 650 w 10071"/>
              <a:gd name="connsiteY2" fmla="*/ 8715 h 10000"/>
              <a:gd name="connsiteX3" fmla="*/ 975 w 10071"/>
              <a:gd name="connsiteY3" fmla="*/ 8950 h 10000"/>
              <a:gd name="connsiteX4" fmla="*/ 1300 w 10071"/>
              <a:gd name="connsiteY4" fmla="*/ 9205 h 10000"/>
              <a:gd name="connsiteX5" fmla="*/ 1622 w 10071"/>
              <a:gd name="connsiteY5" fmla="*/ 9480 h 10000"/>
              <a:gd name="connsiteX6" fmla="*/ 1943 w 10071"/>
              <a:gd name="connsiteY6" fmla="*/ 9785 h 10000"/>
              <a:gd name="connsiteX7" fmla="*/ 2321 w 10071"/>
              <a:gd name="connsiteY7" fmla="*/ 9977 h 10000"/>
              <a:gd name="connsiteX8" fmla="*/ 2523 w 10071"/>
              <a:gd name="connsiteY8" fmla="*/ 10000 h 10000"/>
              <a:gd name="connsiteX9" fmla="*/ 2789 w 10071"/>
              <a:gd name="connsiteY9" fmla="*/ 9892 h 10000"/>
              <a:gd name="connsiteX10" fmla="*/ 3049 w 10071"/>
              <a:gd name="connsiteY10" fmla="*/ 9755 h 10000"/>
              <a:gd name="connsiteX11" fmla="*/ 3308 w 10071"/>
              <a:gd name="connsiteY11" fmla="*/ 9587 h 10000"/>
              <a:gd name="connsiteX12" fmla="*/ 3560 w 10071"/>
              <a:gd name="connsiteY12" fmla="*/ 9411 h 10000"/>
              <a:gd name="connsiteX13" fmla="*/ 3808 w 10071"/>
              <a:gd name="connsiteY13" fmla="*/ 9215 h 10000"/>
              <a:gd name="connsiteX14" fmla="*/ 4049 w 10071"/>
              <a:gd name="connsiteY14" fmla="*/ 8999 h 10000"/>
              <a:gd name="connsiteX15" fmla="*/ 4287 w 10071"/>
              <a:gd name="connsiteY15" fmla="*/ 8764 h 10000"/>
              <a:gd name="connsiteX16" fmla="*/ 4517 w 10071"/>
              <a:gd name="connsiteY16" fmla="*/ 8508 h 10000"/>
              <a:gd name="connsiteX17" fmla="*/ 4740 w 10071"/>
              <a:gd name="connsiteY17" fmla="*/ 8234 h 10000"/>
              <a:gd name="connsiteX18" fmla="*/ 4959 w 10071"/>
              <a:gd name="connsiteY18" fmla="*/ 7949 h 10000"/>
              <a:gd name="connsiteX19" fmla="*/ 5167 w 10071"/>
              <a:gd name="connsiteY19" fmla="*/ 7645 h 10000"/>
              <a:gd name="connsiteX20" fmla="*/ 5372 w 10071"/>
              <a:gd name="connsiteY20" fmla="*/ 7311 h 10000"/>
              <a:gd name="connsiteX21" fmla="*/ 5565 w 10071"/>
              <a:gd name="connsiteY21" fmla="*/ 6968 h 10000"/>
              <a:gd name="connsiteX22" fmla="*/ 5751 w 10071"/>
              <a:gd name="connsiteY22" fmla="*/ 6615 h 10000"/>
              <a:gd name="connsiteX23" fmla="*/ 5927 w 10071"/>
              <a:gd name="connsiteY23" fmla="*/ 6242 h 10000"/>
              <a:gd name="connsiteX24" fmla="*/ 6098 w 10071"/>
              <a:gd name="connsiteY24" fmla="*/ 5859 h 10000"/>
              <a:gd name="connsiteX25" fmla="*/ 6259 w 10071"/>
              <a:gd name="connsiteY25" fmla="*/ 5446 h 10000"/>
              <a:gd name="connsiteX26" fmla="*/ 6365 w 10071"/>
              <a:gd name="connsiteY26" fmla="*/ 5191 h 10000"/>
              <a:gd name="connsiteX27" fmla="*/ 6478 w 10071"/>
              <a:gd name="connsiteY27" fmla="*/ 4927 h 10000"/>
              <a:gd name="connsiteX28" fmla="*/ 6591 w 10071"/>
              <a:gd name="connsiteY28" fmla="*/ 4681 h 10000"/>
              <a:gd name="connsiteX29" fmla="*/ 6712 w 10071"/>
              <a:gd name="connsiteY29" fmla="*/ 4435 h 10000"/>
              <a:gd name="connsiteX30" fmla="*/ 6829 w 10071"/>
              <a:gd name="connsiteY30" fmla="*/ 4200 h 10000"/>
              <a:gd name="connsiteX31" fmla="*/ 6953 w 10071"/>
              <a:gd name="connsiteY31" fmla="*/ 3985 h 10000"/>
              <a:gd name="connsiteX32" fmla="*/ 7077 w 10071"/>
              <a:gd name="connsiteY32" fmla="*/ 3769 h 10000"/>
              <a:gd name="connsiteX33" fmla="*/ 7201 w 10071"/>
              <a:gd name="connsiteY33" fmla="*/ 3583 h 10000"/>
              <a:gd name="connsiteX34" fmla="*/ 7322 w 10071"/>
              <a:gd name="connsiteY34" fmla="*/ 3395 h 10000"/>
              <a:gd name="connsiteX35" fmla="*/ 7446 w 10071"/>
              <a:gd name="connsiteY35" fmla="*/ 3228 h 10000"/>
              <a:gd name="connsiteX36" fmla="*/ 7562 w 10071"/>
              <a:gd name="connsiteY36" fmla="*/ 3082 h 10000"/>
              <a:gd name="connsiteX37" fmla="*/ 7682 w 10071"/>
              <a:gd name="connsiteY37" fmla="*/ 2945 h 10000"/>
              <a:gd name="connsiteX38" fmla="*/ 7796 w 10071"/>
              <a:gd name="connsiteY38" fmla="*/ 2826 h 10000"/>
              <a:gd name="connsiteX39" fmla="*/ 7909 w 10071"/>
              <a:gd name="connsiteY39" fmla="*/ 2739 h 10000"/>
              <a:gd name="connsiteX40" fmla="*/ 8015 w 10071"/>
              <a:gd name="connsiteY40" fmla="*/ 2660 h 10000"/>
              <a:gd name="connsiteX41" fmla="*/ 8117 w 10071"/>
              <a:gd name="connsiteY41" fmla="*/ 2601 h 10000"/>
              <a:gd name="connsiteX42" fmla="*/ 8212 w 10071"/>
              <a:gd name="connsiteY42" fmla="*/ 2572 h 10000"/>
              <a:gd name="connsiteX43" fmla="*/ 8303 w 10071"/>
              <a:gd name="connsiteY43" fmla="*/ 2552 h 10000"/>
              <a:gd name="connsiteX44" fmla="*/ 8387 w 10071"/>
              <a:gd name="connsiteY44" fmla="*/ 2543 h 10000"/>
              <a:gd name="connsiteX45" fmla="*/ 8482 w 10071"/>
              <a:gd name="connsiteY45" fmla="*/ 2543 h 10000"/>
              <a:gd name="connsiteX46" fmla="*/ 8581 w 10071"/>
              <a:gd name="connsiteY46" fmla="*/ 2552 h 10000"/>
              <a:gd name="connsiteX47" fmla="*/ 8687 w 10071"/>
              <a:gd name="connsiteY47" fmla="*/ 2572 h 10000"/>
              <a:gd name="connsiteX48" fmla="*/ 8796 w 10071"/>
              <a:gd name="connsiteY48" fmla="*/ 2601 h 10000"/>
              <a:gd name="connsiteX49" fmla="*/ 8906 w 10071"/>
              <a:gd name="connsiteY49" fmla="*/ 2641 h 10000"/>
              <a:gd name="connsiteX50" fmla="*/ 9019 w 10071"/>
              <a:gd name="connsiteY50" fmla="*/ 2689 h 10000"/>
              <a:gd name="connsiteX51" fmla="*/ 9136 w 10071"/>
              <a:gd name="connsiteY51" fmla="*/ 2748 h 10000"/>
              <a:gd name="connsiteX52" fmla="*/ 9253 w 10071"/>
              <a:gd name="connsiteY52" fmla="*/ 2816 h 10000"/>
              <a:gd name="connsiteX53" fmla="*/ 9370 w 10071"/>
              <a:gd name="connsiteY53" fmla="*/ 2885 h 10000"/>
              <a:gd name="connsiteX54" fmla="*/ 9483 w 10071"/>
              <a:gd name="connsiteY54" fmla="*/ 2954 h 10000"/>
              <a:gd name="connsiteX55" fmla="*/ 9524 w 10071"/>
              <a:gd name="connsiteY55" fmla="*/ 3081 h 10000"/>
              <a:gd name="connsiteX56" fmla="*/ 9560 w 10071"/>
              <a:gd name="connsiteY56" fmla="*/ 3330 h 10000"/>
              <a:gd name="connsiteX57" fmla="*/ 9599 w 10071"/>
              <a:gd name="connsiteY57" fmla="*/ 3805 h 10000"/>
              <a:gd name="connsiteX58" fmla="*/ 9614 w 10071"/>
              <a:gd name="connsiteY58" fmla="*/ 4255 h 10000"/>
              <a:gd name="connsiteX59" fmla="*/ 9658 w 10071"/>
              <a:gd name="connsiteY59" fmla="*/ 4493 h 10000"/>
              <a:gd name="connsiteX60" fmla="*/ 10071 w 10071"/>
              <a:gd name="connsiteY60" fmla="*/ 377 h 10000"/>
              <a:gd name="connsiteX61" fmla="*/ 9522 w 10071"/>
              <a:gd name="connsiteY61" fmla="*/ 441 h 10000"/>
              <a:gd name="connsiteX62" fmla="*/ 9001 w 10071"/>
              <a:gd name="connsiteY62" fmla="*/ 463 h 10000"/>
              <a:gd name="connsiteX63" fmla="*/ 8504 w 10071"/>
              <a:gd name="connsiteY63" fmla="*/ 314 h 10000"/>
              <a:gd name="connsiteX64" fmla="*/ 8044 w 10071"/>
              <a:gd name="connsiteY64" fmla="*/ 0 h 10000"/>
              <a:gd name="connsiteX65" fmla="*/ 8486 w 10071"/>
              <a:gd name="connsiteY65" fmla="*/ 786 h 10000"/>
              <a:gd name="connsiteX66" fmla="*/ 8453 w 10071"/>
              <a:gd name="connsiteY66" fmla="*/ 746 h 10000"/>
              <a:gd name="connsiteX67" fmla="*/ 8417 w 10071"/>
              <a:gd name="connsiteY67" fmla="*/ 717 h 10000"/>
              <a:gd name="connsiteX68" fmla="*/ 8365 w 10071"/>
              <a:gd name="connsiteY68" fmla="*/ 678 h 10000"/>
              <a:gd name="connsiteX69" fmla="*/ 8311 w 10071"/>
              <a:gd name="connsiteY69" fmla="*/ 648 h 10000"/>
              <a:gd name="connsiteX70" fmla="*/ 8252 w 10071"/>
              <a:gd name="connsiteY70" fmla="*/ 619 h 10000"/>
              <a:gd name="connsiteX71" fmla="*/ 8186 w 10071"/>
              <a:gd name="connsiteY71" fmla="*/ 590 h 10000"/>
              <a:gd name="connsiteX72" fmla="*/ 8117 w 10071"/>
              <a:gd name="connsiteY72" fmla="*/ 570 h 10000"/>
              <a:gd name="connsiteX73" fmla="*/ 8044 w 10071"/>
              <a:gd name="connsiteY73" fmla="*/ 540 h 10000"/>
              <a:gd name="connsiteX74" fmla="*/ 7971 w 10071"/>
              <a:gd name="connsiteY74" fmla="*/ 530 h 10000"/>
              <a:gd name="connsiteX75" fmla="*/ 7898 w 10071"/>
              <a:gd name="connsiteY75" fmla="*/ 511 h 10000"/>
              <a:gd name="connsiteX76" fmla="*/ 7821 w 10071"/>
              <a:gd name="connsiteY76" fmla="*/ 500 h 10000"/>
              <a:gd name="connsiteX77" fmla="*/ 7752 w 10071"/>
              <a:gd name="connsiteY77" fmla="*/ 500 h 10000"/>
              <a:gd name="connsiteX78" fmla="*/ 7566 w 10071"/>
              <a:gd name="connsiteY78" fmla="*/ 500 h 10000"/>
              <a:gd name="connsiteX79" fmla="*/ 7391 w 10071"/>
              <a:gd name="connsiteY79" fmla="*/ 521 h 10000"/>
              <a:gd name="connsiteX80" fmla="*/ 7220 w 10071"/>
              <a:gd name="connsiteY80" fmla="*/ 559 h 10000"/>
              <a:gd name="connsiteX81" fmla="*/ 7055 w 10071"/>
              <a:gd name="connsiteY81" fmla="*/ 599 h 10000"/>
              <a:gd name="connsiteX82" fmla="*/ 6898 w 10071"/>
              <a:gd name="connsiteY82" fmla="*/ 657 h 10000"/>
              <a:gd name="connsiteX83" fmla="*/ 6752 w 10071"/>
              <a:gd name="connsiteY83" fmla="*/ 778 h 10000"/>
              <a:gd name="connsiteX84" fmla="*/ 6812 w 10071"/>
              <a:gd name="connsiteY84" fmla="*/ 730 h 10000"/>
              <a:gd name="connsiteX85" fmla="*/ 6521 w 10071"/>
              <a:gd name="connsiteY85" fmla="*/ 1029 h 10000"/>
              <a:gd name="connsiteX86" fmla="*/ 6422 w 10071"/>
              <a:gd name="connsiteY86" fmla="*/ 1175 h 10000"/>
              <a:gd name="connsiteX87" fmla="*/ 6279 w 10071"/>
              <a:gd name="connsiteY87" fmla="*/ 1403 h 10000"/>
              <a:gd name="connsiteX88" fmla="*/ 6072 w 10071"/>
              <a:gd name="connsiteY88" fmla="*/ 1772 h 10000"/>
              <a:gd name="connsiteX89" fmla="*/ 5478 w 10071"/>
              <a:gd name="connsiteY89" fmla="*/ 3210 h 10000"/>
              <a:gd name="connsiteX90" fmla="*/ 5554 w 10071"/>
              <a:gd name="connsiteY90" fmla="*/ 2954 h 10000"/>
              <a:gd name="connsiteX91" fmla="*/ 5266 w 10071"/>
              <a:gd name="connsiteY91" fmla="*/ 3739 h 10000"/>
              <a:gd name="connsiteX92" fmla="*/ 4973 w 10071"/>
              <a:gd name="connsiteY92" fmla="*/ 4504 h 10000"/>
              <a:gd name="connsiteX93" fmla="*/ 4710 w 10071"/>
              <a:gd name="connsiteY93" fmla="*/ 5252 h 10000"/>
              <a:gd name="connsiteX94" fmla="*/ 4399 w 10071"/>
              <a:gd name="connsiteY94" fmla="*/ 5989 h 10000"/>
              <a:gd name="connsiteX95" fmla="*/ 4086 w 10071"/>
              <a:gd name="connsiteY95" fmla="*/ 6615 h 10000"/>
              <a:gd name="connsiteX96" fmla="*/ 3786 w 10071"/>
              <a:gd name="connsiteY96" fmla="*/ 7272 h 10000"/>
              <a:gd name="connsiteX97" fmla="*/ 3483 w 10071"/>
              <a:gd name="connsiteY97" fmla="*/ 7891 h 10000"/>
              <a:gd name="connsiteX98" fmla="*/ 3180 w 10071"/>
              <a:gd name="connsiteY98" fmla="*/ 8488 h 10000"/>
              <a:gd name="connsiteX99" fmla="*/ 2873 w 10071"/>
              <a:gd name="connsiteY99" fmla="*/ 9058 h 10000"/>
              <a:gd name="connsiteX100" fmla="*/ 2567 w 10071"/>
              <a:gd name="connsiteY100" fmla="*/ 9587 h 10000"/>
              <a:gd name="connsiteX101" fmla="*/ 2162 w 10071"/>
              <a:gd name="connsiteY101" fmla="*/ 9632 h 10000"/>
              <a:gd name="connsiteX102" fmla="*/ 1505 w 10071"/>
              <a:gd name="connsiteY102" fmla="*/ 9480 h 10000"/>
              <a:gd name="connsiteX103" fmla="*/ 752 w 10071"/>
              <a:gd name="connsiteY103" fmla="*/ 8881 h 10000"/>
              <a:gd name="connsiteX104" fmla="*/ 0 w 10071"/>
              <a:gd name="connsiteY104" fmla="*/ 8292 h 10000"/>
              <a:gd name="connsiteX0" fmla="*/ 0 w 10071"/>
              <a:gd name="connsiteY0" fmla="*/ 8292 h 10000"/>
              <a:gd name="connsiteX1" fmla="*/ 329 w 10071"/>
              <a:gd name="connsiteY1" fmla="*/ 8488 h 10000"/>
              <a:gd name="connsiteX2" fmla="*/ 650 w 10071"/>
              <a:gd name="connsiteY2" fmla="*/ 8715 h 10000"/>
              <a:gd name="connsiteX3" fmla="*/ 975 w 10071"/>
              <a:gd name="connsiteY3" fmla="*/ 8950 h 10000"/>
              <a:gd name="connsiteX4" fmla="*/ 1300 w 10071"/>
              <a:gd name="connsiteY4" fmla="*/ 9205 h 10000"/>
              <a:gd name="connsiteX5" fmla="*/ 1622 w 10071"/>
              <a:gd name="connsiteY5" fmla="*/ 9480 h 10000"/>
              <a:gd name="connsiteX6" fmla="*/ 1943 w 10071"/>
              <a:gd name="connsiteY6" fmla="*/ 9785 h 10000"/>
              <a:gd name="connsiteX7" fmla="*/ 2321 w 10071"/>
              <a:gd name="connsiteY7" fmla="*/ 9977 h 10000"/>
              <a:gd name="connsiteX8" fmla="*/ 2523 w 10071"/>
              <a:gd name="connsiteY8" fmla="*/ 10000 h 10000"/>
              <a:gd name="connsiteX9" fmla="*/ 2789 w 10071"/>
              <a:gd name="connsiteY9" fmla="*/ 9892 h 10000"/>
              <a:gd name="connsiteX10" fmla="*/ 3049 w 10071"/>
              <a:gd name="connsiteY10" fmla="*/ 9755 h 10000"/>
              <a:gd name="connsiteX11" fmla="*/ 3308 w 10071"/>
              <a:gd name="connsiteY11" fmla="*/ 9587 h 10000"/>
              <a:gd name="connsiteX12" fmla="*/ 3560 w 10071"/>
              <a:gd name="connsiteY12" fmla="*/ 9411 h 10000"/>
              <a:gd name="connsiteX13" fmla="*/ 3808 w 10071"/>
              <a:gd name="connsiteY13" fmla="*/ 9215 h 10000"/>
              <a:gd name="connsiteX14" fmla="*/ 4049 w 10071"/>
              <a:gd name="connsiteY14" fmla="*/ 8999 h 10000"/>
              <a:gd name="connsiteX15" fmla="*/ 4287 w 10071"/>
              <a:gd name="connsiteY15" fmla="*/ 8764 h 10000"/>
              <a:gd name="connsiteX16" fmla="*/ 4517 w 10071"/>
              <a:gd name="connsiteY16" fmla="*/ 8508 h 10000"/>
              <a:gd name="connsiteX17" fmla="*/ 4740 w 10071"/>
              <a:gd name="connsiteY17" fmla="*/ 8234 h 10000"/>
              <a:gd name="connsiteX18" fmla="*/ 4959 w 10071"/>
              <a:gd name="connsiteY18" fmla="*/ 7949 h 10000"/>
              <a:gd name="connsiteX19" fmla="*/ 5167 w 10071"/>
              <a:gd name="connsiteY19" fmla="*/ 7645 h 10000"/>
              <a:gd name="connsiteX20" fmla="*/ 5372 w 10071"/>
              <a:gd name="connsiteY20" fmla="*/ 7311 h 10000"/>
              <a:gd name="connsiteX21" fmla="*/ 5565 w 10071"/>
              <a:gd name="connsiteY21" fmla="*/ 6968 h 10000"/>
              <a:gd name="connsiteX22" fmla="*/ 5751 w 10071"/>
              <a:gd name="connsiteY22" fmla="*/ 6615 h 10000"/>
              <a:gd name="connsiteX23" fmla="*/ 5927 w 10071"/>
              <a:gd name="connsiteY23" fmla="*/ 6242 h 10000"/>
              <a:gd name="connsiteX24" fmla="*/ 6098 w 10071"/>
              <a:gd name="connsiteY24" fmla="*/ 5859 h 10000"/>
              <a:gd name="connsiteX25" fmla="*/ 6259 w 10071"/>
              <a:gd name="connsiteY25" fmla="*/ 5446 h 10000"/>
              <a:gd name="connsiteX26" fmla="*/ 6365 w 10071"/>
              <a:gd name="connsiteY26" fmla="*/ 5191 h 10000"/>
              <a:gd name="connsiteX27" fmla="*/ 6478 w 10071"/>
              <a:gd name="connsiteY27" fmla="*/ 4927 h 10000"/>
              <a:gd name="connsiteX28" fmla="*/ 6591 w 10071"/>
              <a:gd name="connsiteY28" fmla="*/ 4681 h 10000"/>
              <a:gd name="connsiteX29" fmla="*/ 6712 w 10071"/>
              <a:gd name="connsiteY29" fmla="*/ 4435 h 10000"/>
              <a:gd name="connsiteX30" fmla="*/ 6829 w 10071"/>
              <a:gd name="connsiteY30" fmla="*/ 4200 h 10000"/>
              <a:gd name="connsiteX31" fmla="*/ 6953 w 10071"/>
              <a:gd name="connsiteY31" fmla="*/ 3985 h 10000"/>
              <a:gd name="connsiteX32" fmla="*/ 7077 w 10071"/>
              <a:gd name="connsiteY32" fmla="*/ 3769 h 10000"/>
              <a:gd name="connsiteX33" fmla="*/ 7201 w 10071"/>
              <a:gd name="connsiteY33" fmla="*/ 3583 h 10000"/>
              <a:gd name="connsiteX34" fmla="*/ 7322 w 10071"/>
              <a:gd name="connsiteY34" fmla="*/ 3395 h 10000"/>
              <a:gd name="connsiteX35" fmla="*/ 7446 w 10071"/>
              <a:gd name="connsiteY35" fmla="*/ 3228 h 10000"/>
              <a:gd name="connsiteX36" fmla="*/ 7562 w 10071"/>
              <a:gd name="connsiteY36" fmla="*/ 3082 h 10000"/>
              <a:gd name="connsiteX37" fmla="*/ 7682 w 10071"/>
              <a:gd name="connsiteY37" fmla="*/ 2945 h 10000"/>
              <a:gd name="connsiteX38" fmla="*/ 7796 w 10071"/>
              <a:gd name="connsiteY38" fmla="*/ 2826 h 10000"/>
              <a:gd name="connsiteX39" fmla="*/ 7909 w 10071"/>
              <a:gd name="connsiteY39" fmla="*/ 2739 h 10000"/>
              <a:gd name="connsiteX40" fmla="*/ 8015 w 10071"/>
              <a:gd name="connsiteY40" fmla="*/ 2660 h 10000"/>
              <a:gd name="connsiteX41" fmla="*/ 8117 w 10071"/>
              <a:gd name="connsiteY41" fmla="*/ 2601 h 10000"/>
              <a:gd name="connsiteX42" fmla="*/ 8212 w 10071"/>
              <a:gd name="connsiteY42" fmla="*/ 2572 h 10000"/>
              <a:gd name="connsiteX43" fmla="*/ 8303 w 10071"/>
              <a:gd name="connsiteY43" fmla="*/ 2552 h 10000"/>
              <a:gd name="connsiteX44" fmla="*/ 8387 w 10071"/>
              <a:gd name="connsiteY44" fmla="*/ 2543 h 10000"/>
              <a:gd name="connsiteX45" fmla="*/ 8482 w 10071"/>
              <a:gd name="connsiteY45" fmla="*/ 2543 h 10000"/>
              <a:gd name="connsiteX46" fmla="*/ 8581 w 10071"/>
              <a:gd name="connsiteY46" fmla="*/ 2552 h 10000"/>
              <a:gd name="connsiteX47" fmla="*/ 8687 w 10071"/>
              <a:gd name="connsiteY47" fmla="*/ 2572 h 10000"/>
              <a:gd name="connsiteX48" fmla="*/ 8796 w 10071"/>
              <a:gd name="connsiteY48" fmla="*/ 2601 h 10000"/>
              <a:gd name="connsiteX49" fmla="*/ 8906 w 10071"/>
              <a:gd name="connsiteY49" fmla="*/ 2641 h 10000"/>
              <a:gd name="connsiteX50" fmla="*/ 9019 w 10071"/>
              <a:gd name="connsiteY50" fmla="*/ 2689 h 10000"/>
              <a:gd name="connsiteX51" fmla="*/ 9136 w 10071"/>
              <a:gd name="connsiteY51" fmla="*/ 2748 h 10000"/>
              <a:gd name="connsiteX52" fmla="*/ 9253 w 10071"/>
              <a:gd name="connsiteY52" fmla="*/ 2816 h 10000"/>
              <a:gd name="connsiteX53" fmla="*/ 9370 w 10071"/>
              <a:gd name="connsiteY53" fmla="*/ 2885 h 10000"/>
              <a:gd name="connsiteX54" fmla="*/ 9483 w 10071"/>
              <a:gd name="connsiteY54" fmla="*/ 2954 h 10000"/>
              <a:gd name="connsiteX55" fmla="*/ 9524 w 10071"/>
              <a:gd name="connsiteY55" fmla="*/ 3081 h 10000"/>
              <a:gd name="connsiteX56" fmla="*/ 9560 w 10071"/>
              <a:gd name="connsiteY56" fmla="*/ 3330 h 10000"/>
              <a:gd name="connsiteX57" fmla="*/ 9599 w 10071"/>
              <a:gd name="connsiteY57" fmla="*/ 3805 h 10000"/>
              <a:gd name="connsiteX58" fmla="*/ 9614 w 10071"/>
              <a:gd name="connsiteY58" fmla="*/ 4255 h 10000"/>
              <a:gd name="connsiteX59" fmla="*/ 9658 w 10071"/>
              <a:gd name="connsiteY59" fmla="*/ 4493 h 10000"/>
              <a:gd name="connsiteX60" fmla="*/ 10071 w 10071"/>
              <a:gd name="connsiteY60" fmla="*/ 377 h 10000"/>
              <a:gd name="connsiteX61" fmla="*/ 9522 w 10071"/>
              <a:gd name="connsiteY61" fmla="*/ 441 h 10000"/>
              <a:gd name="connsiteX62" fmla="*/ 9001 w 10071"/>
              <a:gd name="connsiteY62" fmla="*/ 463 h 10000"/>
              <a:gd name="connsiteX63" fmla="*/ 8504 w 10071"/>
              <a:gd name="connsiteY63" fmla="*/ 314 h 10000"/>
              <a:gd name="connsiteX64" fmla="*/ 8044 w 10071"/>
              <a:gd name="connsiteY64" fmla="*/ 0 h 10000"/>
              <a:gd name="connsiteX65" fmla="*/ 8486 w 10071"/>
              <a:gd name="connsiteY65" fmla="*/ 786 h 10000"/>
              <a:gd name="connsiteX66" fmla="*/ 8453 w 10071"/>
              <a:gd name="connsiteY66" fmla="*/ 746 h 10000"/>
              <a:gd name="connsiteX67" fmla="*/ 8417 w 10071"/>
              <a:gd name="connsiteY67" fmla="*/ 717 h 10000"/>
              <a:gd name="connsiteX68" fmla="*/ 8365 w 10071"/>
              <a:gd name="connsiteY68" fmla="*/ 678 h 10000"/>
              <a:gd name="connsiteX69" fmla="*/ 8311 w 10071"/>
              <a:gd name="connsiteY69" fmla="*/ 648 h 10000"/>
              <a:gd name="connsiteX70" fmla="*/ 8252 w 10071"/>
              <a:gd name="connsiteY70" fmla="*/ 619 h 10000"/>
              <a:gd name="connsiteX71" fmla="*/ 8186 w 10071"/>
              <a:gd name="connsiteY71" fmla="*/ 590 h 10000"/>
              <a:gd name="connsiteX72" fmla="*/ 8117 w 10071"/>
              <a:gd name="connsiteY72" fmla="*/ 570 h 10000"/>
              <a:gd name="connsiteX73" fmla="*/ 8044 w 10071"/>
              <a:gd name="connsiteY73" fmla="*/ 540 h 10000"/>
              <a:gd name="connsiteX74" fmla="*/ 7971 w 10071"/>
              <a:gd name="connsiteY74" fmla="*/ 530 h 10000"/>
              <a:gd name="connsiteX75" fmla="*/ 7898 w 10071"/>
              <a:gd name="connsiteY75" fmla="*/ 511 h 10000"/>
              <a:gd name="connsiteX76" fmla="*/ 7821 w 10071"/>
              <a:gd name="connsiteY76" fmla="*/ 500 h 10000"/>
              <a:gd name="connsiteX77" fmla="*/ 7752 w 10071"/>
              <a:gd name="connsiteY77" fmla="*/ 500 h 10000"/>
              <a:gd name="connsiteX78" fmla="*/ 7566 w 10071"/>
              <a:gd name="connsiteY78" fmla="*/ 500 h 10000"/>
              <a:gd name="connsiteX79" fmla="*/ 7391 w 10071"/>
              <a:gd name="connsiteY79" fmla="*/ 521 h 10000"/>
              <a:gd name="connsiteX80" fmla="*/ 7220 w 10071"/>
              <a:gd name="connsiteY80" fmla="*/ 559 h 10000"/>
              <a:gd name="connsiteX81" fmla="*/ 7055 w 10071"/>
              <a:gd name="connsiteY81" fmla="*/ 599 h 10000"/>
              <a:gd name="connsiteX82" fmla="*/ 6898 w 10071"/>
              <a:gd name="connsiteY82" fmla="*/ 657 h 10000"/>
              <a:gd name="connsiteX83" fmla="*/ 6752 w 10071"/>
              <a:gd name="connsiteY83" fmla="*/ 778 h 10000"/>
              <a:gd name="connsiteX84" fmla="*/ 6812 w 10071"/>
              <a:gd name="connsiteY84" fmla="*/ 730 h 10000"/>
              <a:gd name="connsiteX85" fmla="*/ 6521 w 10071"/>
              <a:gd name="connsiteY85" fmla="*/ 1029 h 10000"/>
              <a:gd name="connsiteX86" fmla="*/ 6422 w 10071"/>
              <a:gd name="connsiteY86" fmla="*/ 1175 h 10000"/>
              <a:gd name="connsiteX87" fmla="*/ 6279 w 10071"/>
              <a:gd name="connsiteY87" fmla="*/ 1403 h 10000"/>
              <a:gd name="connsiteX88" fmla="*/ 6072 w 10071"/>
              <a:gd name="connsiteY88" fmla="*/ 1772 h 10000"/>
              <a:gd name="connsiteX89" fmla="*/ 5478 w 10071"/>
              <a:gd name="connsiteY89" fmla="*/ 3210 h 10000"/>
              <a:gd name="connsiteX90" fmla="*/ 5554 w 10071"/>
              <a:gd name="connsiteY90" fmla="*/ 2954 h 10000"/>
              <a:gd name="connsiteX91" fmla="*/ 5266 w 10071"/>
              <a:gd name="connsiteY91" fmla="*/ 3739 h 10000"/>
              <a:gd name="connsiteX92" fmla="*/ 4973 w 10071"/>
              <a:gd name="connsiteY92" fmla="*/ 4504 h 10000"/>
              <a:gd name="connsiteX93" fmla="*/ 4710 w 10071"/>
              <a:gd name="connsiteY93" fmla="*/ 5252 h 10000"/>
              <a:gd name="connsiteX94" fmla="*/ 4399 w 10071"/>
              <a:gd name="connsiteY94" fmla="*/ 5989 h 10000"/>
              <a:gd name="connsiteX95" fmla="*/ 4086 w 10071"/>
              <a:gd name="connsiteY95" fmla="*/ 6615 h 10000"/>
              <a:gd name="connsiteX96" fmla="*/ 3786 w 10071"/>
              <a:gd name="connsiteY96" fmla="*/ 7272 h 10000"/>
              <a:gd name="connsiteX97" fmla="*/ 3483 w 10071"/>
              <a:gd name="connsiteY97" fmla="*/ 7891 h 10000"/>
              <a:gd name="connsiteX98" fmla="*/ 3180 w 10071"/>
              <a:gd name="connsiteY98" fmla="*/ 8488 h 10000"/>
              <a:gd name="connsiteX99" fmla="*/ 2873 w 10071"/>
              <a:gd name="connsiteY99" fmla="*/ 9058 h 10000"/>
              <a:gd name="connsiteX100" fmla="*/ 2567 w 10071"/>
              <a:gd name="connsiteY100" fmla="*/ 9587 h 10000"/>
              <a:gd name="connsiteX101" fmla="*/ 2162 w 10071"/>
              <a:gd name="connsiteY101" fmla="*/ 9632 h 10000"/>
              <a:gd name="connsiteX102" fmla="*/ 1505 w 10071"/>
              <a:gd name="connsiteY102" fmla="*/ 9480 h 10000"/>
              <a:gd name="connsiteX103" fmla="*/ 752 w 10071"/>
              <a:gd name="connsiteY103" fmla="*/ 8881 h 10000"/>
              <a:gd name="connsiteX104" fmla="*/ 0 w 10071"/>
              <a:gd name="connsiteY104" fmla="*/ 8292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10071" h="10000">
                <a:moveTo>
                  <a:pt x="0" y="8292"/>
                </a:moveTo>
                <a:lnTo>
                  <a:pt x="329" y="8488"/>
                </a:lnTo>
                <a:lnTo>
                  <a:pt x="650" y="8715"/>
                </a:lnTo>
                <a:lnTo>
                  <a:pt x="975" y="8950"/>
                </a:lnTo>
                <a:lnTo>
                  <a:pt x="1300" y="9205"/>
                </a:lnTo>
                <a:lnTo>
                  <a:pt x="1622" y="9480"/>
                </a:lnTo>
                <a:lnTo>
                  <a:pt x="1943" y="9785"/>
                </a:lnTo>
                <a:lnTo>
                  <a:pt x="2321" y="9977"/>
                </a:lnTo>
                <a:lnTo>
                  <a:pt x="2523" y="10000"/>
                </a:lnTo>
                <a:lnTo>
                  <a:pt x="2789" y="9892"/>
                </a:lnTo>
                <a:lnTo>
                  <a:pt x="3049" y="9755"/>
                </a:lnTo>
                <a:lnTo>
                  <a:pt x="3308" y="9587"/>
                </a:lnTo>
                <a:lnTo>
                  <a:pt x="3560" y="9411"/>
                </a:lnTo>
                <a:lnTo>
                  <a:pt x="3808" y="9215"/>
                </a:lnTo>
                <a:lnTo>
                  <a:pt x="4049" y="8999"/>
                </a:lnTo>
                <a:lnTo>
                  <a:pt x="4287" y="8764"/>
                </a:lnTo>
                <a:lnTo>
                  <a:pt x="4517" y="8508"/>
                </a:lnTo>
                <a:lnTo>
                  <a:pt x="4740" y="8234"/>
                </a:lnTo>
                <a:lnTo>
                  <a:pt x="4959" y="7949"/>
                </a:lnTo>
                <a:lnTo>
                  <a:pt x="5167" y="7645"/>
                </a:lnTo>
                <a:lnTo>
                  <a:pt x="5372" y="7311"/>
                </a:lnTo>
                <a:lnTo>
                  <a:pt x="5565" y="6968"/>
                </a:lnTo>
                <a:lnTo>
                  <a:pt x="5751" y="6615"/>
                </a:lnTo>
                <a:cubicBezTo>
                  <a:pt x="5810" y="6491"/>
                  <a:pt x="5868" y="6366"/>
                  <a:pt x="5927" y="6242"/>
                </a:cubicBezTo>
                <a:lnTo>
                  <a:pt x="6098" y="5859"/>
                </a:lnTo>
                <a:lnTo>
                  <a:pt x="6259" y="5446"/>
                </a:lnTo>
                <a:cubicBezTo>
                  <a:pt x="6294" y="5361"/>
                  <a:pt x="6330" y="5276"/>
                  <a:pt x="6365" y="5191"/>
                </a:cubicBezTo>
                <a:cubicBezTo>
                  <a:pt x="6403" y="5104"/>
                  <a:pt x="6440" y="5015"/>
                  <a:pt x="6478" y="4927"/>
                </a:cubicBezTo>
                <a:cubicBezTo>
                  <a:pt x="6516" y="4845"/>
                  <a:pt x="6553" y="4763"/>
                  <a:pt x="6591" y="4681"/>
                </a:cubicBezTo>
                <a:cubicBezTo>
                  <a:pt x="6631" y="4599"/>
                  <a:pt x="6672" y="4517"/>
                  <a:pt x="6712" y="4435"/>
                </a:cubicBezTo>
                <a:lnTo>
                  <a:pt x="6829" y="4200"/>
                </a:lnTo>
                <a:cubicBezTo>
                  <a:pt x="6870" y="4128"/>
                  <a:pt x="6912" y="4056"/>
                  <a:pt x="6953" y="3985"/>
                </a:cubicBezTo>
                <a:cubicBezTo>
                  <a:pt x="6994" y="3913"/>
                  <a:pt x="7036" y="3841"/>
                  <a:pt x="7077" y="3769"/>
                </a:cubicBezTo>
                <a:cubicBezTo>
                  <a:pt x="7118" y="3707"/>
                  <a:pt x="7160" y="3645"/>
                  <a:pt x="7201" y="3583"/>
                </a:cubicBezTo>
                <a:cubicBezTo>
                  <a:pt x="7241" y="3519"/>
                  <a:pt x="7282" y="3458"/>
                  <a:pt x="7322" y="3395"/>
                </a:cubicBezTo>
                <a:cubicBezTo>
                  <a:pt x="7363" y="3339"/>
                  <a:pt x="7405" y="3284"/>
                  <a:pt x="7446" y="3228"/>
                </a:cubicBezTo>
                <a:cubicBezTo>
                  <a:pt x="7485" y="3180"/>
                  <a:pt x="7523" y="3130"/>
                  <a:pt x="7562" y="3082"/>
                </a:cubicBezTo>
                <a:lnTo>
                  <a:pt x="7682" y="2945"/>
                </a:lnTo>
                <a:lnTo>
                  <a:pt x="7796" y="2826"/>
                </a:lnTo>
                <a:lnTo>
                  <a:pt x="7909" y="2739"/>
                </a:lnTo>
                <a:lnTo>
                  <a:pt x="8015" y="2660"/>
                </a:lnTo>
                <a:lnTo>
                  <a:pt x="8117" y="2601"/>
                </a:lnTo>
                <a:lnTo>
                  <a:pt x="8212" y="2572"/>
                </a:lnTo>
                <a:cubicBezTo>
                  <a:pt x="8242" y="2565"/>
                  <a:pt x="8273" y="2559"/>
                  <a:pt x="8303" y="2552"/>
                </a:cubicBezTo>
                <a:lnTo>
                  <a:pt x="8387" y="2543"/>
                </a:lnTo>
                <a:lnTo>
                  <a:pt x="8482" y="2543"/>
                </a:lnTo>
                <a:lnTo>
                  <a:pt x="8581" y="2552"/>
                </a:lnTo>
                <a:cubicBezTo>
                  <a:pt x="8616" y="2559"/>
                  <a:pt x="8652" y="2565"/>
                  <a:pt x="8687" y="2572"/>
                </a:cubicBezTo>
                <a:cubicBezTo>
                  <a:pt x="8723" y="2582"/>
                  <a:pt x="8760" y="2591"/>
                  <a:pt x="8796" y="2601"/>
                </a:cubicBezTo>
                <a:cubicBezTo>
                  <a:pt x="8833" y="2614"/>
                  <a:pt x="8869" y="2628"/>
                  <a:pt x="8906" y="2641"/>
                </a:cubicBezTo>
                <a:lnTo>
                  <a:pt x="9019" y="2689"/>
                </a:lnTo>
                <a:lnTo>
                  <a:pt x="9136" y="2748"/>
                </a:lnTo>
                <a:lnTo>
                  <a:pt x="9253" y="2816"/>
                </a:lnTo>
                <a:lnTo>
                  <a:pt x="9370" y="2885"/>
                </a:lnTo>
                <a:lnTo>
                  <a:pt x="9483" y="2954"/>
                </a:lnTo>
                <a:cubicBezTo>
                  <a:pt x="9520" y="2983"/>
                  <a:pt x="9487" y="3051"/>
                  <a:pt x="9524" y="3081"/>
                </a:cubicBezTo>
                <a:cubicBezTo>
                  <a:pt x="9562" y="3198"/>
                  <a:pt x="9522" y="3213"/>
                  <a:pt x="9560" y="3330"/>
                </a:cubicBezTo>
                <a:cubicBezTo>
                  <a:pt x="9559" y="3453"/>
                  <a:pt x="9600" y="3682"/>
                  <a:pt x="9599" y="3805"/>
                </a:cubicBezTo>
                <a:cubicBezTo>
                  <a:pt x="9632" y="3932"/>
                  <a:pt x="9581" y="4128"/>
                  <a:pt x="9614" y="4255"/>
                </a:cubicBezTo>
                <a:cubicBezTo>
                  <a:pt x="9643" y="4379"/>
                  <a:pt x="9629" y="4369"/>
                  <a:pt x="9658" y="4493"/>
                </a:cubicBezTo>
                <a:cubicBezTo>
                  <a:pt x="9666" y="3223"/>
                  <a:pt x="10063" y="1647"/>
                  <a:pt x="10071" y="377"/>
                </a:cubicBezTo>
                <a:lnTo>
                  <a:pt x="9522" y="441"/>
                </a:lnTo>
                <a:lnTo>
                  <a:pt x="9001" y="463"/>
                </a:lnTo>
                <a:lnTo>
                  <a:pt x="8504" y="314"/>
                </a:lnTo>
                <a:lnTo>
                  <a:pt x="8044" y="0"/>
                </a:lnTo>
                <a:lnTo>
                  <a:pt x="8486" y="786"/>
                </a:lnTo>
                <a:cubicBezTo>
                  <a:pt x="8475" y="773"/>
                  <a:pt x="8464" y="759"/>
                  <a:pt x="8453" y="746"/>
                </a:cubicBezTo>
                <a:cubicBezTo>
                  <a:pt x="8441" y="736"/>
                  <a:pt x="8429" y="727"/>
                  <a:pt x="8417" y="717"/>
                </a:cubicBezTo>
                <a:cubicBezTo>
                  <a:pt x="8400" y="704"/>
                  <a:pt x="8382" y="691"/>
                  <a:pt x="8365" y="678"/>
                </a:cubicBezTo>
                <a:cubicBezTo>
                  <a:pt x="8347" y="667"/>
                  <a:pt x="8329" y="658"/>
                  <a:pt x="8311" y="648"/>
                </a:cubicBezTo>
                <a:lnTo>
                  <a:pt x="8252" y="619"/>
                </a:lnTo>
                <a:cubicBezTo>
                  <a:pt x="8230" y="609"/>
                  <a:pt x="8208" y="600"/>
                  <a:pt x="8186" y="590"/>
                </a:cubicBezTo>
                <a:cubicBezTo>
                  <a:pt x="8163" y="583"/>
                  <a:pt x="8140" y="577"/>
                  <a:pt x="8117" y="570"/>
                </a:cubicBezTo>
                <a:cubicBezTo>
                  <a:pt x="8093" y="559"/>
                  <a:pt x="8068" y="550"/>
                  <a:pt x="8044" y="540"/>
                </a:cubicBezTo>
                <a:cubicBezTo>
                  <a:pt x="8020" y="537"/>
                  <a:pt x="7995" y="533"/>
                  <a:pt x="7971" y="530"/>
                </a:cubicBezTo>
                <a:cubicBezTo>
                  <a:pt x="7947" y="524"/>
                  <a:pt x="7922" y="517"/>
                  <a:pt x="7898" y="511"/>
                </a:cubicBezTo>
                <a:cubicBezTo>
                  <a:pt x="7872" y="508"/>
                  <a:pt x="7847" y="503"/>
                  <a:pt x="7821" y="500"/>
                </a:cubicBezTo>
                <a:lnTo>
                  <a:pt x="7752" y="500"/>
                </a:lnTo>
                <a:lnTo>
                  <a:pt x="7566" y="500"/>
                </a:lnTo>
                <a:lnTo>
                  <a:pt x="7391" y="521"/>
                </a:lnTo>
                <a:lnTo>
                  <a:pt x="7220" y="559"/>
                </a:lnTo>
                <a:lnTo>
                  <a:pt x="7055" y="599"/>
                </a:lnTo>
                <a:lnTo>
                  <a:pt x="6898" y="657"/>
                </a:lnTo>
                <a:cubicBezTo>
                  <a:pt x="6849" y="683"/>
                  <a:pt x="6801" y="752"/>
                  <a:pt x="6752" y="778"/>
                </a:cubicBezTo>
                <a:cubicBezTo>
                  <a:pt x="6724" y="811"/>
                  <a:pt x="6840" y="697"/>
                  <a:pt x="6812" y="730"/>
                </a:cubicBezTo>
                <a:cubicBezTo>
                  <a:pt x="6782" y="801"/>
                  <a:pt x="6551" y="958"/>
                  <a:pt x="6521" y="1029"/>
                </a:cubicBezTo>
                <a:cubicBezTo>
                  <a:pt x="6478" y="1061"/>
                  <a:pt x="6465" y="1143"/>
                  <a:pt x="6422" y="1175"/>
                </a:cubicBezTo>
                <a:cubicBezTo>
                  <a:pt x="6384" y="1220"/>
                  <a:pt x="6317" y="1358"/>
                  <a:pt x="6279" y="1403"/>
                </a:cubicBezTo>
                <a:cubicBezTo>
                  <a:pt x="6241" y="1449"/>
                  <a:pt x="6110" y="1726"/>
                  <a:pt x="6072" y="1772"/>
                </a:cubicBezTo>
                <a:cubicBezTo>
                  <a:pt x="5996" y="1972"/>
                  <a:pt x="5554" y="3010"/>
                  <a:pt x="5478" y="3210"/>
                </a:cubicBezTo>
                <a:cubicBezTo>
                  <a:pt x="5503" y="3125"/>
                  <a:pt x="5529" y="3039"/>
                  <a:pt x="5554" y="2954"/>
                </a:cubicBezTo>
                <a:lnTo>
                  <a:pt x="5266" y="3739"/>
                </a:lnTo>
                <a:lnTo>
                  <a:pt x="4973" y="4504"/>
                </a:lnTo>
                <a:cubicBezTo>
                  <a:pt x="4876" y="4747"/>
                  <a:pt x="4807" y="5009"/>
                  <a:pt x="4710" y="5252"/>
                </a:cubicBezTo>
                <a:cubicBezTo>
                  <a:pt x="4611" y="5490"/>
                  <a:pt x="4498" y="5750"/>
                  <a:pt x="4399" y="5989"/>
                </a:cubicBezTo>
                <a:cubicBezTo>
                  <a:pt x="4299" y="6211"/>
                  <a:pt x="4186" y="6392"/>
                  <a:pt x="4086" y="6615"/>
                </a:cubicBezTo>
                <a:lnTo>
                  <a:pt x="3786" y="7272"/>
                </a:lnTo>
                <a:lnTo>
                  <a:pt x="3483" y="7891"/>
                </a:lnTo>
                <a:lnTo>
                  <a:pt x="3180" y="8488"/>
                </a:lnTo>
                <a:lnTo>
                  <a:pt x="2873" y="9058"/>
                </a:lnTo>
                <a:lnTo>
                  <a:pt x="2567" y="9587"/>
                </a:lnTo>
                <a:lnTo>
                  <a:pt x="2162" y="9632"/>
                </a:lnTo>
                <a:lnTo>
                  <a:pt x="1505" y="9480"/>
                </a:lnTo>
                <a:lnTo>
                  <a:pt x="752" y="8881"/>
                </a:lnTo>
                <a:lnTo>
                  <a:pt x="0" y="8292"/>
                </a:lnTo>
              </a:path>
            </a:pathLst>
          </a:custGeom>
          <a:gradFill flip="none" rotWithShape="1">
            <a:gsLst>
              <a:gs pos="0">
                <a:schemeClr val="accent3">
                  <a:lumMod val="75000"/>
                  <a:shade val="30000"/>
                  <a:satMod val="115000"/>
                </a:schemeClr>
              </a:gs>
              <a:gs pos="50000">
                <a:schemeClr val="accent3">
                  <a:lumMod val="75000"/>
                  <a:shade val="67500"/>
                  <a:satMod val="115000"/>
                </a:schemeClr>
              </a:gs>
              <a:gs pos="99000">
                <a:schemeClr val="accent3">
                  <a:lumMod val="85000"/>
                </a:schemeClr>
              </a:gs>
            </a:gsLst>
            <a:lin ang="18900000" scaled="1"/>
            <a:tileRect/>
          </a:gradFill>
          <a:ln w="3175" cap="flat" cmpd="sng" algn="ctr">
            <a:solidFill>
              <a:srgbClr val="D7D7D7"/>
            </a:solidFill>
            <a:prstDash val="solid"/>
          </a:ln>
          <a:effectLst>
            <a:outerShdw blurRad="254000" dist="38100" dir="2700000" sx="108000" sy="108000" algn="tl" rotWithShape="0">
              <a:schemeClr val="bg2">
                <a:lumMod val="60000"/>
                <a:lumOff val="40000"/>
                <a:alpha val="40000"/>
              </a:schemeClr>
            </a:outerShdw>
          </a:effectLst>
          <a:extLst/>
        </p:spPr>
        <p:txBody>
          <a:bodyPr lIns="93296" tIns="46648" rIns="93296" bIns="46648" anchor="ctr"/>
          <a:lstStyle/>
          <a:p>
            <a:pPr marL="0" marR="0" lvl="0" indent="0" defTabSz="914400" eaLnBrk="1" fontAlgn="auto" latinLnBrk="0" hangingPunct="1">
              <a:lnSpc>
                <a:spcPct val="12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4D4D4D"/>
              </a:solidFill>
              <a:effectLst/>
              <a:uLnTx/>
              <a:uFillTx/>
              <a:latin typeface="微软雅黑" pitchFamily="34" charset="-122"/>
              <a:ea typeface="微软雅黑" pitchFamily="34" charset="-122"/>
              <a:cs typeface="+mn-cs"/>
            </a:endParaRPr>
          </a:p>
        </p:txBody>
      </p:sp>
      <p:sp>
        <p:nvSpPr>
          <p:cNvPr id="14" name="文字方塊 13"/>
          <p:cNvSpPr txBox="1"/>
          <p:nvPr/>
        </p:nvSpPr>
        <p:spPr>
          <a:xfrm>
            <a:off x="7092280" y="1565012"/>
            <a:ext cx="1613603" cy="523220"/>
          </a:xfrm>
          <a:prstGeom prst="rect">
            <a:avLst/>
          </a:prstGeom>
          <a:solidFill>
            <a:schemeClr val="accent6">
              <a:lumMod val="75000"/>
            </a:schemeClr>
          </a:solidFill>
        </p:spPr>
        <p:txBody>
          <a:bodyPr vert="horz" wrap="square" rtlCol="0">
            <a:spAutoFit/>
          </a:bodyPr>
          <a:lstStyle/>
          <a:p>
            <a:pPr algn="ctr"/>
            <a:r>
              <a:rPr lang="en-US" altLang="zh-TW" sz="2800" b="1" dirty="0" smtClean="0">
                <a:solidFill>
                  <a:schemeClr val="bg1"/>
                </a:solidFill>
                <a:latin typeface="微軟正黑體" panose="020B0604030504040204" pitchFamily="34" charset="-120"/>
                <a:ea typeface="微軟正黑體" panose="020B0604030504040204" pitchFamily="34" charset="-120"/>
              </a:rPr>
              <a:t>41 </a:t>
            </a:r>
            <a:r>
              <a:rPr lang="zh-TW" altLang="en-US" sz="2800" b="1" dirty="0" smtClean="0">
                <a:solidFill>
                  <a:schemeClr val="bg1"/>
                </a:solidFill>
                <a:latin typeface="微軟正黑體" panose="020B0604030504040204" pitchFamily="34" charset="-120"/>
                <a:ea typeface="微軟正黑體" panose="020B0604030504040204" pitchFamily="34" charset="-120"/>
              </a:rPr>
              <a:t>項</a:t>
            </a:r>
          </a:p>
        </p:txBody>
      </p:sp>
      <p:grpSp>
        <p:nvGrpSpPr>
          <p:cNvPr id="11" name="群組 10"/>
          <p:cNvGrpSpPr/>
          <p:nvPr/>
        </p:nvGrpSpPr>
        <p:grpSpPr>
          <a:xfrm>
            <a:off x="617531" y="3453851"/>
            <a:ext cx="2639358" cy="2400031"/>
            <a:chOff x="1763369" y="2451285"/>
            <a:chExt cx="2639358" cy="2400031"/>
          </a:xfrm>
          <a:effectLst>
            <a:outerShdw blurRad="127000" dist="50800" dir="5400000" algn="ctr" rotWithShape="0">
              <a:srgbClr val="000000">
                <a:alpha val="43137"/>
              </a:srgbClr>
            </a:outerShdw>
          </a:effectLst>
        </p:grpSpPr>
        <p:sp>
          <p:nvSpPr>
            <p:cNvPr id="3" name="矩形 2"/>
            <p:cNvSpPr/>
            <p:nvPr/>
          </p:nvSpPr>
          <p:spPr>
            <a:xfrm>
              <a:off x="3140774" y="2458485"/>
              <a:ext cx="1261953" cy="1157674"/>
            </a:xfrm>
            <a:prstGeom prst="rect">
              <a:avLst/>
            </a:prstGeom>
            <a:solidFill>
              <a:srgbClr val="6AA1FF"/>
            </a:solidFill>
            <a:ln>
              <a:no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TW" altLang="en-US" sz="2800" b="1" dirty="0" smtClean="0">
                  <a:solidFill>
                    <a:schemeClr val="bg1"/>
                  </a:solidFill>
                </a:rPr>
                <a:t>檔案</a:t>
              </a:r>
              <a:endParaRPr lang="en-US" altLang="zh-TW" sz="2800" b="1" dirty="0" smtClean="0">
                <a:solidFill>
                  <a:schemeClr val="bg1"/>
                </a:solidFill>
              </a:endParaRPr>
            </a:p>
            <a:p>
              <a:pPr algn="ctr"/>
              <a:r>
                <a:rPr lang="zh-TW" altLang="en-US" sz="2800" b="1" dirty="0" smtClean="0">
                  <a:solidFill>
                    <a:schemeClr val="bg1"/>
                  </a:solidFill>
                </a:rPr>
                <a:t>分割</a:t>
              </a:r>
              <a:endParaRPr lang="en-US" altLang="zh-CN" sz="2800" b="1" dirty="0">
                <a:solidFill>
                  <a:schemeClr val="bg1"/>
                </a:solidFill>
              </a:endParaRPr>
            </a:p>
          </p:txBody>
        </p:sp>
        <p:sp>
          <p:nvSpPr>
            <p:cNvPr id="26" name="矩形 25"/>
            <p:cNvSpPr/>
            <p:nvPr/>
          </p:nvSpPr>
          <p:spPr>
            <a:xfrm>
              <a:off x="1773420" y="2451285"/>
              <a:ext cx="1242951" cy="1157674"/>
            </a:xfrm>
            <a:prstGeom prst="rect">
              <a:avLst/>
            </a:prstGeom>
            <a:solidFill>
              <a:schemeClr val="tx2"/>
            </a:solidFill>
            <a:ln>
              <a:no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TW" altLang="en-US" sz="2800" b="1" dirty="0" smtClean="0">
                  <a:solidFill>
                    <a:schemeClr val="bg1"/>
                  </a:solidFill>
                </a:rPr>
                <a:t>連結失效</a:t>
              </a:r>
              <a:endParaRPr lang="en-US" altLang="zh-CN" sz="2800" b="1" dirty="0">
                <a:solidFill>
                  <a:schemeClr val="bg1"/>
                </a:solidFill>
              </a:endParaRPr>
            </a:p>
          </p:txBody>
        </p:sp>
        <p:sp>
          <p:nvSpPr>
            <p:cNvPr id="28" name="矩形 27"/>
            <p:cNvSpPr/>
            <p:nvPr/>
          </p:nvSpPr>
          <p:spPr>
            <a:xfrm>
              <a:off x="1763369" y="3672226"/>
              <a:ext cx="1253002" cy="1157674"/>
            </a:xfrm>
            <a:prstGeom prst="rect">
              <a:avLst/>
            </a:prstGeom>
            <a:solidFill>
              <a:srgbClr val="6AA1FF"/>
            </a:solidFill>
            <a:ln>
              <a:no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TW" altLang="en-US" sz="2800" dirty="0"/>
                <a:t>非</a:t>
              </a:r>
              <a:r>
                <a:rPr lang="zh-TW" altLang="en-US" sz="2800" dirty="0" smtClean="0"/>
                <a:t>結</a:t>
              </a:r>
              <a:endParaRPr lang="en-US" altLang="zh-TW" sz="2800" dirty="0" smtClean="0"/>
            </a:p>
            <a:p>
              <a:pPr algn="ctr"/>
              <a:r>
                <a:rPr lang="zh-TW" altLang="en-US" sz="2800" dirty="0" smtClean="0"/>
                <a:t>構</a:t>
              </a:r>
              <a:r>
                <a:rPr lang="zh-TW" altLang="en-US" sz="2800" dirty="0"/>
                <a:t>化</a:t>
              </a:r>
              <a:endParaRPr lang="en-US" altLang="zh-CN" sz="2800" dirty="0">
                <a:solidFill>
                  <a:schemeClr val="tx2">
                    <a:lumMod val="40000"/>
                    <a:lumOff val="60000"/>
                  </a:schemeClr>
                </a:solidFill>
              </a:endParaRPr>
            </a:p>
          </p:txBody>
        </p:sp>
        <p:sp>
          <p:nvSpPr>
            <p:cNvPr id="29" name="矩形 28"/>
            <p:cNvSpPr/>
            <p:nvPr/>
          </p:nvSpPr>
          <p:spPr>
            <a:xfrm>
              <a:off x="3140774" y="3693642"/>
              <a:ext cx="1253002" cy="1157674"/>
            </a:xfrm>
            <a:prstGeom prst="rect">
              <a:avLst/>
            </a:prstGeom>
            <a:solidFill>
              <a:srgbClr val="000000"/>
            </a:solidFill>
            <a:ln>
              <a:no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TW" altLang="en-US" sz="2800" dirty="0" smtClean="0"/>
                <a:t>無機</a:t>
              </a:r>
              <a:endParaRPr lang="en-US" altLang="zh-TW" sz="2800" dirty="0" smtClean="0"/>
            </a:p>
            <a:p>
              <a:pPr algn="ctr"/>
              <a:r>
                <a:rPr lang="zh-TW" altLang="en-US" sz="2800" dirty="0" smtClean="0"/>
                <a:t>關</a:t>
              </a:r>
              <a:r>
                <a:rPr lang="zh-TW" altLang="en-US" sz="2800" dirty="0"/>
                <a:t>銜</a:t>
              </a:r>
              <a:endParaRPr lang="en-US" altLang="zh-CN" sz="2800" dirty="0">
                <a:solidFill>
                  <a:schemeClr val="tx2">
                    <a:lumMod val="40000"/>
                    <a:lumOff val="60000"/>
                  </a:schemeClr>
                </a:solidFill>
              </a:endParaRPr>
            </a:p>
          </p:txBody>
        </p:sp>
      </p:grpSp>
      <p:sp>
        <p:nvSpPr>
          <p:cNvPr id="12" name="文字方塊 11"/>
          <p:cNvSpPr txBox="1"/>
          <p:nvPr/>
        </p:nvSpPr>
        <p:spPr>
          <a:xfrm>
            <a:off x="3890629" y="2183592"/>
            <a:ext cx="3003844" cy="1200329"/>
          </a:xfrm>
          <a:prstGeom prst="rect">
            <a:avLst/>
          </a:prstGeom>
          <a:solidFill>
            <a:srgbClr val="99CCFF"/>
          </a:solidFill>
          <a:effectLst>
            <a:outerShdw blurRad="50800" dist="38100" dir="13500000" algn="br" rotWithShape="0">
              <a:prstClr val="black">
                <a:alpha val="40000"/>
              </a:prstClr>
            </a:outerShdw>
          </a:effectLst>
        </p:spPr>
        <p:txBody>
          <a:bodyPr vert="horz" wrap="square" rtlCol="0">
            <a:spAutoFit/>
          </a:bodyPr>
          <a:lstStyle/>
          <a:p>
            <a:r>
              <a:rPr lang="zh-TW" altLang="en-US" sz="2400" dirty="0" smtClean="0"/>
              <a:t>臺灣省政府預算</a:t>
            </a:r>
            <a:endParaRPr lang="en-US" altLang="zh-TW" sz="2400" dirty="0" smtClean="0"/>
          </a:p>
          <a:p>
            <a:r>
              <a:rPr lang="zh-TW" altLang="en-US" sz="2400" dirty="0"/>
              <a:t>臺灣省政府決算</a:t>
            </a:r>
            <a:endParaRPr lang="en-US" altLang="zh-TW" sz="2400" dirty="0" smtClean="0"/>
          </a:p>
          <a:p>
            <a:r>
              <a:rPr lang="zh-TW" altLang="en-US" sz="2400" dirty="0"/>
              <a:t>臺灣省政府會計</a:t>
            </a:r>
            <a:r>
              <a:rPr lang="zh-TW" altLang="en-US" sz="2400" dirty="0" smtClean="0"/>
              <a:t>月報</a:t>
            </a:r>
          </a:p>
        </p:txBody>
      </p:sp>
      <p:sp>
        <p:nvSpPr>
          <p:cNvPr id="13" name="文字方塊 12"/>
          <p:cNvSpPr txBox="1"/>
          <p:nvPr/>
        </p:nvSpPr>
        <p:spPr>
          <a:xfrm>
            <a:off x="7090369" y="2204418"/>
            <a:ext cx="1613603" cy="461665"/>
          </a:xfrm>
          <a:prstGeom prst="rect">
            <a:avLst/>
          </a:prstGeom>
          <a:solidFill>
            <a:srgbClr val="C9DDFF"/>
          </a:solidFill>
          <a:ln w="12700">
            <a:noFill/>
            <a:prstDash val="sysDash"/>
          </a:ln>
          <a:effectLst>
            <a:outerShdw blurRad="50800" dist="38100" dir="13500000" algn="br" rotWithShape="0">
              <a:prstClr val="black">
                <a:alpha val="40000"/>
              </a:prstClr>
            </a:outerShdw>
          </a:effectLst>
        </p:spPr>
        <p:txBody>
          <a:bodyPr vert="horz" wrap="square" rtlCol="0">
            <a:spAutoFit/>
          </a:bodyPr>
          <a:lstStyle/>
          <a:p>
            <a:pPr algn="ctr"/>
            <a:r>
              <a:rPr lang="zh-TW" altLang="en-US" sz="2400" dirty="0" smtClean="0"/>
              <a:t>重複資料</a:t>
            </a:r>
          </a:p>
        </p:txBody>
      </p:sp>
      <p:sp>
        <p:nvSpPr>
          <p:cNvPr id="15" name="文字方塊 14"/>
          <p:cNvSpPr txBox="1"/>
          <p:nvPr/>
        </p:nvSpPr>
        <p:spPr>
          <a:xfrm>
            <a:off x="3897306" y="1557175"/>
            <a:ext cx="3003844" cy="523220"/>
          </a:xfrm>
          <a:prstGeom prst="rect">
            <a:avLst/>
          </a:prstGeom>
          <a:solidFill>
            <a:schemeClr val="accent2">
              <a:lumMod val="75000"/>
            </a:schemeClr>
          </a:solidFill>
        </p:spPr>
        <p:txBody>
          <a:bodyPr vert="horz" wrap="square" rtlCol="0">
            <a:spAutoFit/>
          </a:bodyPr>
          <a:lstStyle/>
          <a:p>
            <a:pPr algn="ctr"/>
            <a:r>
              <a:rPr lang="en-US" altLang="zh-TW" sz="2800" b="1" dirty="0" smtClean="0">
                <a:solidFill>
                  <a:schemeClr val="bg1"/>
                </a:solidFill>
                <a:latin typeface="微軟正黑體" panose="020B0604030504040204" pitchFamily="34" charset="-120"/>
                <a:ea typeface="微軟正黑體" panose="020B0604030504040204" pitchFamily="34" charset="-120"/>
              </a:rPr>
              <a:t>3 </a:t>
            </a:r>
            <a:r>
              <a:rPr lang="zh-TW" altLang="en-US" sz="2800" b="1" dirty="0" smtClean="0">
                <a:solidFill>
                  <a:schemeClr val="bg1"/>
                </a:solidFill>
                <a:latin typeface="微軟正黑體" panose="020B0604030504040204" pitchFamily="34" charset="-120"/>
                <a:ea typeface="微軟正黑體" panose="020B0604030504040204" pitchFamily="34" charset="-120"/>
              </a:rPr>
              <a:t>項</a:t>
            </a:r>
          </a:p>
        </p:txBody>
      </p:sp>
      <p:sp>
        <p:nvSpPr>
          <p:cNvPr id="16" name="文字方塊 15"/>
          <p:cNvSpPr txBox="1"/>
          <p:nvPr/>
        </p:nvSpPr>
        <p:spPr>
          <a:xfrm>
            <a:off x="627581" y="2870242"/>
            <a:ext cx="2664718" cy="523220"/>
          </a:xfrm>
          <a:prstGeom prst="rect">
            <a:avLst/>
          </a:prstGeom>
          <a:solidFill>
            <a:schemeClr val="accent2">
              <a:lumMod val="75000"/>
            </a:schemeClr>
          </a:solidFill>
          <a:effectLst>
            <a:outerShdw blurRad="127000" dist="50800" dir="5400000" algn="ctr" rotWithShape="0">
              <a:srgbClr val="000000">
                <a:alpha val="43137"/>
              </a:srgbClr>
            </a:outerShdw>
          </a:effectLst>
        </p:spPr>
        <p:txBody>
          <a:bodyPr vert="horz" wrap="square" rtlCol="0">
            <a:spAutoFit/>
          </a:bodyPr>
          <a:lstStyle/>
          <a:p>
            <a:pPr algn="ctr"/>
            <a:r>
              <a:rPr lang="en-US" altLang="zh-TW" sz="2800" b="1" dirty="0" smtClean="0">
                <a:solidFill>
                  <a:schemeClr val="bg1"/>
                </a:solidFill>
                <a:latin typeface="微軟正黑體" panose="020B0604030504040204" pitchFamily="34" charset="-120"/>
                <a:ea typeface="微軟正黑體" panose="020B0604030504040204" pitchFamily="34" charset="-120"/>
              </a:rPr>
              <a:t>44 </a:t>
            </a:r>
            <a:r>
              <a:rPr lang="zh-TW" altLang="en-US" sz="2800" b="1" dirty="0" smtClean="0">
                <a:solidFill>
                  <a:schemeClr val="bg1"/>
                </a:solidFill>
                <a:latin typeface="微軟正黑體" panose="020B0604030504040204" pitchFamily="34" charset="-120"/>
                <a:ea typeface="微軟正黑體" panose="020B0604030504040204" pitchFamily="34" charset="-120"/>
              </a:rPr>
              <a:t>項</a:t>
            </a:r>
          </a:p>
        </p:txBody>
      </p:sp>
      <p:sp>
        <p:nvSpPr>
          <p:cNvPr id="19" name="文字方塊 18"/>
          <p:cNvSpPr txBox="1"/>
          <p:nvPr/>
        </p:nvSpPr>
        <p:spPr>
          <a:xfrm rot="21117671">
            <a:off x="2908291" y="4017209"/>
            <a:ext cx="3132522" cy="646331"/>
          </a:xfrm>
          <a:prstGeom prst="rect">
            <a:avLst/>
          </a:prstGeom>
          <a:noFill/>
        </p:spPr>
        <p:txBody>
          <a:bodyPr vert="horz" wrap="square" rtlCol="0">
            <a:spAutoFit/>
            <a:scene3d>
              <a:camera prst="isometricRightUp"/>
              <a:lightRig rig="threePt" dir="t"/>
            </a:scene3d>
          </a:bodyPr>
          <a:lstStyle/>
          <a:p>
            <a:r>
              <a:rPr lang="zh-TW" altLang="en-US" sz="3600" dirty="0" smtClean="0">
                <a:effectLst>
                  <a:outerShdw blurRad="50800" dist="38100" dir="8100000" algn="tr" rotWithShape="0">
                    <a:prstClr val="black">
                      <a:alpha val="40000"/>
                    </a:prstClr>
                  </a:outerShdw>
                </a:effectLst>
                <a:latin typeface="微軟正黑體" panose="020B0604030504040204" pitchFamily="34" charset="-120"/>
                <a:ea typeface="微軟正黑體" panose="020B0604030504040204" pitchFamily="34" charset="-120"/>
              </a:rPr>
              <a:t>主計室整併</a:t>
            </a:r>
          </a:p>
        </p:txBody>
      </p:sp>
      <p:sp>
        <p:nvSpPr>
          <p:cNvPr id="36" name="標題 1"/>
          <p:cNvSpPr txBox="1">
            <a:spLocks/>
          </p:cNvSpPr>
          <p:nvPr/>
        </p:nvSpPr>
        <p:spPr>
          <a:xfrm>
            <a:off x="0" y="131124"/>
            <a:ext cx="9110609" cy="812829"/>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zh-TW" altLang="en-US" kern="0" dirty="0" smtClean="0"/>
              <a:t>二、臺灣省政府資料集整併及下架</a:t>
            </a:r>
            <a:r>
              <a:rPr lang="en-US" altLang="zh-TW" kern="0" dirty="0" smtClean="0"/>
              <a:t/>
            </a:r>
            <a:br>
              <a:rPr lang="en-US" altLang="zh-TW" kern="0" dirty="0" smtClean="0"/>
            </a:br>
            <a:endParaRPr lang="zh-TW" altLang="en-US" sz="3600" kern="0" dirty="0"/>
          </a:p>
        </p:txBody>
      </p:sp>
      <p:sp>
        <p:nvSpPr>
          <p:cNvPr id="44" name="文字方塊 43"/>
          <p:cNvSpPr txBox="1"/>
          <p:nvPr/>
        </p:nvSpPr>
        <p:spPr>
          <a:xfrm>
            <a:off x="7280420" y="940401"/>
            <a:ext cx="1882828" cy="338554"/>
          </a:xfrm>
          <a:prstGeom prst="rect">
            <a:avLst/>
          </a:prstGeom>
          <a:noFill/>
        </p:spPr>
        <p:txBody>
          <a:bodyPr wrap="square" rtlCol="0">
            <a:spAutoFit/>
          </a:bodyPr>
          <a:lstStyle/>
          <a:p>
            <a:pPr algn="r"/>
            <a:r>
              <a:rPr lang="zh-TW" altLang="en-US" sz="1600" b="1" dirty="0" smtClean="0">
                <a:solidFill>
                  <a:srgbClr val="C00000"/>
                </a:solidFill>
                <a:latin typeface="標楷體" panose="03000509000000000000" pitchFamily="65" charset="-120"/>
                <a:ea typeface="標楷體" panose="03000509000000000000" pitchFamily="65" charset="-120"/>
              </a:rPr>
              <a:t>（詳議程</a:t>
            </a:r>
            <a:r>
              <a:rPr lang="en-US" altLang="zh-TW" sz="1600" b="1" dirty="0" smtClean="0">
                <a:solidFill>
                  <a:srgbClr val="C00000"/>
                </a:solidFill>
                <a:latin typeface="標楷體" panose="03000509000000000000" pitchFamily="65" charset="-120"/>
                <a:ea typeface="標楷體" panose="03000509000000000000" pitchFamily="65" charset="-120"/>
              </a:rPr>
              <a:t>P.20)</a:t>
            </a:r>
            <a:endParaRPr lang="zh-TW" altLang="en-US" sz="1600" b="1" dirty="0">
              <a:solidFill>
                <a:srgbClr val="C00000"/>
              </a:solidFill>
              <a:latin typeface="標楷體" panose="03000509000000000000" pitchFamily="65" charset="-120"/>
              <a:ea typeface="標楷體" panose="03000509000000000000" pitchFamily="65" charset="-120"/>
            </a:endParaRPr>
          </a:p>
        </p:txBody>
      </p:sp>
      <p:sp>
        <p:nvSpPr>
          <p:cNvPr id="2" name="投影片編號版面配置區 1"/>
          <p:cNvSpPr>
            <a:spLocks noGrp="1"/>
          </p:cNvSpPr>
          <p:nvPr>
            <p:ph type="sldNum" sz="quarter" idx="10"/>
          </p:nvPr>
        </p:nvSpPr>
        <p:spPr/>
        <p:txBody>
          <a:bodyPr/>
          <a:lstStyle/>
          <a:p>
            <a:fld id="{4C7599A9-473F-48A8-B158-E2E1AE2FD7AD}" type="slidenum">
              <a:rPr lang="en-US" altLang="zh-TW" smtClean="0">
                <a:solidFill>
                  <a:srgbClr val="000000"/>
                </a:solidFill>
              </a:rPr>
              <a:pPr/>
              <a:t>31</a:t>
            </a:fld>
            <a:endParaRPr lang="en-US" altLang="zh-TW">
              <a:solidFill>
                <a:srgbClr val="000000"/>
              </a:solidFill>
            </a:endParaRPr>
          </a:p>
        </p:txBody>
      </p:sp>
    </p:spTree>
    <p:extLst>
      <p:ext uri="{BB962C8B-B14F-4D97-AF65-F5344CB8AC3E}">
        <p14:creationId xmlns:p14="http://schemas.microsoft.com/office/powerpoint/2010/main" val="336901628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AE53AB2-F19A-4BD0-B915-C2175D5F5FF6}" type="slidenum">
              <a:rPr lang="en-US" altLang="zh-TW" smtClean="0">
                <a:solidFill>
                  <a:srgbClr val="000000"/>
                </a:solidFill>
              </a:rPr>
              <a:pPr/>
              <a:t>32</a:t>
            </a:fld>
            <a:endParaRPr lang="en-US" altLang="zh-TW" dirty="0">
              <a:solidFill>
                <a:srgbClr val="000000"/>
              </a:solidFill>
            </a:endParaRPr>
          </a:p>
        </p:txBody>
      </p:sp>
      <p:sp>
        <p:nvSpPr>
          <p:cNvPr id="9" name="矩形 8"/>
          <p:cNvSpPr/>
          <p:nvPr/>
        </p:nvSpPr>
        <p:spPr>
          <a:xfrm>
            <a:off x="1619672" y="2132856"/>
            <a:ext cx="6263725" cy="1754326"/>
          </a:xfrm>
          <a:prstGeom prst="rect">
            <a:avLst/>
          </a:prstGeom>
        </p:spPr>
        <p:txBody>
          <a:bodyPr wrap="square">
            <a:spAutoFit/>
          </a:bodyPr>
          <a:lstStyle/>
          <a:p>
            <a:pPr marL="457200" indent="-457200" algn="just">
              <a:buFont typeface="Arial" panose="020B0604020202020204" pitchFamily="34" charset="0"/>
              <a:buChar char="•"/>
            </a:pPr>
            <a:r>
              <a:rPr lang="zh-TW" altLang="en-US" sz="3600" spc="-300" dirty="0">
                <a:solidFill>
                  <a:srgbClr val="002060"/>
                </a:solidFill>
                <a:ea typeface="標楷體" panose="03000509000000000000" pitchFamily="65" charset="-120"/>
                <a:cs typeface="Tahoma" panose="020B0604030504040204" pitchFamily="34" charset="0"/>
              </a:rPr>
              <a:t>臺灣省</a:t>
            </a:r>
            <a:r>
              <a:rPr lang="zh-TW" altLang="en-US" sz="3600" spc="-300" dirty="0" smtClean="0">
                <a:solidFill>
                  <a:srgbClr val="002060"/>
                </a:solidFill>
                <a:ea typeface="標楷體" panose="03000509000000000000" pitchFamily="65" charset="-120"/>
                <a:cs typeface="Tahoma" panose="020B0604030504040204" pitchFamily="34" charset="0"/>
              </a:rPr>
              <a:t>政府已</a:t>
            </a:r>
            <a:r>
              <a:rPr lang="zh-TW" altLang="en-US" sz="3600" spc="-300" dirty="0">
                <a:solidFill>
                  <a:srgbClr val="002060"/>
                </a:solidFill>
                <a:ea typeface="標楷體" panose="03000509000000000000" pitchFamily="65" charset="-120"/>
                <a:cs typeface="Tahoma" panose="020B0604030504040204" pitchFamily="34" charset="0"/>
              </a:rPr>
              <a:t>開放之資料集</a:t>
            </a:r>
            <a:r>
              <a:rPr lang="zh-TW" altLang="en-US" sz="3600" spc="-300" dirty="0" smtClean="0">
                <a:solidFill>
                  <a:srgbClr val="002060"/>
                </a:solidFill>
                <a:ea typeface="標楷體" panose="03000509000000000000" pitchFamily="65" charset="-120"/>
                <a:cs typeface="Tahoma" panose="020B0604030504040204" pitchFamily="34" charset="0"/>
              </a:rPr>
              <a:t>，整併後</a:t>
            </a:r>
            <a:r>
              <a:rPr lang="zh-TW" altLang="en-US" sz="3600" spc="-300" dirty="0">
                <a:solidFill>
                  <a:srgbClr val="002060"/>
                </a:solidFill>
                <a:ea typeface="標楷體" panose="03000509000000000000" pitchFamily="65" charset="-120"/>
                <a:cs typeface="Tahoma" panose="020B0604030504040204" pitchFamily="34" charset="0"/>
              </a:rPr>
              <a:t>之</a:t>
            </a:r>
            <a:r>
              <a:rPr lang="en-US" altLang="zh-TW" sz="3600" spc="-300" dirty="0" smtClean="0">
                <a:solidFill>
                  <a:srgbClr val="D0610E"/>
                </a:solidFill>
                <a:ea typeface="標楷體" panose="03000509000000000000" pitchFamily="65" charset="-120"/>
                <a:cs typeface="Tahoma" panose="020B0604030504040204" pitchFamily="34" charset="0"/>
              </a:rPr>
              <a:t>41</a:t>
            </a:r>
            <a:r>
              <a:rPr lang="zh-TW" altLang="en-US" sz="3600" spc="-300" dirty="0">
                <a:solidFill>
                  <a:srgbClr val="D0610E"/>
                </a:solidFill>
                <a:ea typeface="標楷體" panose="03000509000000000000" pitchFamily="65" charset="-120"/>
                <a:cs typeface="Tahoma" panose="020B0604030504040204" pitchFamily="34" charset="0"/>
              </a:rPr>
              <a:t>項</a:t>
            </a:r>
            <a:r>
              <a:rPr lang="zh-TW" altLang="en-US" sz="3600" spc="-300" dirty="0">
                <a:solidFill>
                  <a:srgbClr val="002060"/>
                </a:solidFill>
                <a:ea typeface="標楷體" panose="03000509000000000000" pitchFamily="65" charset="-120"/>
                <a:cs typeface="Tahoma" panose="020B0604030504040204" pitchFamily="34" charset="0"/>
              </a:rPr>
              <a:t>資料重複部分，建議予以</a:t>
            </a:r>
            <a:r>
              <a:rPr lang="zh-TW" altLang="en-US" sz="3600" spc="-300" dirty="0">
                <a:solidFill>
                  <a:srgbClr val="D0610E"/>
                </a:solidFill>
                <a:ea typeface="標楷體" panose="03000509000000000000" pitchFamily="65" charset="-120"/>
                <a:cs typeface="Tahoma" panose="020B0604030504040204" pitchFamily="34" charset="0"/>
              </a:rPr>
              <a:t>下架</a:t>
            </a:r>
            <a:r>
              <a:rPr lang="zh-TW" altLang="en-US" sz="3600" spc="-300" dirty="0" smtClean="0">
                <a:solidFill>
                  <a:srgbClr val="D0610E"/>
                </a:solidFill>
                <a:ea typeface="標楷體" panose="03000509000000000000" pitchFamily="65" charset="-120"/>
                <a:cs typeface="Tahoma" panose="020B0604030504040204" pitchFamily="34" charset="0"/>
              </a:rPr>
              <a:t>處理</a:t>
            </a:r>
            <a:r>
              <a:rPr lang="zh-TW" altLang="en-US" sz="3600" spc="-300" dirty="0" smtClean="0">
                <a:solidFill>
                  <a:srgbClr val="002060"/>
                </a:solidFill>
                <a:ea typeface="標楷體" panose="03000509000000000000" pitchFamily="65" charset="-120"/>
                <a:cs typeface="Tahoma" panose="020B0604030504040204" pitchFamily="34" charset="0"/>
              </a:rPr>
              <a:t>。</a:t>
            </a:r>
            <a:endParaRPr lang="en-US" altLang="zh-TW" sz="3600" spc="-300" dirty="0" smtClean="0">
              <a:solidFill>
                <a:schemeClr val="accent6">
                  <a:lumMod val="50000"/>
                </a:schemeClr>
              </a:solidFill>
              <a:ea typeface="標楷體" panose="03000509000000000000" pitchFamily="65" charset="-120"/>
              <a:cs typeface="Tahoma" panose="020B0604030504040204" pitchFamily="34" charset="0"/>
            </a:endParaRPr>
          </a:p>
        </p:txBody>
      </p:sp>
      <p:grpSp>
        <p:nvGrpSpPr>
          <p:cNvPr id="11" name="群組 10"/>
          <p:cNvGrpSpPr/>
          <p:nvPr/>
        </p:nvGrpSpPr>
        <p:grpSpPr>
          <a:xfrm rot="700106">
            <a:off x="218041" y="592237"/>
            <a:ext cx="1987326" cy="1296144"/>
            <a:chOff x="1094524" y="3969413"/>
            <a:chExt cx="2232248" cy="1296144"/>
          </a:xfrm>
        </p:grpSpPr>
        <p:grpSp>
          <p:nvGrpSpPr>
            <p:cNvPr id="12" name="组合 78"/>
            <p:cNvGrpSpPr/>
            <p:nvPr/>
          </p:nvGrpSpPr>
          <p:grpSpPr>
            <a:xfrm rot="803684" flipH="1">
              <a:off x="1094524" y="3969413"/>
              <a:ext cx="2232248" cy="1296144"/>
              <a:chOff x="3347864" y="1700808"/>
              <a:chExt cx="2232248" cy="1296144"/>
            </a:xfrm>
            <a:effectLst>
              <a:outerShdw blurRad="114300" dist="241300" dir="3600000" algn="t" rotWithShape="0">
                <a:prstClr val="black">
                  <a:alpha val="24000"/>
                </a:prstClr>
              </a:outerShdw>
            </a:effectLst>
          </p:grpSpPr>
          <p:sp>
            <p:nvSpPr>
              <p:cNvPr id="14" name="左箭头 82"/>
              <p:cNvSpPr/>
              <p:nvPr/>
            </p:nvSpPr>
            <p:spPr>
              <a:xfrm>
                <a:off x="3347864" y="1700808"/>
                <a:ext cx="1656184" cy="1296144"/>
              </a:xfrm>
              <a:prstGeom prst="leftArrow">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5400000" scaled="1"/>
                <a:tileRect/>
              </a:gradFill>
              <a:ln w="762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 lastClr="FFFFFF"/>
                  </a:solidFill>
                  <a:effectLst/>
                  <a:uLnTx/>
                  <a:uFillTx/>
                  <a:latin typeface="Calibri"/>
                  <a:ea typeface="+mn-ea"/>
                  <a:cs typeface="+mn-cs"/>
                </a:endParaRPr>
              </a:p>
            </p:txBody>
          </p:sp>
          <p:sp>
            <p:nvSpPr>
              <p:cNvPr id="15" name="矩形 14"/>
              <p:cNvSpPr/>
              <p:nvPr/>
            </p:nvSpPr>
            <p:spPr>
              <a:xfrm>
                <a:off x="5076056" y="2014974"/>
                <a:ext cx="216024" cy="662950"/>
              </a:xfrm>
              <a:prstGeom prst="rect">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5400000" scaled="1"/>
                <a:tileRect/>
              </a:gradFill>
              <a:ln w="762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 lastClr="FFFFFF"/>
                  </a:solidFill>
                  <a:effectLst/>
                  <a:uLnTx/>
                  <a:uFillTx/>
                  <a:latin typeface="Calibri"/>
                  <a:ea typeface="+mn-ea"/>
                  <a:cs typeface="+mn-cs"/>
                </a:endParaRPr>
              </a:p>
            </p:txBody>
          </p:sp>
          <p:sp>
            <p:nvSpPr>
              <p:cNvPr id="16" name="矩形 15"/>
              <p:cNvSpPr/>
              <p:nvPr/>
            </p:nvSpPr>
            <p:spPr>
              <a:xfrm>
                <a:off x="5364088" y="2012643"/>
                <a:ext cx="216024" cy="662950"/>
              </a:xfrm>
              <a:prstGeom prst="rect">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5400000" scaled="1"/>
                <a:tileRect/>
              </a:gradFill>
              <a:ln w="762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 lastClr="FFFFFF"/>
                  </a:solidFill>
                  <a:effectLst/>
                  <a:uLnTx/>
                  <a:uFillTx/>
                  <a:latin typeface="Calibri"/>
                  <a:ea typeface="+mn-ea"/>
                  <a:cs typeface="+mn-cs"/>
                </a:endParaRPr>
              </a:p>
            </p:txBody>
          </p:sp>
        </p:grpSp>
        <p:sp>
          <p:nvSpPr>
            <p:cNvPr id="13" name="標題 1"/>
            <p:cNvSpPr txBox="1">
              <a:spLocks/>
            </p:cNvSpPr>
            <p:nvPr/>
          </p:nvSpPr>
          <p:spPr>
            <a:xfrm rot="992785">
              <a:off x="1665341" y="4272588"/>
              <a:ext cx="1300208" cy="648072"/>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zh-TW" altLang="en-US" sz="3600" kern="0" dirty="0" smtClean="0">
                  <a:solidFill>
                    <a:schemeClr val="bg1"/>
                  </a:solidFill>
                  <a:latin typeface="標楷體" panose="03000509000000000000" pitchFamily="65" charset="-120"/>
                  <a:ea typeface="標楷體" panose="03000509000000000000" pitchFamily="65" charset="-120"/>
                </a:rPr>
                <a:t>擬辦</a:t>
              </a:r>
              <a:endParaRPr lang="zh-TW" altLang="en-US" sz="3600" kern="0" dirty="0">
                <a:solidFill>
                  <a:schemeClr val="bg1"/>
                </a:solidFill>
                <a:latin typeface="標楷體" panose="03000509000000000000" pitchFamily="65" charset="-120"/>
                <a:ea typeface="標楷體" panose="03000509000000000000" pitchFamily="65" charset="-120"/>
              </a:endParaRPr>
            </a:p>
          </p:txBody>
        </p:sp>
      </p:grpSp>
    </p:spTree>
    <p:extLst>
      <p:ext uri="{BB962C8B-B14F-4D97-AF65-F5344CB8AC3E}">
        <p14:creationId xmlns:p14="http://schemas.microsoft.com/office/powerpoint/2010/main" val="30299806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圖片 7"/>
          <p:cNvPicPr>
            <a:picLocks noChangeAspect="1"/>
          </p:cNvPicPr>
          <p:nvPr/>
        </p:nvPicPr>
        <p:blipFill>
          <a:blip r:embed="rId3">
            <a:lum bright="70000" contrast="-70000"/>
          </a:blip>
          <a:stretch>
            <a:fillRect/>
          </a:stretch>
        </p:blipFill>
        <p:spPr>
          <a:xfrm>
            <a:off x="35496" y="1"/>
            <a:ext cx="2657757" cy="2636912"/>
          </a:xfrm>
          <a:prstGeom prst="rect">
            <a:avLst/>
          </a:prstGeom>
        </p:spPr>
      </p:pic>
      <p:sp>
        <p:nvSpPr>
          <p:cNvPr id="4" name="投影片編號版面配置區 3"/>
          <p:cNvSpPr>
            <a:spLocks noGrp="1"/>
          </p:cNvSpPr>
          <p:nvPr>
            <p:ph type="sldNum" sz="quarter" idx="10"/>
          </p:nvPr>
        </p:nvSpPr>
        <p:spPr/>
        <p:txBody>
          <a:bodyPr/>
          <a:lstStyle/>
          <a:p>
            <a:fld id="{3AE53AB2-F19A-4BD0-B915-C2175D5F5FF6}" type="slidenum">
              <a:rPr lang="en-US" altLang="zh-TW" smtClean="0">
                <a:solidFill>
                  <a:srgbClr val="000000"/>
                </a:solidFill>
              </a:rPr>
              <a:pPr/>
              <a:t>33</a:t>
            </a:fld>
            <a:endParaRPr lang="en-US" altLang="zh-TW" dirty="0">
              <a:solidFill>
                <a:srgbClr val="000000"/>
              </a:solidFill>
            </a:endParaRPr>
          </a:p>
        </p:txBody>
      </p:sp>
      <p:sp>
        <p:nvSpPr>
          <p:cNvPr id="6" name="標題 1"/>
          <p:cNvSpPr txBox="1">
            <a:spLocks/>
          </p:cNvSpPr>
          <p:nvPr/>
        </p:nvSpPr>
        <p:spPr>
          <a:xfrm>
            <a:off x="1210766" y="1126354"/>
            <a:ext cx="4320480" cy="1008112"/>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zh-TW" altLang="en-US" kern="0" dirty="0" smtClean="0"/>
              <a:t>伍、討論事項</a:t>
            </a:r>
            <a:endParaRPr lang="zh-TW" altLang="en-US" kern="0" dirty="0"/>
          </a:p>
        </p:txBody>
      </p:sp>
      <p:sp>
        <p:nvSpPr>
          <p:cNvPr id="5" name="標題 1"/>
          <p:cNvSpPr txBox="1">
            <a:spLocks/>
          </p:cNvSpPr>
          <p:nvPr/>
        </p:nvSpPr>
        <p:spPr>
          <a:xfrm>
            <a:off x="1259632" y="2134466"/>
            <a:ext cx="7416825" cy="3958830"/>
          </a:xfrm>
          <a:prstGeom prst="rect">
            <a:avLst/>
          </a:prstGeom>
        </p:spPr>
        <p:txBody>
          <a:bodyPr/>
          <a:lstStyle>
            <a:defPPr>
              <a:defRPr lang="zh-TW"/>
            </a:defPPr>
            <a:lvl1pPr marL="896938" indent="-896938" eaLnBrk="0" fontAlgn="base" hangingPunct="0">
              <a:lnSpc>
                <a:spcPct val="150000"/>
              </a:lnSpc>
              <a:spcBef>
                <a:spcPts val="600"/>
              </a:spcBef>
              <a:spcAft>
                <a:spcPts val="600"/>
              </a:spcAft>
              <a:defRPr kumimoji="1" sz="3600" b="1">
                <a:solidFill>
                  <a:srgbClr val="002060"/>
                </a:solidFill>
                <a:latin typeface="微軟正黑體 Light" panose="020B0304030504040204" pitchFamily="34" charset="-120"/>
                <a:ea typeface="微軟正黑體 Light" panose="020B0304030504040204" pitchFamily="34" charset="-120"/>
                <a:cs typeface="+mj-cs"/>
              </a:defRPr>
            </a:lvl1pPr>
            <a:lvl2pPr algn="ctr"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fontAlgn="base">
              <a:spcBef>
                <a:spcPct val="0"/>
              </a:spcBef>
              <a:spcAft>
                <a:spcPct val="0"/>
              </a:spcAft>
              <a:defRPr kumimoji="1" sz="4400">
                <a:solidFill>
                  <a:schemeClr val="tx2"/>
                </a:solidFill>
                <a:latin typeface="新細明體" charset="-120"/>
                <a:ea typeface="華康龍門石碑" pitchFamily="65" charset="-120"/>
              </a:defRPr>
            </a:lvl6pPr>
            <a:lvl7pPr marL="914400" algn="ctr" fontAlgn="base">
              <a:spcBef>
                <a:spcPct val="0"/>
              </a:spcBef>
              <a:spcAft>
                <a:spcPct val="0"/>
              </a:spcAft>
              <a:defRPr kumimoji="1" sz="4400">
                <a:solidFill>
                  <a:schemeClr val="tx2"/>
                </a:solidFill>
                <a:latin typeface="新細明體" charset="-120"/>
                <a:ea typeface="華康龍門石碑" pitchFamily="65" charset="-120"/>
              </a:defRPr>
            </a:lvl7pPr>
            <a:lvl8pPr marL="1371600" algn="ctr" fontAlgn="base">
              <a:spcBef>
                <a:spcPct val="0"/>
              </a:spcBef>
              <a:spcAft>
                <a:spcPct val="0"/>
              </a:spcAft>
              <a:defRPr kumimoji="1" sz="4400">
                <a:solidFill>
                  <a:schemeClr val="tx2"/>
                </a:solidFill>
                <a:latin typeface="新細明體" charset="-120"/>
                <a:ea typeface="華康龍門石碑" pitchFamily="65" charset="-120"/>
              </a:defRPr>
            </a:lvl8pPr>
            <a:lvl9pPr marL="1828800" algn="ctr" fontAlgn="base">
              <a:spcBef>
                <a:spcPct val="0"/>
              </a:spcBef>
              <a:spcAft>
                <a:spcPct val="0"/>
              </a:spcAft>
              <a:defRPr kumimoji="1" sz="4400">
                <a:solidFill>
                  <a:schemeClr val="tx2"/>
                </a:solidFill>
                <a:latin typeface="新細明體" charset="-120"/>
                <a:ea typeface="華康龍門石碑" pitchFamily="65" charset="-120"/>
              </a:defRPr>
            </a:lvl9pPr>
          </a:lstStyle>
          <a:p>
            <a:pPr marL="804863" indent="-804863">
              <a:lnSpc>
                <a:spcPct val="100000"/>
              </a:lnSpc>
            </a:pPr>
            <a:r>
              <a:rPr lang="zh-TW" altLang="en-US" sz="3200" dirty="0" smtClean="0"/>
              <a:t>一</a:t>
            </a:r>
            <a:r>
              <a:rPr lang="zh-TW" altLang="zh-TW" sz="3200" dirty="0" smtClean="0"/>
              <a:t>、</a:t>
            </a:r>
            <a:r>
              <a:rPr lang="zh-TW" altLang="zh-TW" sz="3200" dirty="0"/>
              <a:t>本會</a:t>
            </a:r>
            <a:r>
              <a:rPr lang="en-US" altLang="zh-TW" sz="3200" dirty="0" smtClean="0"/>
              <a:t>107</a:t>
            </a:r>
            <a:r>
              <a:rPr lang="zh-TW" altLang="zh-TW" sz="3200" dirty="0" smtClean="0"/>
              <a:t>年度</a:t>
            </a:r>
            <a:r>
              <a:rPr lang="zh-TW" altLang="zh-TW" sz="3200" dirty="0"/>
              <a:t>資料開放績效考核結果與敍獎</a:t>
            </a:r>
            <a:r>
              <a:rPr lang="zh-TW" altLang="zh-TW" sz="3200" dirty="0" smtClean="0"/>
              <a:t>建議</a:t>
            </a:r>
            <a:endParaRPr lang="en-US" altLang="zh-TW" sz="3200" dirty="0" smtClean="0"/>
          </a:p>
          <a:p>
            <a:pPr marL="804863" indent="-804863">
              <a:lnSpc>
                <a:spcPct val="100000"/>
              </a:lnSpc>
            </a:pPr>
            <a:r>
              <a:rPr lang="zh-TW" altLang="en-US" sz="3200" dirty="0" smtClean="0"/>
              <a:t>二</a:t>
            </a:r>
            <a:r>
              <a:rPr lang="zh-HK" altLang="zh-TW" sz="3200" dirty="0" smtClean="0"/>
              <a:t>、</a:t>
            </a:r>
            <a:r>
              <a:rPr lang="zh-TW" altLang="en-US" sz="3200" dirty="0"/>
              <a:t>臺灣省政府已開放資料集整併及下架作業</a:t>
            </a:r>
          </a:p>
          <a:p>
            <a:pPr marL="804863" indent="-804863">
              <a:lnSpc>
                <a:spcPct val="100000"/>
              </a:lnSpc>
            </a:pPr>
            <a:r>
              <a:rPr lang="zh-TW" altLang="en-US" sz="3200" u="sng" dirty="0" smtClean="0">
                <a:solidFill>
                  <a:srgbClr val="D0610E"/>
                </a:solidFill>
              </a:rPr>
              <a:t>三</a:t>
            </a:r>
            <a:r>
              <a:rPr lang="zh-TW" altLang="zh-TW" sz="3200" u="sng" dirty="0" smtClean="0">
                <a:solidFill>
                  <a:srgbClr val="D0610E"/>
                </a:solidFill>
              </a:rPr>
              <a:t>、</a:t>
            </a:r>
            <a:r>
              <a:rPr lang="en-US" altLang="zh-TW" sz="3200" u="sng" dirty="0" smtClean="0">
                <a:solidFill>
                  <a:srgbClr val="D0610E"/>
                </a:solidFill>
              </a:rPr>
              <a:t>108</a:t>
            </a:r>
            <a:r>
              <a:rPr lang="zh-HK" altLang="zh-TW" sz="3200" u="sng" dirty="0" smtClean="0">
                <a:solidFill>
                  <a:srgbClr val="D0610E"/>
                </a:solidFill>
              </a:rPr>
              <a:t>年</a:t>
            </a:r>
            <a:r>
              <a:rPr lang="zh-TW" altLang="en-US" sz="3200" u="sng" dirty="0" smtClean="0">
                <a:solidFill>
                  <a:srgbClr val="D0610E"/>
                </a:solidFill>
              </a:rPr>
              <a:t>度</a:t>
            </a:r>
            <a:r>
              <a:rPr lang="zh-HK" altLang="zh-TW" sz="3200" u="sng" dirty="0" smtClean="0">
                <a:solidFill>
                  <a:srgbClr val="D0610E"/>
                </a:solidFill>
              </a:rPr>
              <a:t>第</a:t>
            </a:r>
            <a:r>
              <a:rPr lang="en-US" altLang="zh-TW" sz="3200" u="sng" dirty="0">
                <a:solidFill>
                  <a:srgbClr val="D0610E"/>
                </a:solidFill>
              </a:rPr>
              <a:t>1</a:t>
            </a:r>
            <a:r>
              <a:rPr lang="zh-HK" altLang="zh-TW" sz="3200" u="sng" dirty="0">
                <a:solidFill>
                  <a:srgbClr val="D0610E"/>
                </a:solidFill>
              </a:rPr>
              <a:t>季</a:t>
            </a:r>
            <a:r>
              <a:rPr lang="zh-TW" altLang="zh-TW" sz="3200" u="sng" dirty="0">
                <a:solidFill>
                  <a:srgbClr val="D0610E"/>
                </a:solidFill>
              </a:rPr>
              <a:t>資料盤點結果擬新增開放項目</a:t>
            </a:r>
          </a:p>
        </p:txBody>
      </p:sp>
      <mc:AlternateContent xmlns:mc="http://schemas.openxmlformats.org/markup-compatibility/2006" xmlns:a14="http://schemas.microsoft.com/office/drawing/2010/main">
        <mc:Choice Requires="a14">
          <p:sp>
            <p:nvSpPr>
              <p:cNvPr id="7" name="文字方塊 6"/>
              <p:cNvSpPr txBox="1"/>
              <p:nvPr/>
            </p:nvSpPr>
            <p:spPr>
              <a:xfrm rot="17062641">
                <a:off x="247518" y="4148169"/>
                <a:ext cx="1322991" cy="940963"/>
              </a:xfrm>
              <a:prstGeom prst="rect">
                <a:avLst/>
              </a:prstGeom>
              <a:noFill/>
            </p:spPr>
            <p:txBody>
              <a:bodyPr vert="eaVert"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8000" b="1" i="0" smtClean="0">
                          <a:solidFill>
                            <a:srgbClr val="D0610E"/>
                          </a:solidFill>
                          <a:effectLst>
                            <a:outerShdw blurRad="38100" dist="38100" dir="2700000" algn="tl">
                              <a:srgbClr val="000000">
                                <a:alpha val="43137"/>
                              </a:srgbClr>
                            </a:outerShdw>
                          </a:effectLst>
                          <a:latin typeface="Cambria Math" panose="02040503050406030204" pitchFamily="18" charset="0"/>
                        </a:rPr>
                        <m:t>√</m:t>
                      </m:r>
                    </m:oMath>
                  </m:oMathPara>
                </a14:m>
                <a:endParaRPr lang="zh-TW" altLang="en-US" sz="8000" b="1" dirty="0" smtClean="0">
                  <a:solidFill>
                    <a:srgbClr val="D0610E"/>
                  </a:solidFill>
                  <a:effectLst>
                    <a:outerShdw blurRad="38100" dist="38100" dir="2700000" algn="tl">
                      <a:srgbClr val="000000">
                        <a:alpha val="43137"/>
                      </a:srgbClr>
                    </a:outerShdw>
                  </a:effectLst>
                </a:endParaRPr>
              </a:p>
            </p:txBody>
          </p:sp>
        </mc:Choice>
        <mc:Fallback xmlns="">
          <p:sp>
            <p:nvSpPr>
              <p:cNvPr id="7" name="文字方塊 6"/>
              <p:cNvSpPr txBox="1">
                <a:spLocks noRot="1" noChangeAspect="1" noMove="1" noResize="1" noEditPoints="1" noAdjustHandles="1" noChangeArrowheads="1" noChangeShapeType="1" noTextEdit="1"/>
              </p:cNvSpPr>
              <p:nvPr/>
            </p:nvSpPr>
            <p:spPr>
              <a:xfrm rot="17062641">
                <a:off x="247518" y="4148169"/>
                <a:ext cx="1322991" cy="940963"/>
              </a:xfrm>
              <a:prstGeom prst="rect">
                <a:avLst/>
              </a:prstGeom>
              <a:blipFill rotWithShape="0">
                <a:blip r:embed="rId4"/>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63522025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AE53AB2-F19A-4BD0-B915-C2175D5F5FF6}" type="slidenum">
              <a:rPr lang="en-US" altLang="zh-TW" smtClean="0">
                <a:solidFill>
                  <a:srgbClr val="000000"/>
                </a:solidFill>
              </a:rPr>
              <a:pPr/>
              <a:t>34</a:t>
            </a:fld>
            <a:endParaRPr lang="en-US" altLang="zh-TW" dirty="0">
              <a:solidFill>
                <a:srgbClr val="000000"/>
              </a:solidFill>
            </a:endParaRPr>
          </a:p>
        </p:txBody>
      </p:sp>
      <p:sp>
        <p:nvSpPr>
          <p:cNvPr id="5" name="標題 1"/>
          <p:cNvSpPr txBox="1">
            <a:spLocks/>
          </p:cNvSpPr>
          <p:nvPr/>
        </p:nvSpPr>
        <p:spPr>
          <a:xfrm>
            <a:off x="0" y="131124"/>
            <a:ext cx="9110609" cy="812829"/>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zh-TW" altLang="en-US" sz="3600" kern="0" dirty="0" smtClean="0"/>
              <a:t>三、</a:t>
            </a:r>
            <a:r>
              <a:rPr lang="en-US" altLang="zh-TW" sz="3600" kern="0" dirty="0" smtClean="0"/>
              <a:t>108</a:t>
            </a:r>
            <a:r>
              <a:rPr lang="zh-TW" altLang="en-US" sz="3600" kern="0" dirty="0" smtClean="0"/>
              <a:t>年度第</a:t>
            </a:r>
            <a:r>
              <a:rPr lang="en-US" altLang="zh-TW" sz="3600" kern="0" dirty="0" smtClean="0"/>
              <a:t>1</a:t>
            </a:r>
            <a:r>
              <a:rPr lang="zh-TW" altLang="en-US" sz="3600" kern="0" dirty="0" smtClean="0"/>
              <a:t>季</a:t>
            </a:r>
            <a:r>
              <a:rPr lang="zh-TW" altLang="en-US" sz="3600" kern="0" dirty="0"/>
              <a:t>盤點結果擬新增開放</a:t>
            </a:r>
            <a:r>
              <a:rPr lang="zh-TW" altLang="en-US" sz="3600" kern="0" dirty="0" smtClean="0"/>
              <a:t>項目</a:t>
            </a:r>
            <a:r>
              <a:rPr lang="en-US" altLang="zh-TW" sz="3600" kern="0" dirty="0" smtClean="0"/>
              <a:t/>
            </a:r>
            <a:br>
              <a:rPr lang="en-US" altLang="zh-TW" sz="3600" kern="0" dirty="0" smtClean="0"/>
            </a:br>
            <a:endParaRPr lang="zh-TW" altLang="en-US" sz="3200" kern="0" dirty="0"/>
          </a:p>
        </p:txBody>
      </p:sp>
      <p:sp>
        <p:nvSpPr>
          <p:cNvPr id="6" name="矩形 5"/>
          <p:cNvSpPr/>
          <p:nvPr/>
        </p:nvSpPr>
        <p:spPr>
          <a:xfrm>
            <a:off x="899592" y="1824340"/>
            <a:ext cx="6186309" cy="461665"/>
          </a:xfrm>
          <a:prstGeom prst="rect">
            <a:avLst/>
          </a:prstGeom>
        </p:spPr>
        <p:txBody>
          <a:bodyPr wrap="none">
            <a:spAutoFit/>
          </a:bodyPr>
          <a:lstStyle/>
          <a:p>
            <a:r>
              <a:rPr lang="zh-TW" altLang="en-US" sz="2400" b="1" dirty="0">
                <a:solidFill>
                  <a:srgbClr val="7030A0"/>
                </a:solidFill>
                <a:latin typeface="標楷體" panose="03000509000000000000" pitchFamily="65" charset="-120"/>
                <a:ea typeface="標楷體" panose="03000509000000000000" pitchFamily="65" charset="-120"/>
                <a:cs typeface="Tahoma" panose="020B0604030504040204" pitchFamily="34" charset="0"/>
              </a:rPr>
              <a:t>擬</a:t>
            </a:r>
            <a:r>
              <a:rPr lang="zh-TW" altLang="en-US" sz="2400" b="1" dirty="0" smtClean="0">
                <a:solidFill>
                  <a:srgbClr val="7030A0"/>
                </a:solidFill>
                <a:latin typeface="標楷體" panose="03000509000000000000" pitchFamily="65" charset="-120"/>
                <a:ea typeface="標楷體" panose="03000509000000000000" pitchFamily="65" charset="-120"/>
                <a:cs typeface="Tahoma" panose="020B0604030504040204" pitchFamily="34" charset="0"/>
              </a:rPr>
              <a:t>新增</a:t>
            </a:r>
            <a:r>
              <a:rPr lang="zh-TW" altLang="zh-TW" sz="2400" b="1" dirty="0" smtClean="0">
                <a:solidFill>
                  <a:srgbClr val="7030A0"/>
                </a:solidFill>
                <a:latin typeface="標楷體" panose="03000509000000000000" pitchFamily="65" charset="-120"/>
                <a:ea typeface="標楷體" panose="03000509000000000000" pitchFamily="65" charset="-120"/>
                <a:cs typeface="Tahoma" panose="020B0604030504040204" pitchFamily="34" charset="0"/>
              </a:rPr>
              <a:t>開放</a:t>
            </a:r>
            <a:r>
              <a:rPr lang="zh-TW" altLang="zh-TW" sz="2400" b="1" dirty="0">
                <a:solidFill>
                  <a:srgbClr val="7030A0"/>
                </a:solidFill>
                <a:latin typeface="標楷體" panose="03000509000000000000" pitchFamily="65" charset="-120"/>
                <a:ea typeface="標楷體" panose="03000509000000000000" pitchFamily="65" charset="-120"/>
                <a:cs typeface="Tahoma" panose="020B0604030504040204" pitchFamily="34" charset="0"/>
              </a:rPr>
              <a:t>項數</a:t>
            </a:r>
            <a:r>
              <a:rPr lang="zh-TW" altLang="zh-TW" sz="2400" b="1" dirty="0" smtClean="0">
                <a:solidFill>
                  <a:srgbClr val="7030A0"/>
                </a:solidFill>
                <a:latin typeface="標楷體" panose="03000509000000000000" pitchFamily="65" charset="-120"/>
                <a:ea typeface="標楷體" panose="03000509000000000000" pitchFamily="65" charset="-120"/>
                <a:cs typeface="Tahoma" panose="020B0604030504040204" pitchFamily="34" charset="0"/>
              </a:rPr>
              <a:t>統計</a:t>
            </a:r>
            <a:r>
              <a:rPr lang="en-US" altLang="zh-TW" sz="2400" b="1" dirty="0" smtClean="0">
                <a:solidFill>
                  <a:srgbClr val="7030A0"/>
                </a:solidFill>
                <a:latin typeface="標楷體" panose="03000509000000000000" pitchFamily="65" charset="-120"/>
                <a:ea typeface="標楷體" panose="03000509000000000000" pitchFamily="65" charset="-120"/>
                <a:cs typeface="Tahoma" panose="020B0604030504040204" pitchFamily="34" charset="0"/>
              </a:rPr>
              <a:t>(</a:t>
            </a:r>
            <a:r>
              <a:rPr lang="zh-TW" altLang="en-US" sz="2400" b="1" dirty="0" smtClean="0">
                <a:solidFill>
                  <a:srgbClr val="7030A0"/>
                </a:solidFill>
                <a:latin typeface="標楷體" panose="03000509000000000000" pitchFamily="65" charset="-120"/>
                <a:ea typeface="標楷體" panose="03000509000000000000" pitchFamily="65" charset="-120"/>
                <a:cs typeface="Tahoma" panose="020B0604030504040204" pitchFamily="34" charset="0"/>
              </a:rPr>
              <a:t>開放內容請詳閱附件</a:t>
            </a:r>
            <a:r>
              <a:rPr lang="en-US" altLang="zh-TW" sz="2400" b="1" dirty="0" smtClean="0">
                <a:solidFill>
                  <a:srgbClr val="7030A0"/>
                </a:solidFill>
                <a:latin typeface="標楷體" panose="03000509000000000000" pitchFamily="65" charset="-120"/>
                <a:ea typeface="標楷體" panose="03000509000000000000" pitchFamily="65" charset="-120"/>
                <a:cs typeface="Tahoma" panose="020B0604030504040204" pitchFamily="34" charset="0"/>
              </a:rPr>
              <a:t>2)</a:t>
            </a:r>
            <a:endParaRPr lang="zh-TW" altLang="en-US" sz="2400" b="1" dirty="0">
              <a:solidFill>
                <a:srgbClr val="7030A0"/>
              </a:solidFill>
              <a:latin typeface="標楷體" panose="03000509000000000000" pitchFamily="65" charset="-120"/>
              <a:ea typeface="標楷體" panose="03000509000000000000" pitchFamily="65" charset="-120"/>
            </a:endParaRPr>
          </a:p>
        </p:txBody>
      </p:sp>
      <p:sp>
        <p:nvSpPr>
          <p:cNvPr id="14" name="文字方塊 13"/>
          <p:cNvSpPr txBox="1"/>
          <p:nvPr/>
        </p:nvSpPr>
        <p:spPr>
          <a:xfrm>
            <a:off x="6516216" y="808455"/>
            <a:ext cx="2627784" cy="338554"/>
          </a:xfrm>
          <a:prstGeom prst="rect">
            <a:avLst/>
          </a:prstGeom>
          <a:noFill/>
        </p:spPr>
        <p:txBody>
          <a:bodyPr wrap="square" rtlCol="0">
            <a:spAutoFit/>
          </a:bodyPr>
          <a:lstStyle/>
          <a:p>
            <a:pPr algn="r"/>
            <a:r>
              <a:rPr lang="zh-TW" altLang="en-US" sz="1600" b="1" dirty="0" smtClean="0">
                <a:solidFill>
                  <a:srgbClr val="C00000"/>
                </a:solidFill>
                <a:latin typeface="標楷體" panose="03000509000000000000" pitchFamily="65" charset="-120"/>
                <a:ea typeface="標楷體" panose="03000509000000000000" pitchFamily="65" charset="-120"/>
              </a:rPr>
              <a:t>（詳議程</a:t>
            </a:r>
            <a:r>
              <a:rPr lang="en-US" altLang="zh-TW" sz="1600" b="1" dirty="0" smtClean="0">
                <a:solidFill>
                  <a:srgbClr val="C00000"/>
                </a:solidFill>
                <a:latin typeface="標楷體" panose="03000509000000000000" pitchFamily="65" charset="-120"/>
                <a:ea typeface="標楷體" panose="03000509000000000000" pitchFamily="65" charset="-120"/>
              </a:rPr>
              <a:t>P.21/</a:t>
            </a:r>
            <a:r>
              <a:rPr lang="zh-TW" altLang="en-US" sz="1600" b="1" dirty="0" smtClean="0">
                <a:solidFill>
                  <a:srgbClr val="C00000"/>
                </a:solidFill>
                <a:latin typeface="標楷體" panose="03000509000000000000" pitchFamily="65" charset="-120"/>
                <a:ea typeface="標楷體" panose="03000509000000000000" pitchFamily="65" charset="-120"/>
              </a:rPr>
              <a:t>表</a:t>
            </a:r>
            <a:r>
              <a:rPr lang="en-US" altLang="zh-TW" sz="1600" b="1" dirty="0" smtClean="0">
                <a:solidFill>
                  <a:srgbClr val="C00000"/>
                </a:solidFill>
                <a:latin typeface="標楷體" panose="03000509000000000000" pitchFamily="65" charset="-120"/>
                <a:ea typeface="標楷體" panose="03000509000000000000" pitchFamily="65" charset="-120"/>
              </a:rPr>
              <a:t>9</a:t>
            </a:r>
            <a:r>
              <a:rPr lang="zh-TW" altLang="en-US" sz="1600" b="1" dirty="0" smtClean="0">
                <a:solidFill>
                  <a:srgbClr val="C00000"/>
                </a:solidFill>
                <a:latin typeface="標楷體" panose="03000509000000000000" pitchFamily="65" charset="-120"/>
                <a:ea typeface="標楷體" panose="03000509000000000000" pitchFamily="65" charset="-120"/>
              </a:rPr>
              <a:t>、附件</a:t>
            </a:r>
            <a:r>
              <a:rPr lang="en-US" altLang="zh-TW" sz="1600" b="1" dirty="0" smtClean="0">
                <a:solidFill>
                  <a:srgbClr val="C00000"/>
                </a:solidFill>
                <a:latin typeface="標楷體" panose="03000509000000000000" pitchFamily="65" charset="-120"/>
                <a:ea typeface="標楷體" panose="03000509000000000000" pitchFamily="65" charset="-120"/>
              </a:rPr>
              <a:t>2)</a:t>
            </a:r>
            <a:endParaRPr lang="zh-TW" altLang="en-US" sz="1600" b="1" dirty="0">
              <a:solidFill>
                <a:srgbClr val="C00000"/>
              </a:solidFill>
              <a:latin typeface="標楷體" panose="03000509000000000000" pitchFamily="65" charset="-120"/>
              <a:ea typeface="標楷體" panose="03000509000000000000" pitchFamily="65" charset="-120"/>
            </a:endParaRPr>
          </a:p>
        </p:txBody>
      </p:sp>
      <p:graphicFrame>
        <p:nvGraphicFramePr>
          <p:cNvPr id="3" name="表格 2"/>
          <p:cNvGraphicFramePr>
            <a:graphicFrameLocks noGrp="1"/>
          </p:cNvGraphicFramePr>
          <p:nvPr>
            <p:extLst>
              <p:ext uri="{D42A27DB-BD31-4B8C-83A1-F6EECF244321}">
                <p14:modId xmlns:p14="http://schemas.microsoft.com/office/powerpoint/2010/main" val="1001775371"/>
              </p:ext>
            </p:extLst>
          </p:nvPr>
        </p:nvGraphicFramePr>
        <p:xfrm>
          <a:off x="1043608" y="2492896"/>
          <a:ext cx="6912768" cy="1680730"/>
        </p:xfrm>
        <a:graphic>
          <a:graphicData uri="http://schemas.openxmlformats.org/drawingml/2006/table">
            <a:tbl>
              <a:tblPr firstRow="1" firstCol="1" bandRow="1"/>
              <a:tblGrid>
                <a:gridCol w="740218"/>
                <a:gridCol w="904808"/>
                <a:gridCol w="905679"/>
                <a:gridCol w="904808"/>
                <a:gridCol w="905679"/>
                <a:gridCol w="904808"/>
                <a:gridCol w="905679"/>
                <a:gridCol w="741089"/>
              </a:tblGrid>
              <a:tr h="840365">
                <a:tc>
                  <a:txBody>
                    <a:bodyPr/>
                    <a:lstStyle/>
                    <a:p>
                      <a:pPr algn="ctr">
                        <a:spcAft>
                          <a:spcPts val="0"/>
                        </a:spcAft>
                      </a:pPr>
                      <a:r>
                        <a:rPr lang="zh-TW" sz="2200" kern="0">
                          <a:solidFill>
                            <a:srgbClr val="000000"/>
                          </a:solidFill>
                          <a:effectLst/>
                          <a:latin typeface="Times New Roman" panose="02020603050405020304" pitchFamily="18" charset="0"/>
                          <a:ea typeface="標楷體" panose="03000509000000000000" pitchFamily="65" charset="-120"/>
                          <a:cs typeface="新細明體" panose="02020500000000000000" pitchFamily="18" charset="-120"/>
                        </a:rPr>
                        <a:t>單位</a:t>
                      </a:r>
                      <a:endParaRPr lang="zh-TW" sz="1600" kern="100">
                        <a:effectLst/>
                        <a:latin typeface="Times New Roman" panose="02020603050405020304" pitchFamily="18" charset="0"/>
                        <a:ea typeface="新細明體" panose="02020500000000000000" pitchFamily="18" charset="-120"/>
                      </a:endParaRPr>
                    </a:p>
                  </a:txBody>
                  <a:tcPr marL="24384" marR="2438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TW" sz="2200" kern="0">
                          <a:solidFill>
                            <a:srgbClr val="000000"/>
                          </a:solidFill>
                          <a:effectLst/>
                          <a:latin typeface="Times New Roman" panose="02020603050405020304" pitchFamily="18" charset="0"/>
                          <a:ea typeface="標楷體" panose="03000509000000000000" pitchFamily="65" charset="-120"/>
                          <a:cs typeface="新細明體" panose="02020500000000000000" pitchFamily="18" charset="-120"/>
                        </a:rPr>
                        <a:t>檔案局</a:t>
                      </a:r>
                      <a:endParaRPr lang="zh-TW" sz="1600" kern="100">
                        <a:effectLst/>
                        <a:latin typeface="Times New Roman" panose="02020603050405020304" pitchFamily="18" charset="0"/>
                        <a:ea typeface="新細明體" panose="02020500000000000000" pitchFamily="18" charset="-120"/>
                      </a:endParaRPr>
                    </a:p>
                  </a:txBody>
                  <a:tcPr marL="24384" marR="2438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HK" sz="2200" kern="0">
                          <a:solidFill>
                            <a:srgbClr val="000000"/>
                          </a:solidFill>
                          <a:effectLst/>
                          <a:latin typeface="Times New Roman" panose="02020603050405020304" pitchFamily="18" charset="0"/>
                          <a:ea typeface="標楷體" panose="03000509000000000000" pitchFamily="65" charset="-120"/>
                          <a:cs typeface="新細明體" panose="02020500000000000000" pitchFamily="18" charset="-120"/>
                        </a:rPr>
                        <a:t>經濟處</a:t>
                      </a:r>
                      <a:endParaRPr lang="zh-TW" sz="1600" kern="100">
                        <a:effectLst/>
                        <a:latin typeface="Times New Roman" panose="02020603050405020304" pitchFamily="18" charset="0"/>
                        <a:ea typeface="新細明體" panose="02020500000000000000" pitchFamily="18" charset="-120"/>
                      </a:endParaRPr>
                    </a:p>
                  </a:txBody>
                  <a:tcPr marL="24384" marR="2438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TW" sz="2200" kern="0">
                          <a:solidFill>
                            <a:srgbClr val="000000"/>
                          </a:solidFill>
                          <a:effectLst/>
                          <a:latin typeface="Times New Roman" panose="02020603050405020304" pitchFamily="18" charset="0"/>
                          <a:ea typeface="標楷體" panose="03000509000000000000" pitchFamily="65" charset="-120"/>
                          <a:cs typeface="新細明體" panose="02020500000000000000" pitchFamily="18" charset="-120"/>
                        </a:rPr>
                        <a:t>產業處</a:t>
                      </a:r>
                      <a:endParaRPr lang="zh-TW" sz="1600" kern="100">
                        <a:effectLst/>
                        <a:latin typeface="Times New Roman" panose="02020603050405020304" pitchFamily="18" charset="0"/>
                        <a:ea typeface="新細明體" panose="02020500000000000000" pitchFamily="18" charset="-120"/>
                      </a:endParaRPr>
                    </a:p>
                  </a:txBody>
                  <a:tcPr marL="24384" marR="2438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HK" sz="2200" kern="0">
                          <a:solidFill>
                            <a:srgbClr val="000000"/>
                          </a:solidFill>
                          <a:effectLst/>
                          <a:latin typeface="Times New Roman" panose="02020603050405020304" pitchFamily="18" charset="0"/>
                          <a:ea typeface="標楷體" panose="03000509000000000000" pitchFamily="65" charset="-120"/>
                          <a:cs typeface="新細明體" panose="02020500000000000000" pitchFamily="18" charset="-120"/>
                        </a:rPr>
                        <a:t>人力處</a:t>
                      </a:r>
                      <a:endParaRPr lang="zh-TW" sz="1600" kern="100">
                        <a:effectLst/>
                        <a:latin typeface="Times New Roman" panose="02020603050405020304" pitchFamily="18" charset="0"/>
                        <a:ea typeface="新細明體" panose="02020500000000000000" pitchFamily="18" charset="-120"/>
                      </a:endParaRPr>
                    </a:p>
                  </a:txBody>
                  <a:tcPr marL="24384" marR="2438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HK" sz="2200" kern="0">
                          <a:solidFill>
                            <a:srgbClr val="000000"/>
                          </a:solidFill>
                          <a:effectLst/>
                          <a:latin typeface="Times New Roman" panose="02020603050405020304" pitchFamily="18" charset="0"/>
                          <a:ea typeface="標楷體" panose="03000509000000000000" pitchFamily="65" charset="-120"/>
                          <a:cs typeface="新細明體" panose="02020500000000000000" pitchFamily="18" charset="-120"/>
                        </a:rPr>
                        <a:t>管考處</a:t>
                      </a:r>
                      <a:endParaRPr lang="zh-TW" sz="1600" kern="100">
                        <a:effectLst/>
                        <a:latin typeface="Times New Roman" panose="02020603050405020304" pitchFamily="18" charset="0"/>
                        <a:ea typeface="新細明體" panose="02020500000000000000" pitchFamily="18" charset="-120"/>
                      </a:endParaRPr>
                    </a:p>
                  </a:txBody>
                  <a:tcPr marL="24384" marR="2438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HK" sz="2200" kern="0">
                          <a:solidFill>
                            <a:srgbClr val="000000"/>
                          </a:solidFill>
                          <a:effectLst/>
                          <a:latin typeface="Times New Roman" panose="02020603050405020304" pitchFamily="18" charset="0"/>
                          <a:ea typeface="標楷體" panose="03000509000000000000" pitchFamily="65" charset="-120"/>
                          <a:cs typeface="新細明體" panose="02020500000000000000" pitchFamily="18" charset="-120"/>
                        </a:rPr>
                        <a:t>法協</a:t>
                      </a:r>
                      <a:endParaRPr lang="zh-TW" sz="1600" kern="100">
                        <a:effectLst/>
                        <a:latin typeface="Times New Roman" panose="02020603050405020304" pitchFamily="18" charset="0"/>
                        <a:ea typeface="新細明體" panose="02020500000000000000" pitchFamily="18" charset="-120"/>
                      </a:endParaRPr>
                    </a:p>
                  </a:txBody>
                  <a:tcPr marL="24384" marR="2438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TW" sz="2200" kern="0">
                          <a:solidFill>
                            <a:srgbClr val="000000"/>
                          </a:solidFill>
                          <a:effectLst/>
                          <a:latin typeface="Times New Roman" panose="02020603050405020304" pitchFamily="18" charset="0"/>
                          <a:ea typeface="標楷體" panose="03000509000000000000" pitchFamily="65" charset="-120"/>
                          <a:cs typeface="新細明體" panose="02020500000000000000" pitchFamily="18" charset="-120"/>
                        </a:rPr>
                        <a:t>小計</a:t>
                      </a:r>
                      <a:endParaRPr lang="zh-TW" sz="1600" kern="100">
                        <a:effectLst/>
                        <a:latin typeface="Times New Roman" panose="02020603050405020304" pitchFamily="18" charset="0"/>
                        <a:ea typeface="新細明體" panose="02020500000000000000" pitchFamily="18" charset="-120"/>
                      </a:endParaRPr>
                    </a:p>
                  </a:txBody>
                  <a:tcPr marL="24384" marR="2438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840365">
                <a:tc>
                  <a:txBody>
                    <a:bodyPr/>
                    <a:lstStyle/>
                    <a:p>
                      <a:pPr algn="ctr">
                        <a:spcAft>
                          <a:spcPts val="0"/>
                        </a:spcAft>
                      </a:pPr>
                      <a:r>
                        <a:rPr lang="zh-TW" sz="2200" kern="0">
                          <a:effectLst/>
                          <a:latin typeface="Times New Roman" panose="02020603050405020304" pitchFamily="18" charset="0"/>
                          <a:ea typeface="標楷體" panose="03000509000000000000" pitchFamily="65" charset="-120"/>
                          <a:cs typeface="新細明體" panose="02020500000000000000" pitchFamily="18" charset="-120"/>
                        </a:rPr>
                        <a:t>開放</a:t>
                      </a:r>
                      <a:endParaRPr lang="zh-TW" sz="1600" kern="100">
                        <a:effectLst/>
                        <a:latin typeface="Times New Roman" panose="02020603050405020304" pitchFamily="18" charset="0"/>
                        <a:ea typeface="新細明體" panose="02020500000000000000" pitchFamily="18" charset="-120"/>
                      </a:endParaRPr>
                    </a:p>
                    <a:p>
                      <a:pPr algn="ctr">
                        <a:spcAft>
                          <a:spcPts val="0"/>
                        </a:spcAft>
                      </a:pPr>
                      <a:r>
                        <a:rPr lang="zh-TW" sz="2200" kern="0">
                          <a:effectLst/>
                          <a:latin typeface="Times New Roman" panose="02020603050405020304" pitchFamily="18" charset="0"/>
                          <a:ea typeface="標楷體" panose="03000509000000000000" pitchFamily="65" charset="-120"/>
                          <a:cs typeface="新細明體" panose="02020500000000000000" pitchFamily="18" charset="-120"/>
                        </a:rPr>
                        <a:t>項數</a:t>
                      </a:r>
                      <a:endParaRPr lang="zh-TW" sz="1600" kern="100">
                        <a:effectLst/>
                        <a:latin typeface="Times New Roman" panose="02020603050405020304" pitchFamily="18" charset="0"/>
                        <a:ea typeface="新細明體" panose="02020500000000000000" pitchFamily="18" charset="-120"/>
                      </a:endParaRPr>
                    </a:p>
                  </a:txBody>
                  <a:tcPr marL="24384" marR="2438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200" kern="0">
                          <a:effectLst/>
                          <a:latin typeface="標楷體" panose="03000509000000000000" pitchFamily="65" charset="-120"/>
                          <a:ea typeface="新細明體" panose="02020500000000000000" pitchFamily="18" charset="-120"/>
                          <a:cs typeface="新細明體" panose="02020500000000000000" pitchFamily="18" charset="-120"/>
                        </a:rPr>
                        <a:t>8</a:t>
                      </a:r>
                      <a:endParaRPr lang="zh-TW" sz="1600" kern="100">
                        <a:effectLst/>
                        <a:latin typeface="Times New Roman" panose="02020603050405020304" pitchFamily="18" charset="0"/>
                        <a:ea typeface="新細明體" panose="02020500000000000000" pitchFamily="18" charset="-120"/>
                      </a:endParaRPr>
                    </a:p>
                  </a:txBody>
                  <a:tcPr marL="24384" marR="2438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200" kern="0">
                          <a:effectLst/>
                          <a:latin typeface="標楷體" panose="03000509000000000000" pitchFamily="65" charset="-120"/>
                          <a:ea typeface="新細明體" panose="02020500000000000000" pitchFamily="18" charset="-120"/>
                          <a:cs typeface="新細明體" panose="02020500000000000000" pitchFamily="18" charset="-120"/>
                        </a:rPr>
                        <a:t>5</a:t>
                      </a:r>
                      <a:endParaRPr lang="zh-TW" sz="1600" kern="100">
                        <a:effectLst/>
                        <a:latin typeface="Times New Roman" panose="02020603050405020304" pitchFamily="18" charset="0"/>
                        <a:ea typeface="新細明體" panose="02020500000000000000" pitchFamily="18" charset="-120"/>
                      </a:endParaRPr>
                    </a:p>
                  </a:txBody>
                  <a:tcPr marL="24384" marR="2438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200" kern="0">
                          <a:effectLst/>
                          <a:latin typeface="標楷體" panose="03000509000000000000" pitchFamily="65" charset="-120"/>
                          <a:ea typeface="新細明體" panose="02020500000000000000" pitchFamily="18" charset="-120"/>
                          <a:cs typeface="新細明體" panose="02020500000000000000" pitchFamily="18" charset="-120"/>
                        </a:rPr>
                        <a:t>2</a:t>
                      </a:r>
                      <a:endParaRPr lang="zh-TW" sz="1600" kern="100">
                        <a:effectLst/>
                        <a:latin typeface="Times New Roman" panose="02020603050405020304" pitchFamily="18" charset="0"/>
                        <a:ea typeface="新細明體" panose="02020500000000000000" pitchFamily="18" charset="-120"/>
                      </a:endParaRPr>
                    </a:p>
                  </a:txBody>
                  <a:tcPr marL="24384" marR="2438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200" kern="0">
                          <a:effectLst/>
                          <a:latin typeface="標楷體" panose="03000509000000000000" pitchFamily="65" charset="-120"/>
                          <a:ea typeface="新細明體" panose="02020500000000000000" pitchFamily="18" charset="-120"/>
                          <a:cs typeface="新細明體" panose="02020500000000000000" pitchFamily="18" charset="-120"/>
                        </a:rPr>
                        <a:t>1</a:t>
                      </a:r>
                      <a:endParaRPr lang="zh-TW" sz="1600" kern="100">
                        <a:effectLst/>
                        <a:latin typeface="Times New Roman" panose="02020603050405020304" pitchFamily="18" charset="0"/>
                        <a:ea typeface="新細明體" panose="02020500000000000000" pitchFamily="18" charset="-120"/>
                      </a:endParaRPr>
                    </a:p>
                  </a:txBody>
                  <a:tcPr marL="24384" marR="2438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200" kern="0">
                          <a:effectLst/>
                          <a:latin typeface="標楷體" panose="03000509000000000000" pitchFamily="65" charset="-120"/>
                          <a:ea typeface="新細明體" panose="02020500000000000000" pitchFamily="18" charset="-120"/>
                          <a:cs typeface="新細明體" panose="02020500000000000000" pitchFamily="18" charset="-120"/>
                        </a:rPr>
                        <a:t>1</a:t>
                      </a:r>
                      <a:endParaRPr lang="zh-TW" sz="1600" kern="100">
                        <a:effectLst/>
                        <a:latin typeface="Times New Roman" panose="02020603050405020304" pitchFamily="18" charset="0"/>
                        <a:ea typeface="新細明體" panose="02020500000000000000" pitchFamily="18" charset="-120"/>
                      </a:endParaRPr>
                    </a:p>
                  </a:txBody>
                  <a:tcPr marL="24384" marR="2438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200" kern="0">
                          <a:solidFill>
                            <a:srgbClr val="000000"/>
                          </a:solidFill>
                          <a:effectLst/>
                          <a:latin typeface="標楷體" panose="03000509000000000000" pitchFamily="65" charset="-120"/>
                          <a:ea typeface="新細明體" panose="02020500000000000000" pitchFamily="18" charset="-120"/>
                          <a:cs typeface="新細明體" panose="02020500000000000000" pitchFamily="18" charset="-120"/>
                        </a:rPr>
                        <a:t>2</a:t>
                      </a:r>
                      <a:endParaRPr lang="zh-TW" sz="1600" kern="100">
                        <a:effectLst/>
                        <a:latin typeface="Times New Roman" panose="02020603050405020304" pitchFamily="18" charset="0"/>
                        <a:ea typeface="新細明體" panose="02020500000000000000" pitchFamily="18" charset="-120"/>
                      </a:endParaRPr>
                    </a:p>
                  </a:txBody>
                  <a:tcPr marL="24384" marR="2438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200" kern="0" dirty="0">
                          <a:effectLst/>
                          <a:latin typeface="標楷體" panose="03000509000000000000" pitchFamily="65" charset="-120"/>
                          <a:ea typeface="新細明體" panose="02020500000000000000" pitchFamily="18" charset="-120"/>
                          <a:cs typeface="新細明體" panose="02020500000000000000" pitchFamily="18" charset="-120"/>
                        </a:rPr>
                        <a:t>19</a:t>
                      </a:r>
                      <a:endParaRPr lang="zh-TW" sz="1600" kern="100" dirty="0">
                        <a:effectLst/>
                        <a:latin typeface="Times New Roman" panose="02020603050405020304" pitchFamily="18" charset="0"/>
                        <a:ea typeface="新細明體" panose="02020500000000000000" pitchFamily="18" charset="-120"/>
                      </a:endParaRPr>
                    </a:p>
                  </a:txBody>
                  <a:tcPr marL="24384" marR="2438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42171336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AE53AB2-F19A-4BD0-B915-C2175D5F5FF6}" type="slidenum">
              <a:rPr lang="en-US" altLang="zh-TW" smtClean="0">
                <a:solidFill>
                  <a:srgbClr val="000000"/>
                </a:solidFill>
              </a:rPr>
              <a:pPr/>
              <a:t>35</a:t>
            </a:fld>
            <a:endParaRPr lang="en-US" altLang="zh-TW" dirty="0">
              <a:solidFill>
                <a:srgbClr val="000000"/>
              </a:solidFill>
            </a:endParaRPr>
          </a:p>
        </p:txBody>
      </p:sp>
      <p:sp>
        <p:nvSpPr>
          <p:cNvPr id="13" name="矩形 12"/>
          <p:cNvSpPr/>
          <p:nvPr/>
        </p:nvSpPr>
        <p:spPr>
          <a:xfrm>
            <a:off x="7081547" y="1916832"/>
            <a:ext cx="2064437" cy="2448272"/>
          </a:xfrm>
          <a:prstGeom prst="rect">
            <a:avLst/>
          </a:prstGeom>
        </p:spPr>
        <p:txBody>
          <a:bodyPr/>
          <a:lstStyle/>
          <a:p>
            <a:pPr lvl="0" rtl="0"/>
            <a:r>
              <a:rPr lang="zh-TW" altLang="en-US" u="sng" dirty="0" smtClean="0">
                <a:latin typeface="標楷體" panose="03000509000000000000" pitchFamily="65" charset="-120"/>
                <a:ea typeface="標楷體" panose="03000509000000000000" pitchFamily="65" charset="-120"/>
              </a:rPr>
              <a:t>尚未</a:t>
            </a:r>
            <a:r>
              <a:rPr lang="zh-TW" u="sng" dirty="0" smtClean="0">
                <a:latin typeface="標楷體" panose="03000509000000000000" pitchFamily="65" charset="-120"/>
                <a:ea typeface="標楷體" panose="03000509000000000000" pitchFamily="65" charset="-120"/>
              </a:rPr>
              <a:t>達指標數</a:t>
            </a:r>
            <a:endParaRPr lang="en-US" altLang="zh-TW" u="sng" dirty="0" smtClean="0">
              <a:latin typeface="標楷體" panose="03000509000000000000" pitchFamily="65" charset="-120"/>
              <a:ea typeface="標楷體" panose="03000509000000000000" pitchFamily="65" charset="-120"/>
            </a:endParaRPr>
          </a:p>
          <a:p>
            <a:pPr lvl="0" rtl="0"/>
            <a:r>
              <a:rPr lang="zh-TW" u="sng" dirty="0" smtClean="0">
                <a:latin typeface="標楷體" panose="03000509000000000000" pitchFamily="65" charset="-120"/>
                <a:ea typeface="標楷體" panose="03000509000000000000" pitchFamily="65" charset="-120"/>
              </a:rPr>
              <a:t>單位</a:t>
            </a:r>
            <a:r>
              <a:rPr lang="zh-TW" altLang="en-US" u="sng" dirty="0" smtClean="0">
                <a:latin typeface="標楷體" panose="03000509000000000000" pitchFamily="65" charset="-120"/>
                <a:ea typeface="標楷體" panose="03000509000000000000" pitchFamily="65" charset="-120"/>
              </a:rPr>
              <a:t>及缺項數</a:t>
            </a:r>
            <a:r>
              <a:rPr lang="en-US" altLang="zh-TW" u="sng" dirty="0" smtClean="0">
                <a:latin typeface="標楷體" panose="03000509000000000000" pitchFamily="65" charset="-120"/>
                <a:ea typeface="標楷體" panose="03000509000000000000" pitchFamily="65" charset="-120"/>
              </a:rPr>
              <a:t>:</a:t>
            </a:r>
            <a:endParaRPr lang="zh-TW" dirty="0">
              <a:latin typeface="標楷體" panose="03000509000000000000" pitchFamily="65" charset="-120"/>
              <a:ea typeface="標楷體" panose="03000509000000000000" pitchFamily="65" charset="-120"/>
            </a:endParaRPr>
          </a:p>
          <a:p>
            <a:pPr lvl="0" rtl="0">
              <a:spcBef>
                <a:spcPts val="600"/>
              </a:spcBef>
              <a:buChar char="•"/>
            </a:pPr>
            <a:r>
              <a:rPr lang="zh-TW" altLang="en-US" dirty="0" smtClean="0">
                <a:latin typeface="標楷體" panose="03000509000000000000" pitchFamily="65" charset="-120"/>
                <a:ea typeface="標楷體" panose="03000509000000000000" pitchFamily="65" charset="-120"/>
              </a:rPr>
              <a:t>綜規</a:t>
            </a:r>
            <a:r>
              <a:rPr lang="zh-TW" dirty="0" smtClean="0">
                <a:latin typeface="標楷體" panose="03000509000000000000" pitchFamily="65" charset="-120"/>
                <a:ea typeface="標楷體" panose="03000509000000000000" pitchFamily="65" charset="-120"/>
              </a:rPr>
              <a:t>處</a:t>
            </a:r>
            <a:r>
              <a:rPr lang="en-US" altLang="zh-TW" dirty="0" smtClean="0">
                <a:latin typeface="標楷體" panose="03000509000000000000" pitchFamily="65" charset="-120"/>
                <a:ea typeface="標楷體" panose="03000509000000000000" pitchFamily="65" charset="-120"/>
              </a:rPr>
              <a:t>3</a:t>
            </a:r>
            <a:r>
              <a:rPr lang="zh-TW" altLang="en-US" dirty="0" smtClean="0">
                <a:latin typeface="標楷體" panose="03000509000000000000" pitchFamily="65" charset="-120"/>
                <a:ea typeface="標楷體" panose="03000509000000000000" pitchFamily="65" charset="-120"/>
              </a:rPr>
              <a:t>項</a:t>
            </a:r>
            <a:endParaRPr lang="zh-TW" dirty="0">
              <a:latin typeface="標楷體" panose="03000509000000000000" pitchFamily="65" charset="-120"/>
              <a:ea typeface="標楷體" panose="03000509000000000000" pitchFamily="65" charset="-120"/>
            </a:endParaRPr>
          </a:p>
          <a:p>
            <a:pPr lvl="0" rtl="0">
              <a:buChar char="•"/>
            </a:pPr>
            <a:r>
              <a:rPr lang="zh-TW" altLang="en-US" dirty="0" smtClean="0">
                <a:latin typeface="標楷體" panose="03000509000000000000" pitchFamily="65" charset="-120"/>
                <a:ea typeface="標楷體" panose="03000509000000000000" pitchFamily="65" charset="-120"/>
              </a:rPr>
              <a:t>產業處</a:t>
            </a:r>
            <a:r>
              <a:rPr lang="en-US" altLang="zh-TW" dirty="0" smtClean="0">
                <a:latin typeface="標楷體" panose="03000509000000000000" pitchFamily="65" charset="-120"/>
                <a:ea typeface="標楷體" panose="03000509000000000000" pitchFamily="65" charset="-120"/>
              </a:rPr>
              <a:t>2</a:t>
            </a:r>
            <a:r>
              <a:rPr lang="zh-TW" altLang="en-US" dirty="0" smtClean="0">
                <a:latin typeface="標楷體" panose="03000509000000000000" pitchFamily="65" charset="-120"/>
                <a:ea typeface="標楷體" panose="03000509000000000000" pitchFamily="65" charset="-120"/>
              </a:rPr>
              <a:t>項</a:t>
            </a:r>
            <a:endParaRPr lang="en-US" altLang="zh-TW" dirty="0" smtClean="0">
              <a:latin typeface="標楷體" panose="03000509000000000000" pitchFamily="65" charset="-120"/>
              <a:ea typeface="標楷體" panose="03000509000000000000" pitchFamily="65" charset="-120"/>
            </a:endParaRPr>
          </a:p>
          <a:p>
            <a:pPr lvl="0" rtl="0">
              <a:buChar char="•"/>
            </a:pPr>
            <a:r>
              <a:rPr lang="zh-TW" altLang="en-US" dirty="0" smtClean="0">
                <a:latin typeface="標楷體" panose="03000509000000000000" pitchFamily="65" charset="-120"/>
                <a:ea typeface="標楷體" panose="03000509000000000000" pitchFamily="65" charset="-120"/>
              </a:rPr>
              <a:t>人力處</a:t>
            </a:r>
            <a:r>
              <a:rPr lang="en-US" altLang="zh-TW" dirty="0" smtClean="0">
                <a:latin typeface="標楷體" panose="03000509000000000000" pitchFamily="65" charset="-120"/>
                <a:ea typeface="標楷體" panose="03000509000000000000" pitchFamily="65" charset="-120"/>
              </a:rPr>
              <a:t>2</a:t>
            </a:r>
            <a:r>
              <a:rPr lang="zh-TW" altLang="en-US" dirty="0" smtClean="0">
                <a:latin typeface="標楷體" panose="03000509000000000000" pitchFamily="65" charset="-120"/>
                <a:ea typeface="標楷體" panose="03000509000000000000" pitchFamily="65" charset="-120"/>
              </a:rPr>
              <a:t>項</a:t>
            </a:r>
            <a:endParaRPr lang="zh-TW" dirty="0">
              <a:latin typeface="標楷體" panose="03000509000000000000" pitchFamily="65" charset="-120"/>
              <a:ea typeface="標楷體" panose="03000509000000000000" pitchFamily="65" charset="-120"/>
            </a:endParaRPr>
          </a:p>
          <a:p>
            <a:pPr lvl="0" rtl="0">
              <a:buChar char="•"/>
            </a:pPr>
            <a:r>
              <a:rPr lang="zh-TW" altLang="en-US" dirty="0" smtClean="0">
                <a:latin typeface="標楷體" panose="03000509000000000000" pitchFamily="65" charset="-120"/>
                <a:ea typeface="標楷體" panose="03000509000000000000" pitchFamily="65" charset="-120"/>
              </a:rPr>
              <a:t>國土處</a:t>
            </a:r>
            <a:r>
              <a:rPr lang="en-US" altLang="zh-TW" dirty="0" smtClean="0">
                <a:latin typeface="標楷體" panose="03000509000000000000" pitchFamily="65" charset="-120"/>
                <a:ea typeface="標楷體" panose="03000509000000000000" pitchFamily="65" charset="-120"/>
              </a:rPr>
              <a:t>5</a:t>
            </a:r>
            <a:r>
              <a:rPr lang="zh-TW" altLang="en-US" dirty="0" smtClean="0">
                <a:latin typeface="標楷體" panose="03000509000000000000" pitchFamily="65" charset="-120"/>
                <a:ea typeface="標楷體" panose="03000509000000000000" pitchFamily="65" charset="-120"/>
              </a:rPr>
              <a:t>項</a:t>
            </a:r>
            <a:endParaRPr lang="en-US" altLang="zh-TW" dirty="0" smtClean="0">
              <a:latin typeface="標楷體" panose="03000509000000000000" pitchFamily="65" charset="-120"/>
              <a:ea typeface="標楷體" panose="03000509000000000000" pitchFamily="65" charset="-120"/>
            </a:endParaRPr>
          </a:p>
          <a:p>
            <a:pPr lvl="0" rtl="0">
              <a:buChar char="•"/>
            </a:pPr>
            <a:r>
              <a:rPr lang="zh-TW" altLang="en-US" dirty="0" smtClean="0">
                <a:latin typeface="標楷體" panose="03000509000000000000" pitchFamily="65" charset="-120"/>
                <a:ea typeface="標楷體" panose="03000509000000000000" pitchFamily="65" charset="-120"/>
              </a:rPr>
              <a:t>管考處</a:t>
            </a:r>
            <a:r>
              <a:rPr lang="en-US" altLang="zh-TW" dirty="0" smtClean="0">
                <a:latin typeface="標楷體" panose="03000509000000000000" pitchFamily="65" charset="-120"/>
                <a:ea typeface="標楷體" panose="03000509000000000000" pitchFamily="65" charset="-120"/>
              </a:rPr>
              <a:t>4</a:t>
            </a:r>
            <a:r>
              <a:rPr lang="zh-TW" altLang="en-US" dirty="0" smtClean="0">
                <a:latin typeface="標楷體" panose="03000509000000000000" pitchFamily="65" charset="-120"/>
                <a:ea typeface="標楷體" panose="03000509000000000000" pitchFamily="65" charset="-120"/>
              </a:rPr>
              <a:t>項</a:t>
            </a:r>
            <a:endParaRPr lang="en-US" altLang="zh-TW" dirty="0" smtClean="0">
              <a:latin typeface="標楷體" panose="03000509000000000000" pitchFamily="65" charset="-120"/>
              <a:ea typeface="標楷體" panose="03000509000000000000" pitchFamily="65" charset="-120"/>
            </a:endParaRPr>
          </a:p>
          <a:p>
            <a:pPr lvl="0" rtl="0">
              <a:buChar char="•"/>
            </a:pPr>
            <a:r>
              <a:rPr lang="zh-TW" altLang="en-US" dirty="0" smtClean="0">
                <a:latin typeface="標楷體" panose="03000509000000000000" pitchFamily="65" charset="-120"/>
                <a:ea typeface="標楷體" panose="03000509000000000000" pitchFamily="65" charset="-120"/>
              </a:rPr>
              <a:t>資管處</a:t>
            </a:r>
            <a:r>
              <a:rPr lang="en-US" altLang="zh-TW" dirty="0" smtClean="0">
                <a:latin typeface="標楷體" panose="03000509000000000000" pitchFamily="65" charset="-120"/>
                <a:ea typeface="標楷體" panose="03000509000000000000" pitchFamily="65" charset="-120"/>
              </a:rPr>
              <a:t>3</a:t>
            </a:r>
            <a:r>
              <a:rPr lang="zh-TW" altLang="en-US" dirty="0" smtClean="0">
                <a:latin typeface="標楷體" panose="03000509000000000000" pitchFamily="65" charset="-120"/>
                <a:ea typeface="標楷體" panose="03000509000000000000" pitchFamily="65" charset="-120"/>
              </a:rPr>
              <a:t>項</a:t>
            </a:r>
            <a:endParaRPr lang="zh-TW" dirty="0">
              <a:latin typeface="標楷體" panose="03000509000000000000" pitchFamily="65" charset="-120"/>
              <a:ea typeface="標楷體" panose="03000509000000000000" pitchFamily="65" charset="-120"/>
            </a:endParaRPr>
          </a:p>
        </p:txBody>
      </p:sp>
      <p:sp>
        <p:nvSpPr>
          <p:cNvPr id="16" name="標題 1"/>
          <p:cNvSpPr txBox="1">
            <a:spLocks/>
          </p:cNvSpPr>
          <p:nvPr/>
        </p:nvSpPr>
        <p:spPr>
          <a:xfrm>
            <a:off x="17677" y="40640"/>
            <a:ext cx="7578659" cy="812829"/>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r>
              <a:rPr lang="zh-TW" altLang="en-US" kern="0" dirty="0"/>
              <a:t>各單位資料開放數量統計</a:t>
            </a:r>
          </a:p>
          <a:p>
            <a:r>
              <a:rPr lang="en-US" altLang="zh-TW" kern="0" dirty="0" smtClean="0"/>
              <a:t/>
            </a:r>
            <a:br>
              <a:rPr lang="en-US" altLang="zh-TW" kern="0" dirty="0" smtClean="0"/>
            </a:br>
            <a:endParaRPr lang="zh-TW" altLang="en-US" sz="3600" kern="0" dirty="0"/>
          </a:p>
        </p:txBody>
      </p:sp>
      <p:sp>
        <p:nvSpPr>
          <p:cNvPr id="6" name="文字方塊 5"/>
          <p:cNvSpPr txBox="1"/>
          <p:nvPr/>
        </p:nvSpPr>
        <p:spPr>
          <a:xfrm>
            <a:off x="6804248" y="808455"/>
            <a:ext cx="2339752" cy="338554"/>
          </a:xfrm>
          <a:prstGeom prst="rect">
            <a:avLst/>
          </a:prstGeom>
          <a:noFill/>
        </p:spPr>
        <p:txBody>
          <a:bodyPr wrap="square" rtlCol="0">
            <a:spAutoFit/>
          </a:bodyPr>
          <a:lstStyle/>
          <a:p>
            <a:pPr algn="r"/>
            <a:r>
              <a:rPr lang="zh-TW" altLang="en-US" sz="1600" b="1" dirty="0" smtClean="0">
                <a:solidFill>
                  <a:srgbClr val="C00000"/>
                </a:solidFill>
                <a:latin typeface="標楷體" panose="03000509000000000000" pitchFamily="65" charset="-120"/>
                <a:ea typeface="標楷體" panose="03000509000000000000" pitchFamily="65" charset="-120"/>
              </a:rPr>
              <a:t>（詳議程</a:t>
            </a:r>
            <a:r>
              <a:rPr lang="en-US" altLang="zh-TW" sz="1600" b="1" dirty="0" smtClean="0">
                <a:solidFill>
                  <a:srgbClr val="C00000"/>
                </a:solidFill>
                <a:latin typeface="標楷體" panose="03000509000000000000" pitchFamily="65" charset="-120"/>
                <a:ea typeface="標楷體" panose="03000509000000000000" pitchFamily="65" charset="-120"/>
              </a:rPr>
              <a:t>P.21/</a:t>
            </a:r>
            <a:r>
              <a:rPr lang="zh-TW" altLang="en-US" sz="1600" b="1" dirty="0" smtClean="0">
                <a:solidFill>
                  <a:srgbClr val="C00000"/>
                </a:solidFill>
                <a:latin typeface="標楷體" panose="03000509000000000000" pitchFamily="65" charset="-120"/>
                <a:ea typeface="標楷體" panose="03000509000000000000" pitchFamily="65" charset="-120"/>
              </a:rPr>
              <a:t>表</a:t>
            </a:r>
            <a:r>
              <a:rPr lang="en-US" altLang="zh-TW" sz="1600" b="1" dirty="0" smtClean="0">
                <a:solidFill>
                  <a:srgbClr val="C00000"/>
                </a:solidFill>
                <a:latin typeface="標楷體" panose="03000509000000000000" pitchFamily="65" charset="-120"/>
                <a:ea typeface="標楷體" panose="03000509000000000000" pitchFamily="65" charset="-120"/>
              </a:rPr>
              <a:t>10)</a:t>
            </a:r>
            <a:endParaRPr lang="zh-TW" altLang="en-US" sz="1600" b="1" dirty="0">
              <a:solidFill>
                <a:srgbClr val="C00000"/>
              </a:solidFill>
              <a:latin typeface="標楷體" panose="03000509000000000000" pitchFamily="65" charset="-120"/>
              <a:ea typeface="標楷體" panose="03000509000000000000" pitchFamily="65" charset="-120"/>
            </a:endParaRPr>
          </a:p>
        </p:txBody>
      </p:sp>
      <p:graphicFrame>
        <p:nvGraphicFramePr>
          <p:cNvPr id="9" name="圖表 8"/>
          <p:cNvGraphicFramePr>
            <a:graphicFrameLocks/>
          </p:cNvGraphicFramePr>
          <p:nvPr>
            <p:extLst>
              <p:ext uri="{D42A27DB-BD31-4B8C-83A1-F6EECF244321}">
                <p14:modId xmlns:p14="http://schemas.microsoft.com/office/powerpoint/2010/main" val="2518024269"/>
              </p:ext>
            </p:extLst>
          </p:nvPr>
        </p:nvGraphicFramePr>
        <p:xfrm>
          <a:off x="251520" y="1000124"/>
          <a:ext cx="6768752" cy="538120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72883971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AE53AB2-F19A-4BD0-B915-C2175D5F5FF6}" type="slidenum">
              <a:rPr lang="en-US" altLang="zh-TW" smtClean="0">
                <a:solidFill>
                  <a:srgbClr val="000000"/>
                </a:solidFill>
              </a:rPr>
              <a:pPr/>
              <a:t>36</a:t>
            </a:fld>
            <a:endParaRPr lang="en-US" altLang="zh-TW" dirty="0">
              <a:solidFill>
                <a:srgbClr val="000000"/>
              </a:solidFill>
            </a:endParaRPr>
          </a:p>
        </p:txBody>
      </p:sp>
      <p:sp>
        <p:nvSpPr>
          <p:cNvPr id="9" name="矩形 8"/>
          <p:cNvSpPr/>
          <p:nvPr/>
        </p:nvSpPr>
        <p:spPr>
          <a:xfrm>
            <a:off x="1619672" y="2132856"/>
            <a:ext cx="6263725" cy="3016210"/>
          </a:xfrm>
          <a:prstGeom prst="rect">
            <a:avLst/>
          </a:prstGeom>
        </p:spPr>
        <p:txBody>
          <a:bodyPr wrap="square">
            <a:spAutoFit/>
          </a:bodyPr>
          <a:lstStyle/>
          <a:p>
            <a:pPr marL="457200" indent="-457200" algn="just">
              <a:buFont typeface="Arial" panose="020B0604020202020204" pitchFamily="34" charset="0"/>
              <a:buChar char="•"/>
            </a:pPr>
            <a:r>
              <a:rPr lang="zh-TW" altLang="en-US" sz="3600" spc="-300" dirty="0">
                <a:solidFill>
                  <a:srgbClr val="002060"/>
                </a:solidFill>
                <a:ea typeface="標楷體" panose="03000509000000000000" pitchFamily="65" charset="-120"/>
                <a:cs typeface="Tahoma" panose="020B0604030504040204" pitchFamily="34" charset="0"/>
              </a:rPr>
              <a:t>盤</a:t>
            </a:r>
            <a:r>
              <a:rPr lang="zh-TW" altLang="en-US" sz="3600" spc="-300" dirty="0">
                <a:solidFill>
                  <a:schemeClr val="accent6">
                    <a:lumMod val="50000"/>
                  </a:schemeClr>
                </a:solidFill>
                <a:ea typeface="標楷體" panose="03000509000000000000" pitchFamily="65" charset="-120"/>
                <a:cs typeface="Tahoma" panose="020B0604030504040204" pitchFamily="34" charset="0"/>
              </a:rPr>
              <a:t>點結果擬於本次會議決議通過後，請各單位據以辦理後續登錄上架等開放作業相關事宜</a:t>
            </a:r>
            <a:r>
              <a:rPr lang="zh-TW" altLang="en-US" sz="3600" spc="-300" dirty="0" smtClean="0">
                <a:solidFill>
                  <a:schemeClr val="accent6">
                    <a:lumMod val="50000"/>
                  </a:schemeClr>
                </a:solidFill>
                <a:ea typeface="標楷體" panose="03000509000000000000" pitchFamily="65" charset="-120"/>
                <a:cs typeface="Tahoma" panose="020B0604030504040204" pitchFamily="34" charset="0"/>
              </a:rPr>
              <a:t>。</a:t>
            </a:r>
            <a:endParaRPr lang="en-US" altLang="zh-TW" sz="3600" spc="-300" dirty="0" smtClean="0">
              <a:solidFill>
                <a:schemeClr val="accent6">
                  <a:lumMod val="50000"/>
                </a:schemeClr>
              </a:solidFill>
              <a:ea typeface="標楷體" panose="03000509000000000000" pitchFamily="65" charset="-120"/>
              <a:cs typeface="Tahoma" panose="020B0604030504040204" pitchFamily="34" charset="0"/>
            </a:endParaRPr>
          </a:p>
          <a:p>
            <a:pPr marL="457200" indent="-457200" algn="just">
              <a:spcBef>
                <a:spcPts val="1200"/>
              </a:spcBef>
              <a:buFont typeface="Arial" panose="020B0604020202020204" pitchFamily="34" charset="0"/>
              <a:buChar char="•"/>
            </a:pPr>
            <a:r>
              <a:rPr lang="zh-TW" altLang="en-US" sz="3600" spc="-300" dirty="0">
                <a:solidFill>
                  <a:schemeClr val="accent6">
                    <a:lumMod val="50000"/>
                  </a:schemeClr>
                </a:solidFill>
                <a:ea typeface="標楷體" panose="03000509000000000000" pitchFamily="65" charset="-120"/>
                <a:cs typeface="Tahoma" panose="020B0604030504040204" pitchFamily="34" charset="0"/>
              </a:rPr>
              <a:t>未達</a:t>
            </a:r>
            <a:r>
              <a:rPr lang="zh-TW" altLang="en-US" sz="3600" spc="-300" dirty="0" smtClean="0">
                <a:solidFill>
                  <a:schemeClr val="accent6">
                    <a:lumMod val="50000"/>
                  </a:schemeClr>
                </a:solidFill>
                <a:ea typeface="標楷體" panose="03000509000000000000" pitchFamily="65" charset="-120"/>
                <a:cs typeface="Tahoma" panose="020B0604030504040204" pitchFamily="34" charset="0"/>
              </a:rPr>
              <a:t>年度</a:t>
            </a:r>
            <a:r>
              <a:rPr lang="zh-TW" altLang="en-US" sz="3600" spc="-300" dirty="0">
                <a:solidFill>
                  <a:schemeClr val="accent6">
                    <a:lumMod val="50000"/>
                  </a:schemeClr>
                </a:solidFill>
                <a:ea typeface="標楷體" panose="03000509000000000000" pitchFamily="65" charset="-120"/>
                <a:cs typeface="Tahoma" panose="020B0604030504040204" pitchFamily="34" charset="0"/>
              </a:rPr>
              <a:t>指</a:t>
            </a:r>
            <a:r>
              <a:rPr lang="zh-TW" altLang="en-US" sz="3600" spc="-300" dirty="0" smtClean="0">
                <a:solidFill>
                  <a:schemeClr val="accent6">
                    <a:lumMod val="50000"/>
                  </a:schemeClr>
                </a:solidFill>
                <a:ea typeface="標楷體" panose="03000509000000000000" pitchFamily="65" charset="-120"/>
                <a:cs typeface="Tahoma" panose="020B0604030504040204" pitchFamily="34" charset="0"/>
              </a:rPr>
              <a:t>標之單位，</a:t>
            </a:r>
            <a:r>
              <a:rPr lang="zh-TW" altLang="en-US" sz="3600" spc="-300" dirty="0">
                <a:solidFill>
                  <a:schemeClr val="accent6">
                    <a:lumMod val="50000"/>
                  </a:schemeClr>
                </a:solidFill>
                <a:ea typeface="標楷體" panose="03000509000000000000" pitchFamily="65" charset="-120"/>
                <a:cs typeface="Tahoma" panose="020B0604030504040204" pitchFamily="34" charset="0"/>
              </a:rPr>
              <a:t>建請於</a:t>
            </a:r>
            <a:r>
              <a:rPr lang="en-US" altLang="zh-TW" sz="3600" spc="-300" dirty="0">
                <a:solidFill>
                  <a:schemeClr val="accent6">
                    <a:lumMod val="50000"/>
                  </a:schemeClr>
                </a:solidFill>
                <a:ea typeface="標楷體" panose="03000509000000000000" pitchFamily="65" charset="-120"/>
                <a:cs typeface="Tahoma" panose="020B0604030504040204" pitchFamily="34" charset="0"/>
              </a:rPr>
              <a:t>108</a:t>
            </a:r>
            <a:r>
              <a:rPr lang="zh-TW" altLang="en-US" sz="3600" spc="-300" dirty="0">
                <a:solidFill>
                  <a:schemeClr val="accent6">
                    <a:lumMod val="50000"/>
                  </a:schemeClr>
                </a:solidFill>
                <a:ea typeface="標楷體" panose="03000509000000000000" pitchFamily="65" charset="-120"/>
                <a:cs typeface="Tahoma" panose="020B0604030504040204" pitchFamily="34" charset="0"/>
              </a:rPr>
              <a:t>年第</a:t>
            </a:r>
            <a:r>
              <a:rPr lang="en-US" altLang="zh-TW" sz="3600" spc="-300" dirty="0">
                <a:solidFill>
                  <a:schemeClr val="accent6">
                    <a:lumMod val="50000"/>
                  </a:schemeClr>
                </a:solidFill>
                <a:ea typeface="標楷體" panose="03000509000000000000" pitchFamily="65" charset="-120"/>
                <a:cs typeface="Tahoma" panose="020B0604030504040204" pitchFamily="34" charset="0"/>
              </a:rPr>
              <a:t>3</a:t>
            </a:r>
            <a:r>
              <a:rPr lang="zh-TW" altLang="en-US" sz="3600" spc="-300" dirty="0">
                <a:solidFill>
                  <a:schemeClr val="accent6">
                    <a:lumMod val="50000"/>
                  </a:schemeClr>
                </a:solidFill>
                <a:ea typeface="標楷體" panose="03000509000000000000" pitchFamily="65" charset="-120"/>
                <a:cs typeface="Tahoma" panose="020B0604030504040204" pitchFamily="34" charset="0"/>
              </a:rPr>
              <a:t>季盤點作業加強</a:t>
            </a:r>
            <a:r>
              <a:rPr lang="zh-TW" altLang="en-US" sz="3600" spc="-300" dirty="0" smtClean="0">
                <a:solidFill>
                  <a:schemeClr val="accent6">
                    <a:lumMod val="50000"/>
                  </a:schemeClr>
                </a:solidFill>
                <a:ea typeface="標楷體" panose="03000509000000000000" pitchFamily="65" charset="-120"/>
                <a:cs typeface="Tahoma" panose="020B0604030504040204" pitchFamily="34" charset="0"/>
              </a:rPr>
              <a:t>盤點。</a:t>
            </a:r>
            <a:endParaRPr lang="en-US" altLang="zh-TW" sz="3600" spc="-300" dirty="0" smtClean="0">
              <a:solidFill>
                <a:schemeClr val="accent6">
                  <a:lumMod val="50000"/>
                </a:schemeClr>
              </a:solidFill>
              <a:ea typeface="標楷體" panose="03000509000000000000" pitchFamily="65" charset="-120"/>
              <a:cs typeface="Tahoma" panose="020B0604030504040204" pitchFamily="34" charset="0"/>
            </a:endParaRPr>
          </a:p>
        </p:txBody>
      </p:sp>
      <p:grpSp>
        <p:nvGrpSpPr>
          <p:cNvPr id="11" name="群組 10"/>
          <p:cNvGrpSpPr/>
          <p:nvPr/>
        </p:nvGrpSpPr>
        <p:grpSpPr>
          <a:xfrm rot="700106">
            <a:off x="218041" y="592237"/>
            <a:ext cx="1987326" cy="1296144"/>
            <a:chOff x="1094524" y="3969413"/>
            <a:chExt cx="2232248" cy="1296144"/>
          </a:xfrm>
        </p:grpSpPr>
        <p:grpSp>
          <p:nvGrpSpPr>
            <p:cNvPr id="12" name="组合 78"/>
            <p:cNvGrpSpPr/>
            <p:nvPr/>
          </p:nvGrpSpPr>
          <p:grpSpPr>
            <a:xfrm rot="803684" flipH="1">
              <a:off x="1094524" y="3969413"/>
              <a:ext cx="2232248" cy="1296144"/>
              <a:chOff x="3347864" y="1700808"/>
              <a:chExt cx="2232248" cy="1296144"/>
            </a:xfrm>
            <a:effectLst>
              <a:outerShdw blurRad="114300" dist="241300" dir="3600000" algn="t" rotWithShape="0">
                <a:prstClr val="black">
                  <a:alpha val="24000"/>
                </a:prstClr>
              </a:outerShdw>
            </a:effectLst>
          </p:grpSpPr>
          <p:sp>
            <p:nvSpPr>
              <p:cNvPr id="14" name="左箭头 82"/>
              <p:cNvSpPr/>
              <p:nvPr/>
            </p:nvSpPr>
            <p:spPr>
              <a:xfrm>
                <a:off x="3347864" y="1700808"/>
                <a:ext cx="1656184" cy="1296144"/>
              </a:xfrm>
              <a:prstGeom prst="leftArrow">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5400000" scaled="1"/>
                <a:tileRect/>
              </a:gradFill>
              <a:ln w="762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 lastClr="FFFFFF"/>
                  </a:solidFill>
                  <a:effectLst/>
                  <a:uLnTx/>
                  <a:uFillTx/>
                  <a:latin typeface="Calibri"/>
                  <a:ea typeface="+mn-ea"/>
                  <a:cs typeface="+mn-cs"/>
                </a:endParaRPr>
              </a:p>
            </p:txBody>
          </p:sp>
          <p:sp>
            <p:nvSpPr>
              <p:cNvPr id="15" name="矩形 14"/>
              <p:cNvSpPr/>
              <p:nvPr/>
            </p:nvSpPr>
            <p:spPr>
              <a:xfrm>
                <a:off x="5076056" y="2014974"/>
                <a:ext cx="216024" cy="662950"/>
              </a:xfrm>
              <a:prstGeom prst="rect">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5400000" scaled="1"/>
                <a:tileRect/>
              </a:gradFill>
              <a:ln w="762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 lastClr="FFFFFF"/>
                  </a:solidFill>
                  <a:effectLst/>
                  <a:uLnTx/>
                  <a:uFillTx/>
                  <a:latin typeface="Calibri"/>
                  <a:ea typeface="+mn-ea"/>
                  <a:cs typeface="+mn-cs"/>
                </a:endParaRPr>
              </a:p>
            </p:txBody>
          </p:sp>
          <p:sp>
            <p:nvSpPr>
              <p:cNvPr id="16" name="矩形 15"/>
              <p:cNvSpPr/>
              <p:nvPr/>
            </p:nvSpPr>
            <p:spPr>
              <a:xfrm>
                <a:off x="5364088" y="2012643"/>
                <a:ext cx="216024" cy="662950"/>
              </a:xfrm>
              <a:prstGeom prst="rect">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5400000" scaled="1"/>
                <a:tileRect/>
              </a:gradFill>
              <a:ln w="762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sysClr val="window" lastClr="FFFFFF"/>
                  </a:solidFill>
                  <a:effectLst/>
                  <a:uLnTx/>
                  <a:uFillTx/>
                  <a:latin typeface="Calibri"/>
                  <a:ea typeface="+mn-ea"/>
                  <a:cs typeface="+mn-cs"/>
                </a:endParaRPr>
              </a:p>
            </p:txBody>
          </p:sp>
        </p:grpSp>
        <p:sp>
          <p:nvSpPr>
            <p:cNvPr id="13" name="標題 1"/>
            <p:cNvSpPr txBox="1">
              <a:spLocks/>
            </p:cNvSpPr>
            <p:nvPr/>
          </p:nvSpPr>
          <p:spPr>
            <a:xfrm rot="992785">
              <a:off x="1665341" y="4272588"/>
              <a:ext cx="1300208" cy="648072"/>
            </a:xfrm>
            <a:prstGeom prst="rect">
              <a:avLst/>
            </a:prstGeom>
          </p:spPr>
          <p:txBody>
            <a:bodyPr/>
            <a:lstStyle>
              <a:lvl1pPr algn="ctr" rtl="0" eaLnBrk="0" fontAlgn="base" hangingPunct="0">
                <a:spcBef>
                  <a:spcPct val="0"/>
                </a:spcBef>
                <a:spcAft>
                  <a:spcPct val="0"/>
                </a:spcAft>
                <a:defRPr kumimoji="1" sz="4000" b="1">
                  <a:solidFill>
                    <a:srgbClr val="002060"/>
                  </a:solidFill>
                  <a:latin typeface="微軟正黑體" pitchFamily="34" charset="-120"/>
                  <a:ea typeface="微軟正黑體" pitchFamily="34" charset="-120"/>
                  <a:cs typeface="+mj-cs"/>
                </a:defRPr>
              </a:lvl1pPr>
              <a:lvl2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2pPr>
              <a:lvl3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3pPr>
              <a:lvl4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4pPr>
              <a:lvl5pPr algn="ctr" rtl="0" eaLnBrk="0" fontAlgn="base" hangingPunct="0">
                <a:spcBef>
                  <a:spcPct val="0"/>
                </a:spcBef>
                <a:spcAft>
                  <a:spcPct val="0"/>
                </a:spcAft>
                <a:defRPr kumimoji="1" sz="4400">
                  <a:solidFill>
                    <a:schemeClr val="tx2"/>
                  </a:solidFill>
                  <a:latin typeface="新細明體" charset="-120"/>
                  <a:ea typeface="華康龍門石碑" pitchFamily="65" charset="-120"/>
                </a:defRPr>
              </a:lvl5pPr>
              <a:lvl6pPr marL="457200" algn="ctr" rtl="0" fontAlgn="base">
                <a:spcBef>
                  <a:spcPct val="0"/>
                </a:spcBef>
                <a:spcAft>
                  <a:spcPct val="0"/>
                </a:spcAft>
                <a:defRPr kumimoji="1" sz="4400">
                  <a:solidFill>
                    <a:schemeClr val="tx2"/>
                  </a:solidFill>
                  <a:latin typeface="新細明體" charset="-120"/>
                  <a:ea typeface="華康龍門石碑" pitchFamily="65" charset="-120"/>
                </a:defRPr>
              </a:lvl6pPr>
              <a:lvl7pPr marL="914400" algn="ctr" rtl="0" fontAlgn="base">
                <a:spcBef>
                  <a:spcPct val="0"/>
                </a:spcBef>
                <a:spcAft>
                  <a:spcPct val="0"/>
                </a:spcAft>
                <a:defRPr kumimoji="1" sz="4400">
                  <a:solidFill>
                    <a:schemeClr val="tx2"/>
                  </a:solidFill>
                  <a:latin typeface="新細明體" charset="-120"/>
                  <a:ea typeface="華康龍門石碑" pitchFamily="65" charset="-120"/>
                </a:defRPr>
              </a:lvl7pPr>
              <a:lvl8pPr marL="1371600" algn="ctr" rtl="0" fontAlgn="base">
                <a:spcBef>
                  <a:spcPct val="0"/>
                </a:spcBef>
                <a:spcAft>
                  <a:spcPct val="0"/>
                </a:spcAft>
                <a:defRPr kumimoji="1" sz="4400">
                  <a:solidFill>
                    <a:schemeClr val="tx2"/>
                  </a:solidFill>
                  <a:latin typeface="新細明體" charset="-120"/>
                  <a:ea typeface="華康龍門石碑" pitchFamily="65" charset="-120"/>
                </a:defRPr>
              </a:lvl8pPr>
              <a:lvl9pPr marL="1828800" algn="ctr" rtl="0" fontAlgn="base">
                <a:spcBef>
                  <a:spcPct val="0"/>
                </a:spcBef>
                <a:spcAft>
                  <a:spcPct val="0"/>
                </a:spcAft>
                <a:defRPr kumimoji="1" sz="4400">
                  <a:solidFill>
                    <a:schemeClr val="tx2"/>
                  </a:solidFill>
                  <a:latin typeface="新細明體" charset="-120"/>
                  <a:ea typeface="華康龍門石碑" pitchFamily="65" charset="-120"/>
                </a:defRPr>
              </a:lvl9pPr>
            </a:lstStyle>
            <a:p>
              <a:pPr algn="l"/>
              <a:r>
                <a:rPr lang="zh-TW" altLang="en-US" sz="3600" kern="0" dirty="0" smtClean="0">
                  <a:solidFill>
                    <a:schemeClr val="bg1"/>
                  </a:solidFill>
                  <a:latin typeface="標楷體" panose="03000509000000000000" pitchFamily="65" charset="-120"/>
                  <a:ea typeface="標楷體" panose="03000509000000000000" pitchFamily="65" charset="-120"/>
                </a:rPr>
                <a:t>擬辦</a:t>
              </a:r>
              <a:endParaRPr lang="zh-TW" altLang="en-US" sz="3600" kern="0" dirty="0">
                <a:solidFill>
                  <a:schemeClr val="bg1"/>
                </a:solidFill>
                <a:latin typeface="標楷體" panose="03000509000000000000" pitchFamily="65" charset="-120"/>
                <a:ea typeface="標楷體" panose="03000509000000000000" pitchFamily="65" charset="-120"/>
              </a:endParaRPr>
            </a:p>
          </p:txBody>
        </p:sp>
      </p:grpSp>
    </p:spTree>
    <p:extLst>
      <p:ext uri="{BB962C8B-B14F-4D97-AF65-F5344CB8AC3E}">
        <p14:creationId xmlns:p14="http://schemas.microsoft.com/office/powerpoint/2010/main" val="276777451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3AE53AB2-F19A-4BD0-B915-C2175D5F5FF6}" type="slidenum">
              <a:rPr lang="en-US" altLang="zh-TW" smtClean="0">
                <a:solidFill>
                  <a:srgbClr val="000000"/>
                </a:solidFill>
              </a:rPr>
              <a:pPr/>
              <a:t>37</a:t>
            </a:fld>
            <a:endParaRPr lang="en-US" altLang="zh-TW" dirty="0">
              <a:solidFill>
                <a:srgbClr val="000000"/>
              </a:solidFill>
            </a:endParaRPr>
          </a:p>
        </p:txBody>
      </p:sp>
      <p:grpSp>
        <p:nvGrpSpPr>
          <p:cNvPr id="5" name="群組 4"/>
          <p:cNvGrpSpPr/>
          <p:nvPr/>
        </p:nvGrpSpPr>
        <p:grpSpPr>
          <a:xfrm>
            <a:off x="215386" y="3242990"/>
            <a:ext cx="8820472" cy="3240360"/>
            <a:chOff x="1115616" y="908720"/>
            <a:chExt cx="6096000" cy="3096344"/>
          </a:xfrm>
        </p:grpSpPr>
        <p:pic>
          <p:nvPicPr>
            <p:cNvPr id="2050" name="Picture 2" descr="edm_r3_c1"/>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28305"/>
            <a:stretch/>
          </p:blipFill>
          <p:spPr bwMode="auto">
            <a:xfrm>
              <a:off x="1115616" y="908720"/>
              <a:ext cx="6096000" cy="1459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1" name="Picture 3" descr="edm_r4_c1"/>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b="49911"/>
            <a:stretch/>
          </p:blipFill>
          <p:spPr bwMode="auto">
            <a:xfrm>
              <a:off x="1115616" y="2367831"/>
              <a:ext cx="6096000" cy="1637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 name="Text Box 4"/>
          <p:cNvSpPr txBox="1">
            <a:spLocks noChangeArrowheads="1"/>
          </p:cNvSpPr>
          <p:nvPr/>
        </p:nvSpPr>
        <p:spPr bwMode="auto">
          <a:xfrm>
            <a:off x="971600" y="1107229"/>
            <a:ext cx="7056784" cy="1922707"/>
          </a:xfrm>
          <a:prstGeom prst="rect">
            <a:avLst/>
          </a:prstGeom>
          <a:noFill/>
          <a:ln>
            <a:noFill/>
          </a:ln>
          <a:extLst/>
        </p:spPr>
        <p:txBody>
          <a:bodyPr wrap="square" lIns="90000" tIns="46800" rIns="90000" bIns="46800">
            <a:spAutoFit/>
          </a:bodyPr>
          <a:lstStyle>
            <a:lvl1pPr>
              <a:spcBef>
                <a:spcPct val="20000"/>
              </a:spcBef>
              <a:buFont typeface="Arial" panose="020B0604020202020204" pitchFamily="34" charset="0"/>
              <a:buChar char="•"/>
              <a:defRPr sz="3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1pPr>
            <a:lvl2pPr marL="742950" indent="-285750">
              <a:spcBef>
                <a:spcPct val="20000"/>
              </a:spcBef>
              <a:buFont typeface="Arial" panose="020B0604020202020204" pitchFamily="34" charset="0"/>
              <a:buChar char="–"/>
              <a:defRPr sz="28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3pPr>
            <a:lvl4pPr marL="1600200" indent="-228600">
              <a:spcBef>
                <a:spcPct val="20000"/>
              </a:spcBef>
              <a:buFont typeface="Arial" panose="020B0604020202020204" pitchFamily="34" charset="0"/>
              <a:buChar char="–"/>
              <a:defRPr sz="20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4pPr>
            <a:lvl5pPr marL="2057400" indent="-228600">
              <a:spcBef>
                <a:spcPct val="20000"/>
              </a:spcBef>
              <a:buFont typeface="Arial" panose="020B0604020202020204" pitchFamily="34" charset="0"/>
              <a:buChar char="»"/>
              <a:defRPr sz="20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9pPr>
          </a:lstStyle>
          <a:p>
            <a:pPr algn="ctr" eaLnBrk="1" hangingPunct="1">
              <a:buFontTx/>
              <a:buNone/>
            </a:pPr>
            <a:r>
              <a:rPr kumimoji="0" lang="zh-TW" altLang="en-US" sz="5400" b="1" dirty="0">
                <a:solidFill>
                  <a:srgbClr val="002060"/>
                </a:solidFill>
                <a:latin typeface="微軟正黑體" panose="020B0604030504040204" pitchFamily="34" charset="-120"/>
                <a:ea typeface="微軟正黑體" panose="020B0604030504040204" pitchFamily="34" charset="-120"/>
              </a:rPr>
              <a:t>簡報完</a:t>
            </a:r>
            <a:r>
              <a:rPr lang="zh-TW" altLang="en-US" sz="5400" b="1" dirty="0">
                <a:solidFill>
                  <a:srgbClr val="002060"/>
                </a:solidFill>
                <a:latin typeface="微軟正黑體" panose="020B0604030504040204" pitchFamily="34" charset="-120"/>
                <a:ea typeface="微軟正黑體" panose="020B0604030504040204" pitchFamily="34" charset="-120"/>
              </a:rPr>
              <a:t>畢</a:t>
            </a:r>
          </a:p>
          <a:p>
            <a:pPr algn="ctr" eaLnBrk="1" hangingPunct="1">
              <a:buFontTx/>
              <a:buNone/>
            </a:pPr>
            <a:r>
              <a:rPr lang="zh-TW" altLang="en-US" sz="5400" b="1" dirty="0">
                <a:solidFill>
                  <a:srgbClr val="002060"/>
                </a:solidFill>
                <a:latin typeface="微軟正黑體" panose="020B0604030504040204" pitchFamily="34" charset="-120"/>
                <a:ea typeface="微軟正黑體" panose="020B0604030504040204" pitchFamily="34" charset="-120"/>
              </a:rPr>
              <a:t>敬請指教</a:t>
            </a:r>
          </a:p>
        </p:txBody>
      </p:sp>
    </p:spTree>
    <p:extLst>
      <p:ext uri="{BB962C8B-B14F-4D97-AF65-F5344CB8AC3E}">
        <p14:creationId xmlns:p14="http://schemas.microsoft.com/office/powerpoint/2010/main" val="3045725690"/>
      </p:ext>
    </p:extLst>
  </p:cSld>
  <p:clrMapOvr>
    <a:masterClrMapping/>
  </p:clrMapOvr>
  <p:timing>
    <p:tnLst>
      <p:par>
        <p:cTn id="1" dur="indefinite" restart="never" nodeType="tmRoot"/>
      </p:par>
    </p:tnLst>
  </p:timing>
</p:sld>
</file>

<file path=ppt/theme/theme1.xml><?xml version="1.0" encoding="utf-8"?>
<a:theme xmlns:a="http://schemas.openxmlformats.org/drawingml/2006/main" name="空白簡報">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空白簡報">
      <a:majorFont>
        <a:latin typeface="新細明體"/>
        <a:ea typeface="華康龍門石碑"/>
        <a:cs typeface=""/>
      </a:majorFont>
      <a:minorFont>
        <a:latin typeface="新細明體"/>
        <a:ea typeface="華康龍門石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rgbClr val="000000"/>
          </a:solidFill>
          <a:prstDash val="solid"/>
          <a:round/>
          <a:headEnd type="none" w="med" len="med"/>
          <a:tailEnd type="none" w="med" len="med"/>
        </a:ln>
        <a:effectLst/>
      </a:spPr>
      <a:bodyPr vert="horz" wrap="square" lIns="91440" tIns="45720" rIns="91440" bIns="45720" numCol="1" anchor="b"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TW" altLang="en-US" sz="4000" b="1" i="0" u="none" strike="noStrike" cap="none" normalizeH="0" baseline="0" smtClean="0">
            <a:ln>
              <a:noFill/>
            </a:ln>
            <a:solidFill>
              <a:schemeClr val="accent2"/>
            </a:solidFill>
            <a:effectLst/>
            <a:latin typeface="標楷體" pitchFamily="65" charset="-120"/>
            <a:ea typeface="標楷體" pitchFamily="65" charset="-120"/>
          </a:defRPr>
        </a:defPPr>
      </a:lstStyle>
    </a:spDef>
    <a:lnDef>
      <a:spPr bwMode="auto">
        <a:xfrm>
          <a:off x="0" y="0"/>
          <a:ext cx="1" cy="1"/>
        </a:xfrm>
        <a:custGeom>
          <a:avLst/>
          <a:gdLst/>
          <a:ahLst/>
          <a:cxnLst/>
          <a:rect l="0" t="0" r="0" b="0"/>
          <a:pathLst/>
        </a:custGeom>
        <a:solidFill>
          <a:srgbClr val="FFFFFF"/>
        </a:solidFill>
        <a:ln w="9525" cap="flat" cmpd="sng" algn="ctr">
          <a:solidFill>
            <a:srgbClr val="000000"/>
          </a:solidFill>
          <a:prstDash val="solid"/>
          <a:round/>
          <a:headEnd type="none" w="med" len="med"/>
          <a:tailEnd type="none" w="med" len="med"/>
        </a:ln>
        <a:effectLst/>
      </a:spPr>
      <a:bodyPr vert="horz" wrap="square" lIns="91440" tIns="45720" rIns="91440" bIns="45720" numCol="1" anchor="b"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TW" altLang="en-US" sz="4000" b="1" i="0" u="none" strike="noStrike" cap="none" normalizeH="0" baseline="0" smtClean="0">
            <a:ln>
              <a:noFill/>
            </a:ln>
            <a:solidFill>
              <a:schemeClr val="accent2"/>
            </a:solidFill>
            <a:effectLst/>
            <a:latin typeface="標楷體" pitchFamily="65" charset="-120"/>
            <a:ea typeface="標楷體" pitchFamily="65" charset="-120"/>
          </a:defRPr>
        </a:defPPr>
      </a:lstStyle>
    </a:lnDef>
    <a:txDef>
      <a:spPr>
        <a:noFill/>
      </a:spPr>
      <a:bodyPr vert="eaVert" wrap="square" rtlCol="0">
        <a:spAutoFit/>
      </a:bodyPr>
      <a:lstStyle>
        <a:defPPr>
          <a:defRPr sz="2400" dirty="0" smtClean="0"/>
        </a:defPPr>
      </a:lstStyle>
    </a:txDef>
  </a:objectDefaults>
  <a:extraClrSchemeLst>
    <a:extraClrScheme>
      <a:clrScheme name="空白簡報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空白簡報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空白簡報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空白簡報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空白簡報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空白簡報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空白簡報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空白簡報">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空白簡報">
      <a:majorFont>
        <a:latin typeface="新細明體"/>
        <a:ea typeface="華康龍門石碑"/>
        <a:cs typeface=""/>
      </a:majorFont>
      <a:minorFont>
        <a:latin typeface="新細明體"/>
        <a:ea typeface="華康龍門石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rgbClr val="000000"/>
          </a:solidFill>
          <a:prstDash val="solid"/>
          <a:round/>
          <a:headEnd type="none" w="med" len="med"/>
          <a:tailEnd type="none" w="med" len="med"/>
        </a:ln>
        <a:effectLst/>
      </a:spPr>
      <a:bodyPr vert="horz" wrap="square" lIns="91440" tIns="45720" rIns="91440" bIns="45720" numCol="1" anchor="b"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TW" altLang="en-US" sz="4000" b="1" i="0" u="none" strike="noStrike" cap="none" normalizeH="0" baseline="0" smtClean="0">
            <a:ln>
              <a:noFill/>
            </a:ln>
            <a:solidFill>
              <a:schemeClr val="accent2"/>
            </a:solidFill>
            <a:effectLst/>
            <a:latin typeface="標楷體" pitchFamily="65" charset="-120"/>
            <a:ea typeface="標楷體" pitchFamily="65" charset="-120"/>
          </a:defRPr>
        </a:defPPr>
      </a:lstStyle>
    </a:spDef>
    <a:lnDef>
      <a:spPr bwMode="auto">
        <a:xfrm>
          <a:off x="0" y="0"/>
          <a:ext cx="1" cy="1"/>
        </a:xfrm>
        <a:custGeom>
          <a:avLst/>
          <a:gdLst/>
          <a:ahLst/>
          <a:cxnLst/>
          <a:rect l="0" t="0" r="0" b="0"/>
          <a:pathLst/>
        </a:custGeom>
        <a:solidFill>
          <a:srgbClr val="FFFFFF"/>
        </a:solidFill>
        <a:ln w="9525" cap="flat" cmpd="sng" algn="ctr">
          <a:solidFill>
            <a:srgbClr val="000000"/>
          </a:solidFill>
          <a:prstDash val="solid"/>
          <a:round/>
          <a:headEnd type="none" w="med" len="med"/>
          <a:tailEnd type="none" w="med" len="med"/>
        </a:ln>
        <a:effectLst/>
      </a:spPr>
      <a:bodyPr vert="horz" wrap="square" lIns="91440" tIns="45720" rIns="91440" bIns="45720" numCol="1" anchor="b"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TW" altLang="en-US" sz="4000" b="1" i="0" u="none" strike="noStrike" cap="none" normalizeH="0" baseline="0" smtClean="0">
            <a:ln>
              <a:noFill/>
            </a:ln>
            <a:solidFill>
              <a:schemeClr val="accent2"/>
            </a:solidFill>
            <a:effectLst/>
            <a:latin typeface="標楷體" pitchFamily="65" charset="-120"/>
            <a:ea typeface="標楷體" pitchFamily="65" charset="-120"/>
          </a:defRPr>
        </a:defPPr>
      </a:lstStyle>
    </a:lnDef>
  </a:objectDefaults>
  <a:extraClrSchemeLst>
    <a:extraClrScheme>
      <a:clrScheme name="空白簡報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空白簡報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空白簡報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空白簡報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空白簡報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空白簡報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空白簡報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
  <TotalTime>31410</TotalTime>
  <Words>3006</Words>
  <Application>Microsoft Office PowerPoint</Application>
  <PresentationFormat>如螢幕大小 (4:3)</PresentationFormat>
  <Paragraphs>465</Paragraphs>
  <Slides>37</Slides>
  <Notes>30</Notes>
  <HiddenSlides>0</HiddenSlides>
  <MMClips>0</MMClips>
  <ScaleCrop>false</ScaleCrop>
  <HeadingPairs>
    <vt:vector size="6" baseType="variant">
      <vt:variant>
        <vt:lpstr>使用字型</vt:lpstr>
      </vt:variant>
      <vt:variant>
        <vt:i4>17</vt:i4>
      </vt:variant>
      <vt:variant>
        <vt:lpstr>佈景主題</vt:lpstr>
      </vt:variant>
      <vt:variant>
        <vt:i4>2</vt:i4>
      </vt:variant>
      <vt:variant>
        <vt:lpstr>投影片標題</vt:lpstr>
      </vt:variant>
      <vt:variant>
        <vt:i4>37</vt:i4>
      </vt:variant>
    </vt:vector>
  </HeadingPairs>
  <TitlesOfParts>
    <vt:vector size="56" baseType="lpstr">
      <vt:lpstr>Adidas Unity</vt:lpstr>
      <vt:lpstr>微软雅黑</vt:lpstr>
      <vt:lpstr>宋体</vt:lpstr>
      <vt:lpstr>華康龍門石碑</vt:lpstr>
      <vt:lpstr>微軟正黑體</vt:lpstr>
      <vt:lpstr>微軟正黑體 Light</vt:lpstr>
      <vt:lpstr>新細明體</vt:lpstr>
      <vt:lpstr>標楷體</vt:lpstr>
      <vt:lpstr>Agency FB</vt:lpstr>
      <vt:lpstr>Arial</vt:lpstr>
      <vt:lpstr>Arial Rounded MT Bold</vt:lpstr>
      <vt:lpstr>Calibri</vt:lpstr>
      <vt:lpstr>Cambria Math</vt:lpstr>
      <vt:lpstr>Tahoma</vt:lpstr>
      <vt:lpstr>Times</vt:lpstr>
      <vt:lpstr>Times New Roman</vt:lpstr>
      <vt:lpstr>Wingdings</vt:lpstr>
      <vt:lpstr>空白簡報</vt:lpstr>
      <vt:lpstr>1_空白簡報</vt:lpstr>
      <vt:lpstr>PowerPoint 簡報</vt:lpstr>
      <vt:lpstr>議  程</vt:lpstr>
      <vt:lpstr>PowerPoint 簡報</vt:lpstr>
      <vt:lpstr>PowerPoint 簡報</vt:lpstr>
      <vt:lpstr>PowerPoint 簡報</vt:lpstr>
      <vt:lpstr>PowerPoint 簡報</vt:lpstr>
      <vt:lpstr>資料開放平臺資料集統計-各部會開放情形</vt:lpstr>
      <vt:lpstr>資料開放平臺資料集統計-依瀏覽量</vt:lpstr>
      <vt:lpstr>資料開放平臺資料集統計-依下載量</vt:lpstr>
      <vt:lpstr>PowerPoint 簡報</vt:lpstr>
      <vt:lpstr>PowerPoint 簡報</vt:lpstr>
      <vt:lpstr>PowerPoint 簡報</vt:lpstr>
      <vt:lpstr>PowerPoint 簡報</vt:lpstr>
      <vt:lpstr>PowerPoint 簡報</vt:lpstr>
      <vt:lpstr>PowerPoint 簡報</vt:lpstr>
      <vt:lpstr>二、各單位資料開放情形</vt:lpstr>
      <vt:lpstr>PowerPoint 簡報</vt:lpstr>
      <vt:lpstr>三、前次會議至今執行成果</vt:lpstr>
      <vt:lpstr>PowerPoint 簡報</vt:lpstr>
      <vt:lpstr>PowerPoint 簡報</vt:lpstr>
      <vt:lpstr>PowerPoint 簡報</vt:lpstr>
      <vt:lpstr>PowerPoint 簡報</vt:lpstr>
      <vt:lpstr>PowerPoint 簡報</vt:lpstr>
      <vt:lpstr>PowerPoint 簡報</vt:lpstr>
      <vt:lpstr>107年度資料開放績效考核結果</vt:lpstr>
      <vt:lpstr>績效考核結果待改善項目說明 </vt:lpstr>
      <vt:lpstr>107年度合作應用推廣成果</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ho</dc:creator>
  <cp:lastModifiedBy>袁曉玲</cp:lastModifiedBy>
  <cp:revision>2144</cp:revision>
  <cp:lastPrinted>2019-05-22T03:30:36Z</cp:lastPrinted>
  <dcterms:created xsi:type="dcterms:W3CDTF">2015-02-15T02:13:29Z</dcterms:created>
  <dcterms:modified xsi:type="dcterms:W3CDTF">2019-05-22T08:39:30Z</dcterms:modified>
</cp:coreProperties>
</file>